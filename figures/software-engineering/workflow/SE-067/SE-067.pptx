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cffb5742524f27" /><Relationship Type="http://schemas.openxmlformats.org/officeDocument/2006/relationships/extended-properties" Target="/docProps/app.xml" Id="R8e662cd029054922" /><Relationship Type="http://schemas.openxmlformats.org/officeDocument/2006/relationships/officeDocument" Target="/ppt/presentation.xml" Id="Rd0bb9e1437754f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7ceac322f54e2e"/>
  </p:sldMasterIdLst>
  <p:notesMasterIdLst>
    <p:notesMasterId xmlns:r="http://schemas.openxmlformats.org/officeDocument/2006/relationships" r:id="R9e1f0dd5772547ae"/>
  </p:notesMasterIdLst>
  <p:sldIdLst>
    <p:sldId xmlns:r="http://schemas.openxmlformats.org/officeDocument/2006/relationships" id="256" r:id="R656790e7d5dc43f7"/>
  </p:sldIdLst>
  <p:sldSz cx="13858875" cy="42291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07d5226d7448fe" /><Relationship Type="http://schemas.openxmlformats.org/officeDocument/2006/relationships/slideMaster" Target="/ppt/slideMasters/slideMaster1.xml" Id="R167ceac322f54e2e" /><Relationship Type="http://schemas.openxmlformats.org/officeDocument/2006/relationships/notesMaster" Target="/ppt/notesMasters/notesMaster1.xml" Id="R9e1f0dd5772547ae" /><Relationship Type="http://schemas.openxmlformats.org/officeDocument/2006/relationships/presProps" Target="/ppt/presProps.xml" Id="R33b211c992ed47ac" /><Relationship Type="http://schemas.openxmlformats.org/officeDocument/2006/relationships/tableStyles" Target="/ppt/tableStyles.xml" Id="Rbb6b290a2494443b" /><Relationship Type="http://schemas.openxmlformats.org/officeDocument/2006/relationships/slide" Target="/ppt/slides/slide1.xml" Id="R656790e7d5dc43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fcf19f778244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8bbfe448b24a78" /><Relationship Type="http://schemas.openxmlformats.org/officeDocument/2006/relationships/notesMaster" Target="/ppt/notesMasters/notesMaster1.xml" Id="Rda47be97a3ec4a2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素材ID：SE-067</ns1:t>
            </ns1:r>
          </ns1:p>
          <ns1:p>
            <ns1:r>
              <ns1:t>论文：“My productivity is boosted, but …” Demystifying Users’ Perception on AI Coding Assistants</ns1:t>
            </ns1:r>
          </ns1:p>
          <ns1:p>
            <ns1:r>
              <ns1:t>会议：ASE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1，PDF第4页</ns1:t>
            </ns1:r>
          </ns1:p>
          <ns1:p>
            <ns1:r>
              <ns1:t>类型：研究流程</ns1:t>
            </ns1:r>
          </ns1:p>
          <ns1:p>
            <ns1:r>
              <ns1:t>借鉴点：左上采集工具与混合标注，左下研究者迭代编码，右侧展开Category、Subcategory、Label三级结果；数据流和分类示例并列。</ns1:t>
            </ns1:r>
          </ns1:p>
          <ns1:p>
            <ns1:r>
              <ns1:t>论文URL：https://arxiv.org/pdf/2508.12285</ns1:t>
            </ns1:r>
          </ns1:p>
          <ns1:p>
            <ns1:r>
              <ns1:t>官方获奖URL：https://www2.sigsoft.org/awards/distinguishedpaper/#the-ieeeacm-international-conference-on-automated-software-engineering-ase-2025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4f5f2480c41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48672b4baa4a99" /><Relationship Type="http://schemas.openxmlformats.org/officeDocument/2006/relationships/slideLayout" Target="/ppt/slideLayouts/slideLayout1.xml" Id="R83e7d845cb4e44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e7d845cb4e44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961e5e8244867" /><Relationship Type="http://schemas.openxmlformats.org/officeDocument/2006/relationships/image" Target="/ppt/media/image.png" Id="R9126422d4f1f44ed" /><Relationship Type="http://schemas.openxmlformats.org/officeDocument/2006/relationships/image" Target="/ppt/media/image2.png" Id="R3e5fd239dad543bc" /><Relationship Type="http://schemas.openxmlformats.org/officeDocument/2006/relationships/image" Target="/ppt/media/image3.png" Id="R99671e0591924d40" /><Relationship Type="http://schemas.openxmlformats.org/officeDocument/2006/relationships/image" Target="/ppt/media/image4.png" Id="Rb0302bbd1fc641c7" /><Relationship Type="http://schemas.openxmlformats.org/officeDocument/2006/relationships/image" Target="/ppt/media/image5.png" Id="R057abfde5f774b63" /><Relationship Type="http://schemas.openxmlformats.org/officeDocument/2006/relationships/image" Target="/ppt/media/image6.png" Id="R05bacc836443485e" /><Relationship Type="http://schemas.openxmlformats.org/officeDocument/2006/relationships/image" Target="/ppt/media/image7.png" Id="R32ba308dc1c04bb9" /><Relationship Type="http://schemas.openxmlformats.org/officeDocument/2006/relationships/image" Target="/ppt/media/image8.png" Id="R27789a8165d3443e" /><Relationship Type="http://schemas.openxmlformats.org/officeDocument/2006/relationships/image" Target="/ppt/media/image9.png" Id="R7f780238f2624b07" /><Relationship Type="http://schemas.openxmlformats.org/officeDocument/2006/relationships/image" Target="/ppt/media/image10.png" Id="R7494dfbfb6e14872" /><Relationship Type="http://schemas.openxmlformats.org/officeDocument/2006/relationships/image" Target="/ppt/media/image11.png" Id="R0df85418551e49da" /><Relationship Type="http://schemas.openxmlformats.org/officeDocument/2006/relationships/image" Target="/ppt/media/image12.png" Id="R3a7cd24b598a413c" /><Relationship Type="http://schemas.openxmlformats.org/officeDocument/2006/relationships/image" Target="/ppt/media/image13.png" Id="Rd86ef21c68ad4af6" /><Relationship Type="http://schemas.openxmlformats.org/officeDocument/2006/relationships/image" Target="/ppt/media/image14.png" Id="Rb56df8c4b25b471d" /><Relationship Type="http://schemas.openxmlformats.org/officeDocument/2006/relationships/image" Target="/ppt/media/image15.png" Id="R1cbab911b0634bc1" /><Relationship Type="http://schemas.openxmlformats.org/officeDocument/2006/relationships/image" Target="/ppt/media/image16.png" Id="R44a7a3283a754895" /><Relationship Type="http://schemas.openxmlformats.org/officeDocument/2006/relationships/image" Target="/ppt/media/image17.png" Id="R80d9e824321d4fff" /><Relationship Type="http://schemas.openxmlformats.org/officeDocument/2006/relationships/image" Target="/ppt/media/image18.png" Id="Rced4e3b81db64730" /><Relationship Type="http://schemas.openxmlformats.org/officeDocument/2006/relationships/image" Target="/ppt/media/image19.png" Id="R4490f8ec6db84182" /><Relationship Type="http://schemas.openxmlformats.org/officeDocument/2006/relationships/image" Target="/ppt/media/image20.png" Id="R892e0147cdc44055" /><Relationship Type="http://schemas.openxmlformats.org/officeDocument/2006/relationships/image" Target="/ppt/media/image21.png" Id="R05ffeda3527542dd" /><Relationship Type="http://schemas.openxmlformats.org/officeDocument/2006/relationships/image" Target="/ppt/media/image22.png" Id="R090b0e545f7e45d4" /><Relationship Type="http://schemas.openxmlformats.org/officeDocument/2006/relationships/image" Target="/ppt/media/image23.png" Id="Rc4aea76bfda04d3a" /><Relationship Type="http://schemas.openxmlformats.org/officeDocument/2006/relationships/image" Target="/ppt/media/image24.png" Id="Rbfb5c78f704c4d78" /><Relationship Type="http://schemas.openxmlformats.org/officeDocument/2006/relationships/image" Target="/ppt/media/image25.png" Id="Rce306585bd1f431c" /><Relationship Type="http://schemas.openxmlformats.org/officeDocument/2006/relationships/image" Target="/ppt/media/image26.png" Id="R9c1483e0f2b34348" /><Relationship Type="http://schemas.openxmlformats.org/officeDocument/2006/relationships/image" Target="/ppt/media/image27.png" Id="R021e687d7691404a" /><Relationship Type="http://schemas.openxmlformats.org/officeDocument/2006/relationships/image" Target="/ppt/media/image28.png" Id="R5773cee666ca4393" /><Relationship Type="http://schemas.openxmlformats.org/officeDocument/2006/relationships/image" Target="/ppt/media/image29.png" Id="R74e5f5a765904aa8" /><Relationship Type="http://schemas.openxmlformats.org/officeDocument/2006/relationships/image" Target="/ppt/media/image30.png" Id="R4f497a68d5e14b3d" /><Relationship Type="http://schemas.openxmlformats.org/officeDocument/2006/relationships/image" Target="/ppt/media/image31.png" Id="Rde4ef3a5b1f44a24" /><Relationship Type="http://schemas.openxmlformats.org/officeDocument/2006/relationships/image" Target="/ppt/media/image32.png" Id="Rc86b6a3697e64d84" /><Relationship Type="http://schemas.openxmlformats.org/officeDocument/2006/relationships/image" Target="/ppt/media/image33.png" Id="R0e2995b224814af6" /><Relationship Type="http://schemas.openxmlformats.org/officeDocument/2006/relationships/image" Target="/ppt/media/image34.png" Id="Rdfdaedfef5eb48a2" /><Relationship Type="http://schemas.openxmlformats.org/officeDocument/2006/relationships/image" Target="/ppt/media/image35.png" Id="Ra77dd3ea44fd4336" /><Relationship Type="http://schemas.openxmlformats.org/officeDocument/2006/relationships/image" Target="/ppt/media/image36.png" Id="R09f27369552d4e2f" /><Relationship Type="http://schemas.openxmlformats.org/officeDocument/2006/relationships/image" Target="/ppt/media/image37.png" Id="R5e6504786dc449f2" /><Relationship Type="http://schemas.openxmlformats.org/officeDocument/2006/relationships/image" Target="/ppt/media/image38.png" Id="Rc6aaabcc20754c6c" /><Relationship Type="http://schemas.openxmlformats.org/officeDocument/2006/relationships/notesSlide" Target="/ppt/notesSlides/notesSlide1.xml" Id="Ra179f9def15a40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A777F-0875-44AB-8D41-C9FE5FDC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" y="15492"/>
            <a:ext cx="13806983" cy="4184079"/>
          </a:xfrm>
          <a:custGeom xmlns:a="http://schemas.openxmlformats.org/drawingml/2006/main">
            <a:pathLst>
              <a:path w="13806983" h="4184079">
                <a:moveTo>
                  <a:pt x="13806983" y="4184079"/>
                </a:moveTo>
                <a:lnTo>
                  <a:pt x="13806983" y="0"/>
                </a:lnTo>
                <a:lnTo>
                  <a:pt x="0" y="0"/>
                </a:lnTo>
                <a:lnTo>
                  <a:pt x="0" y="4184079"/>
                </a:lnTo>
                <a:lnTo>
                  <a:pt x="13806983" y="418407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BFAA72-E9DF-4F1F-A002-F84ECA1B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" y="2240410"/>
            <a:ext cx="8151578" cy="1892722"/>
          </a:xfrm>
          <a:custGeom xmlns:a="http://schemas.openxmlformats.org/drawingml/2006/main">
            <a:pathLst>
              <a:path w="8151578" h="1892722">
                <a:moveTo>
                  <a:pt x="0" y="0"/>
                </a:moveTo>
                <a:lnTo>
                  <a:pt x="8151578" y="0"/>
                </a:lnTo>
                <a:lnTo>
                  <a:pt x="8151578" y="1892722"/>
                </a:lnTo>
                <a:lnTo>
                  <a:pt x="0" y="18927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EB502A-4446-4957-832F-64D345CF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" y="2240410"/>
            <a:ext cx="8151579" cy="1892723"/>
          </a:xfrm>
          <a:custGeom xmlns:a="http://schemas.openxmlformats.org/drawingml/2006/main">
            <a:pathLst>
              <a:path w="8151579" h="1892723" fill="none">
                <a:moveTo>
                  <a:pt x="0" y="0"/>
                </a:moveTo>
                <a:lnTo>
                  <a:pt x="8151579" y="0"/>
                </a:lnTo>
                <a:lnTo>
                  <a:pt x="8151579" y="1892723"/>
                </a:lnTo>
                <a:lnTo>
                  <a:pt x="0" y="18927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80" cap="flat">
            <a:solidFill>
              <a:srgbClr val="528133"/>
            </a:solidFill>
            <a:custDash>
              <a:ds d="400000" sp="300000"/>
            </a:custDash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FE0688-53C4-4739-958D-30B9E2F1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" y="74607"/>
            <a:ext cx="8145301" cy="2099888"/>
          </a:xfrm>
          <a:custGeom xmlns:a="http://schemas.openxmlformats.org/drawingml/2006/main">
            <a:pathLst>
              <a:path w="8145301" h="2099888">
                <a:moveTo>
                  <a:pt x="0" y="0"/>
                </a:moveTo>
                <a:lnTo>
                  <a:pt x="8145301" y="0"/>
                </a:lnTo>
                <a:lnTo>
                  <a:pt x="8145301" y="2099888"/>
                </a:lnTo>
                <a:lnTo>
                  <a:pt x="0" y="20998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06D76-0E03-4DF1-BAF2-571073AD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" y="74607"/>
            <a:ext cx="8145302" cy="2099888"/>
          </a:xfrm>
          <a:custGeom xmlns:a="http://schemas.openxmlformats.org/drawingml/2006/main">
            <a:pathLst>
              <a:path w="8145302" h="2099888" fill="none">
                <a:moveTo>
                  <a:pt x="0" y="0"/>
                </a:moveTo>
                <a:lnTo>
                  <a:pt x="8145302" y="0"/>
                </a:lnTo>
                <a:lnTo>
                  <a:pt x="8145302" y="2099888"/>
                </a:lnTo>
                <a:lnTo>
                  <a:pt x="0" y="209988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80" cap="flat">
            <a:solidFill>
              <a:srgbClr val="528133"/>
            </a:solidFill>
            <a:custDash>
              <a:ds d="400000" sp="300000"/>
            </a:custDash>
            <a:miter/>
          </a:ln>
        </p:spPr>
      </p:sp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6422d4f1f44ed"/>
          <a:stretch xmlns:a="http://schemas.openxmlformats.org/drawingml/2006/main"/>
        </p:blipFill>
        <p:spPr>
          <a:xfrm xmlns:a="http://schemas.openxmlformats.org/drawingml/2006/main">
            <a:off x="142206" y="540725"/>
            <a:ext cx="1831896" cy="1374815"/>
          </a:xfrm>
          <a:prstGeom xmlns:a="http://schemas.openxmlformats.org/drawingml/2006/main" prst="rect">
            <a:avLst/>
          </a:prstGeom>
        </p:spPr>
      </p:pic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fd239dad543bc"/>
          <a:stretch xmlns:a="http://schemas.openxmlformats.org/drawingml/2006/main"/>
        </p:blipFill>
        <p:spPr>
          <a:xfrm xmlns:a="http://schemas.openxmlformats.org/drawingml/2006/main">
            <a:off x="437970" y="2360209"/>
            <a:ext cx="1038957" cy="1038957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71e0591924d40"/>
          <a:stretch xmlns:a="http://schemas.openxmlformats.org/drawingml/2006/main"/>
        </p:blipFill>
        <p:spPr>
          <a:xfrm xmlns:a="http://schemas.openxmlformats.org/drawingml/2006/main">
            <a:off x="5529175" y="1321251"/>
            <a:ext cx="543020" cy="543020"/>
          </a:xfrm>
          <a:prstGeom xmlns:a="http://schemas.openxmlformats.org/drawingml/2006/main" prst="rect">
            <a:avLst/>
          </a:prstGeom>
        </p:spPr>
      </p:pic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02bbd1fc641c7"/>
          <a:stretch xmlns:a="http://schemas.openxmlformats.org/drawingml/2006/main"/>
        </p:blipFill>
        <p:spPr>
          <a:xfrm xmlns:a="http://schemas.openxmlformats.org/drawingml/2006/main">
            <a:off x="5551146" y="771953"/>
            <a:ext cx="483382" cy="483382"/>
          </a:xfrm>
          <a:prstGeom xmlns:a="http://schemas.openxmlformats.org/drawingml/2006/main" prst="rect">
            <a:avLst/>
          </a:prstGeom>
        </p:spPr>
      </p:pic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ECCAA-C66F-4F1F-A8AB-72F01FE9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74" y="399477"/>
            <a:ext cx="1249261" cy="301330"/>
          </a:xfrm>
          <a:custGeom xmlns:a="http://schemas.openxmlformats.org/drawingml/2006/main">
            <a:pathLst>
              <a:path w="1249261" h="301330">
                <a:moveTo>
                  <a:pt x="0" y="50223"/>
                </a:moveTo>
                <a:cubicBezTo>
                  <a:pt x="0" y="22486"/>
                  <a:pt x="22486" y="0"/>
                  <a:pt x="50221" y="0"/>
                </a:cubicBezTo>
                <a:lnTo>
                  <a:pt x="1199039" y="0"/>
                </a:lnTo>
                <a:cubicBezTo>
                  <a:pt x="1226776" y="0"/>
                  <a:pt x="1249261" y="22486"/>
                  <a:pt x="1249261" y="50223"/>
                </a:cubicBezTo>
                <a:lnTo>
                  <a:pt x="1249261" y="251107"/>
                </a:lnTo>
                <a:cubicBezTo>
                  <a:pt x="1249261" y="278844"/>
                  <a:pt x="1226776" y="301330"/>
                  <a:pt x="1199039" y="301330"/>
                </a:cubicBezTo>
                <a:lnTo>
                  <a:pt x="50221" y="301330"/>
                </a:lnTo>
                <a:cubicBezTo>
                  <a:pt x="22486" y="301330"/>
                  <a:pt x="0" y="278844"/>
                  <a:pt x="0" y="251107"/>
                </a:cubicBezTo>
                <a:lnTo>
                  <a:pt x="0" y="50223"/>
                </a:lnTo>
                <a:close/>
              </a:path>
            </a:pathLst>
          </a:custGeom>
          <a:solidFill xmlns:a="http://schemas.openxmlformats.org/drawingml/2006/main">
            <a:srgbClr val="E3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Label">
            <a:extLst xmlns:a="http://schemas.openxmlformats.org/drawingml/2006/main">
              <a:ext uri="{FF2B5EF4-FFF2-40B4-BE49-F238E27FC236}">
                <a16:creationId xmlns:a16="http://schemas.microsoft.com/office/drawing/2014/main" id="{6356B072-D83D-46B1-AE4A-1088F05A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917" y="488280"/>
            <a:ext cx="487073" cy="135755"/>
          </a:xfrm>
          <a:custGeom xmlns:a="http://schemas.openxmlformats.org/drawingml/2006/main">
            <a:pathLst>
              <a:path w="487073" h="135755">
                <a:moveTo>
                  <a:pt x="123102" y="86318"/>
                </a:moveTo>
                <a:lnTo>
                  <a:pt x="118099" y="133009"/>
                </a:lnTo>
                <a:lnTo>
                  <a:pt x="0" y="133009"/>
                </a:lnTo>
                <a:lnTo>
                  <a:pt x="0" y="129477"/>
                </a:lnTo>
                <a:lnTo>
                  <a:pt x="4414" y="129477"/>
                </a:lnTo>
                <a:cubicBezTo>
                  <a:pt x="8272" y="129477"/>
                  <a:pt x="11378" y="128788"/>
                  <a:pt x="13732" y="127408"/>
                </a:cubicBezTo>
                <a:cubicBezTo>
                  <a:pt x="15433" y="126487"/>
                  <a:pt x="16741" y="124909"/>
                  <a:pt x="17656" y="122675"/>
                </a:cubicBezTo>
                <a:cubicBezTo>
                  <a:pt x="18375" y="121098"/>
                  <a:pt x="18735" y="116957"/>
                  <a:pt x="18735" y="110252"/>
                </a:cubicBezTo>
                <a:lnTo>
                  <a:pt x="18735" y="22757"/>
                </a:lnTo>
                <a:cubicBezTo>
                  <a:pt x="18735" y="15921"/>
                  <a:pt x="18375" y="11649"/>
                  <a:pt x="17656" y="9941"/>
                </a:cubicBezTo>
                <a:cubicBezTo>
                  <a:pt x="16937" y="8230"/>
                  <a:pt x="15482" y="6734"/>
                  <a:pt x="13291" y="5453"/>
                </a:cubicBezTo>
                <a:cubicBezTo>
                  <a:pt x="11100" y="4172"/>
                  <a:pt x="8141" y="3531"/>
                  <a:pt x="4414" y="3531"/>
                </a:cubicBezTo>
                <a:lnTo>
                  <a:pt x="0" y="3531"/>
                </a:lnTo>
                <a:lnTo>
                  <a:pt x="0" y="0"/>
                </a:lnTo>
                <a:lnTo>
                  <a:pt x="70918" y="0"/>
                </a:lnTo>
                <a:lnTo>
                  <a:pt x="70918" y="3531"/>
                </a:lnTo>
                <a:lnTo>
                  <a:pt x="65131" y="3531"/>
                </a:lnTo>
                <a:cubicBezTo>
                  <a:pt x="61273" y="3531"/>
                  <a:pt x="58167" y="4221"/>
                  <a:pt x="55813" y="5600"/>
                </a:cubicBezTo>
                <a:cubicBezTo>
                  <a:pt x="54112" y="6522"/>
                  <a:pt x="52772" y="8099"/>
                  <a:pt x="51791" y="10333"/>
                </a:cubicBezTo>
                <a:cubicBezTo>
                  <a:pt x="51072" y="11911"/>
                  <a:pt x="50712" y="16052"/>
                  <a:pt x="50712" y="22757"/>
                </a:cubicBezTo>
                <a:lnTo>
                  <a:pt x="50712" y="107505"/>
                </a:lnTo>
                <a:cubicBezTo>
                  <a:pt x="50712" y="114306"/>
                  <a:pt x="51104" y="118639"/>
                  <a:pt x="51889" y="120502"/>
                </a:cubicBezTo>
                <a:cubicBezTo>
                  <a:pt x="52674" y="122366"/>
                  <a:pt x="54210" y="123755"/>
                  <a:pt x="56499" y="124671"/>
                </a:cubicBezTo>
                <a:cubicBezTo>
                  <a:pt x="58134" y="125260"/>
                  <a:pt x="62090" y="125554"/>
                  <a:pt x="68368" y="125554"/>
                </a:cubicBezTo>
                <a:lnTo>
                  <a:pt x="79452" y="125554"/>
                </a:lnTo>
                <a:cubicBezTo>
                  <a:pt x="86514" y="125554"/>
                  <a:pt x="92400" y="124311"/>
                  <a:pt x="97108" y="121826"/>
                </a:cubicBezTo>
                <a:cubicBezTo>
                  <a:pt x="101816" y="119341"/>
                  <a:pt x="105887" y="115418"/>
                  <a:pt x="109320" y="110056"/>
                </a:cubicBezTo>
                <a:cubicBezTo>
                  <a:pt x="112753" y="104694"/>
                  <a:pt x="116006" y="96781"/>
                  <a:pt x="119080" y="86318"/>
                </a:cubicBezTo>
                <a:lnTo>
                  <a:pt x="123102" y="86318"/>
                </a:lnTo>
                <a:close/>
                <a:moveTo>
                  <a:pt x="188530" y="119472"/>
                </a:moveTo>
                <a:cubicBezTo>
                  <a:pt x="177347" y="129412"/>
                  <a:pt x="167310" y="134382"/>
                  <a:pt x="158416" y="134382"/>
                </a:cubicBezTo>
                <a:cubicBezTo>
                  <a:pt x="153185" y="134382"/>
                  <a:pt x="148836" y="132660"/>
                  <a:pt x="145370" y="129217"/>
                </a:cubicBezTo>
                <a:cubicBezTo>
                  <a:pt x="141905" y="125771"/>
                  <a:pt x="140172" y="121458"/>
                  <a:pt x="140172" y="116275"/>
                </a:cubicBezTo>
                <a:cubicBezTo>
                  <a:pt x="140172" y="109254"/>
                  <a:pt x="143180" y="102938"/>
                  <a:pt x="149196" y="97329"/>
                </a:cubicBezTo>
                <a:cubicBezTo>
                  <a:pt x="155212" y="91719"/>
                  <a:pt x="168323" y="84256"/>
                  <a:pt x="188530" y="74940"/>
                </a:cubicBezTo>
                <a:lnTo>
                  <a:pt x="188530" y="65720"/>
                </a:lnTo>
                <a:cubicBezTo>
                  <a:pt x="188530" y="58788"/>
                  <a:pt x="188154" y="54423"/>
                  <a:pt x="187402" y="52625"/>
                </a:cubicBezTo>
                <a:cubicBezTo>
                  <a:pt x="186649" y="50826"/>
                  <a:pt x="185227" y="49257"/>
                  <a:pt x="183135" y="47916"/>
                </a:cubicBezTo>
                <a:cubicBezTo>
                  <a:pt x="181042" y="46576"/>
                  <a:pt x="178688" y="45906"/>
                  <a:pt x="176072" y="45906"/>
                </a:cubicBezTo>
                <a:cubicBezTo>
                  <a:pt x="171822" y="45906"/>
                  <a:pt x="168323" y="46854"/>
                  <a:pt x="165577" y="48750"/>
                </a:cubicBezTo>
                <a:cubicBezTo>
                  <a:pt x="163877" y="49927"/>
                  <a:pt x="163026" y="51300"/>
                  <a:pt x="163026" y="52870"/>
                </a:cubicBezTo>
                <a:cubicBezTo>
                  <a:pt x="163026" y="54243"/>
                  <a:pt x="163942" y="55943"/>
                  <a:pt x="165773" y="57971"/>
                </a:cubicBezTo>
                <a:cubicBezTo>
                  <a:pt x="168258" y="60782"/>
                  <a:pt x="169500" y="63496"/>
                  <a:pt x="169500" y="66112"/>
                </a:cubicBezTo>
                <a:cubicBezTo>
                  <a:pt x="169500" y="69316"/>
                  <a:pt x="168307" y="72046"/>
                  <a:pt x="165920" y="74302"/>
                </a:cubicBezTo>
                <a:cubicBezTo>
                  <a:pt x="163533" y="76558"/>
                  <a:pt x="160411" y="77686"/>
                  <a:pt x="156553" y="77686"/>
                </a:cubicBezTo>
                <a:cubicBezTo>
                  <a:pt x="152433" y="77686"/>
                  <a:pt x="148983" y="76444"/>
                  <a:pt x="146204" y="73959"/>
                </a:cubicBezTo>
                <a:cubicBezTo>
                  <a:pt x="143425" y="71474"/>
                  <a:pt x="142035" y="68564"/>
                  <a:pt x="142035" y="65229"/>
                </a:cubicBezTo>
                <a:cubicBezTo>
                  <a:pt x="142035" y="60521"/>
                  <a:pt x="143899" y="56025"/>
                  <a:pt x="147626" y="51742"/>
                </a:cubicBezTo>
                <a:cubicBezTo>
                  <a:pt x="151354" y="47459"/>
                  <a:pt x="156553" y="44173"/>
                  <a:pt x="163223" y="41884"/>
                </a:cubicBezTo>
                <a:cubicBezTo>
                  <a:pt x="169893" y="39595"/>
                  <a:pt x="176824" y="38451"/>
                  <a:pt x="184017" y="38451"/>
                </a:cubicBezTo>
                <a:cubicBezTo>
                  <a:pt x="192715" y="38451"/>
                  <a:pt x="199597" y="40303"/>
                  <a:pt x="204665" y="44008"/>
                </a:cubicBezTo>
                <a:cubicBezTo>
                  <a:pt x="209733" y="47711"/>
                  <a:pt x="213019" y="51726"/>
                  <a:pt x="214523" y="56052"/>
                </a:cubicBezTo>
                <a:cubicBezTo>
                  <a:pt x="215439" y="58804"/>
                  <a:pt x="215896" y="65129"/>
                  <a:pt x="215896" y="75026"/>
                </a:cubicBezTo>
                <a:lnTo>
                  <a:pt x="215896" y="110715"/>
                </a:lnTo>
                <a:cubicBezTo>
                  <a:pt x="215896" y="114910"/>
                  <a:pt x="216060" y="117549"/>
                  <a:pt x="216387" y="118632"/>
                </a:cubicBezTo>
                <a:cubicBezTo>
                  <a:pt x="216714" y="119713"/>
                  <a:pt x="217204" y="120516"/>
                  <a:pt x="217858" y="121042"/>
                </a:cubicBezTo>
                <a:cubicBezTo>
                  <a:pt x="218512" y="121565"/>
                  <a:pt x="219264" y="121826"/>
                  <a:pt x="220114" y="121826"/>
                </a:cubicBezTo>
                <a:cubicBezTo>
                  <a:pt x="221814" y="121826"/>
                  <a:pt x="223547" y="120617"/>
                  <a:pt x="225313" y="118197"/>
                </a:cubicBezTo>
                <a:lnTo>
                  <a:pt x="228256" y="120551"/>
                </a:lnTo>
                <a:cubicBezTo>
                  <a:pt x="224986" y="125390"/>
                  <a:pt x="221602" y="128905"/>
                  <a:pt x="218103" y="131096"/>
                </a:cubicBezTo>
                <a:cubicBezTo>
                  <a:pt x="214605" y="133286"/>
                  <a:pt x="210632" y="134382"/>
                  <a:pt x="206186" y="134382"/>
                </a:cubicBezTo>
                <a:cubicBezTo>
                  <a:pt x="200954" y="134382"/>
                  <a:pt x="196867" y="133147"/>
                  <a:pt x="193924" y="130679"/>
                </a:cubicBezTo>
                <a:cubicBezTo>
                  <a:pt x="190982" y="128210"/>
                  <a:pt x="189183" y="124475"/>
                  <a:pt x="188530" y="119472"/>
                </a:cubicBezTo>
                <a:moveTo>
                  <a:pt x="188530" y="112214"/>
                </a:moveTo>
                <a:lnTo>
                  <a:pt x="188530" y="81530"/>
                </a:lnTo>
                <a:cubicBezTo>
                  <a:pt x="180617" y="86196"/>
                  <a:pt x="174732" y="91190"/>
                  <a:pt x="170874" y="96513"/>
                </a:cubicBezTo>
                <a:cubicBezTo>
                  <a:pt x="168323" y="100061"/>
                  <a:pt x="167048" y="103642"/>
                  <a:pt x="167048" y="107257"/>
                </a:cubicBezTo>
                <a:cubicBezTo>
                  <a:pt x="167048" y="110279"/>
                  <a:pt x="168127" y="112941"/>
                  <a:pt x="170285" y="115242"/>
                </a:cubicBezTo>
                <a:cubicBezTo>
                  <a:pt x="171920" y="117016"/>
                  <a:pt x="174209" y="117903"/>
                  <a:pt x="177151" y="117903"/>
                </a:cubicBezTo>
                <a:cubicBezTo>
                  <a:pt x="180421" y="117903"/>
                  <a:pt x="184214" y="116006"/>
                  <a:pt x="188530" y="112214"/>
                </a:cubicBezTo>
                <a:close/>
                <a:moveTo>
                  <a:pt x="274148" y="0"/>
                </a:moveTo>
                <a:lnTo>
                  <a:pt x="274148" y="50418"/>
                </a:lnTo>
                <a:cubicBezTo>
                  <a:pt x="281864" y="42440"/>
                  <a:pt x="290300" y="38451"/>
                  <a:pt x="299455" y="38451"/>
                </a:cubicBezTo>
                <a:cubicBezTo>
                  <a:pt x="305733" y="38451"/>
                  <a:pt x="311651" y="40300"/>
                  <a:pt x="317209" y="43999"/>
                </a:cubicBezTo>
                <a:cubicBezTo>
                  <a:pt x="322768" y="47698"/>
                  <a:pt x="327116" y="52951"/>
                  <a:pt x="330255" y="59758"/>
                </a:cubicBezTo>
                <a:cubicBezTo>
                  <a:pt x="333394" y="66565"/>
                  <a:pt x="334963" y="74420"/>
                  <a:pt x="334963" y="83323"/>
                </a:cubicBezTo>
                <a:cubicBezTo>
                  <a:pt x="334963" y="93339"/>
                  <a:pt x="332969" y="102437"/>
                  <a:pt x="328980" y="110620"/>
                </a:cubicBezTo>
                <a:cubicBezTo>
                  <a:pt x="324991" y="118802"/>
                  <a:pt x="319661" y="125037"/>
                  <a:pt x="312991" y="129324"/>
                </a:cubicBezTo>
                <a:cubicBezTo>
                  <a:pt x="306321" y="133611"/>
                  <a:pt x="298703" y="135755"/>
                  <a:pt x="290137" y="135755"/>
                </a:cubicBezTo>
                <a:cubicBezTo>
                  <a:pt x="285167" y="135755"/>
                  <a:pt x="280753" y="134970"/>
                  <a:pt x="276895" y="133401"/>
                </a:cubicBezTo>
                <a:cubicBezTo>
                  <a:pt x="273036" y="131831"/>
                  <a:pt x="269244" y="129281"/>
                  <a:pt x="265516" y="125750"/>
                </a:cubicBezTo>
                <a:lnTo>
                  <a:pt x="250313" y="135755"/>
                </a:lnTo>
                <a:lnTo>
                  <a:pt x="246978" y="135755"/>
                </a:lnTo>
                <a:lnTo>
                  <a:pt x="246978" y="19029"/>
                </a:lnTo>
                <a:cubicBezTo>
                  <a:pt x="246978" y="13698"/>
                  <a:pt x="246749" y="10408"/>
                  <a:pt x="246291" y="9159"/>
                </a:cubicBezTo>
                <a:cubicBezTo>
                  <a:pt x="245637" y="7316"/>
                  <a:pt x="244607" y="5950"/>
                  <a:pt x="243201" y="5061"/>
                </a:cubicBezTo>
                <a:cubicBezTo>
                  <a:pt x="241795" y="4172"/>
                  <a:pt x="239425" y="3662"/>
                  <a:pt x="236090" y="3531"/>
                </a:cubicBezTo>
                <a:lnTo>
                  <a:pt x="236090" y="0"/>
                </a:lnTo>
                <a:lnTo>
                  <a:pt x="274148" y="0"/>
                </a:lnTo>
                <a:moveTo>
                  <a:pt x="274148" y="59160"/>
                </a:moveTo>
                <a:lnTo>
                  <a:pt x="274148" y="100014"/>
                </a:lnTo>
                <a:cubicBezTo>
                  <a:pt x="274148" y="108329"/>
                  <a:pt x="274344" y="113633"/>
                  <a:pt x="274737" y="115926"/>
                </a:cubicBezTo>
                <a:cubicBezTo>
                  <a:pt x="275391" y="119788"/>
                  <a:pt x="276960" y="122915"/>
                  <a:pt x="279445" y="125305"/>
                </a:cubicBezTo>
                <a:cubicBezTo>
                  <a:pt x="281930" y="127694"/>
                  <a:pt x="285101" y="128889"/>
                  <a:pt x="288960" y="128889"/>
                </a:cubicBezTo>
                <a:cubicBezTo>
                  <a:pt x="292295" y="128889"/>
                  <a:pt x="295156" y="127940"/>
                  <a:pt x="297542" y="126041"/>
                </a:cubicBezTo>
                <a:cubicBezTo>
                  <a:pt x="299929" y="124143"/>
                  <a:pt x="301924" y="120379"/>
                  <a:pt x="303526" y="114749"/>
                </a:cubicBezTo>
                <a:cubicBezTo>
                  <a:pt x="305128" y="109117"/>
                  <a:pt x="305929" y="98968"/>
                  <a:pt x="305929" y="84301"/>
                </a:cubicBezTo>
                <a:cubicBezTo>
                  <a:pt x="305929" y="70223"/>
                  <a:pt x="304163" y="60566"/>
                  <a:pt x="300632" y="55328"/>
                </a:cubicBezTo>
                <a:cubicBezTo>
                  <a:pt x="298082" y="51531"/>
                  <a:pt x="294649" y="49633"/>
                  <a:pt x="290333" y="49633"/>
                </a:cubicBezTo>
                <a:cubicBezTo>
                  <a:pt x="284709" y="49633"/>
                  <a:pt x="279314" y="52809"/>
                  <a:pt x="274148" y="59160"/>
                </a:cubicBezTo>
                <a:close/>
                <a:moveTo>
                  <a:pt x="427898" y="83768"/>
                </a:moveTo>
                <a:lnTo>
                  <a:pt x="377579" y="83768"/>
                </a:lnTo>
                <a:cubicBezTo>
                  <a:pt x="378167" y="95964"/>
                  <a:pt x="381404" y="105602"/>
                  <a:pt x="387290" y="112683"/>
                </a:cubicBezTo>
                <a:cubicBezTo>
                  <a:pt x="391802" y="118125"/>
                  <a:pt x="397229" y="120846"/>
                  <a:pt x="403572" y="120846"/>
                </a:cubicBezTo>
                <a:cubicBezTo>
                  <a:pt x="407496" y="120846"/>
                  <a:pt x="411060" y="119750"/>
                  <a:pt x="414264" y="117560"/>
                </a:cubicBezTo>
                <a:cubicBezTo>
                  <a:pt x="417468" y="115369"/>
                  <a:pt x="420901" y="111429"/>
                  <a:pt x="424563" y="105740"/>
                </a:cubicBezTo>
                <a:lnTo>
                  <a:pt x="427898" y="107898"/>
                </a:lnTo>
                <a:cubicBezTo>
                  <a:pt x="422928" y="118034"/>
                  <a:pt x="417435" y="125210"/>
                  <a:pt x="411419" y="129428"/>
                </a:cubicBezTo>
                <a:cubicBezTo>
                  <a:pt x="405403" y="133646"/>
                  <a:pt x="398439" y="135755"/>
                  <a:pt x="390526" y="135755"/>
                </a:cubicBezTo>
                <a:cubicBezTo>
                  <a:pt x="376925" y="135755"/>
                  <a:pt x="366625" y="130518"/>
                  <a:pt x="359628" y="120045"/>
                </a:cubicBezTo>
                <a:cubicBezTo>
                  <a:pt x="354005" y="111602"/>
                  <a:pt x="351193" y="101129"/>
                  <a:pt x="351193" y="88626"/>
                </a:cubicBezTo>
                <a:cubicBezTo>
                  <a:pt x="351193" y="73308"/>
                  <a:pt x="355329" y="61117"/>
                  <a:pt x="363601" y="52051"/>
                </a:cubicBezTo>
                <a:cubicBezTo>
                  <a:pt x="371873" y="42984"/>
                  <a:pt x="381568" y="38451"/>
                  <a:pt x="392684" y="38451"/>
                </a:cubicBezTo>
                <a:cubicBezTo>
                  <a:pt x="401970" y="38451"/>
                  <a:pt x="410030" y="42260"/>
                  <a:pt x="416863" y="49878"/>
                </a:cubicBezTo>
                <a:cubicBezTo>
                  <a:pt x="423697" y="57496"/>
                  <a:pt x="427375" y="68793"/>
                  <a:pt x="427898" y="83768"/>
                </a:cubicBezTo>
                <a:moveTo>
                  <a:pt x="403768" y="77294"/>
                </a:moveTo>
                <a:cubicBezTo>
                  <a:pt x="403768" y="66766"/>
                  <a:pt x="403196" y="59540"/>
                  <a:pt x="402052" y="55616"/>
                </a:cubicBezTo>
                <a:cubicBezTo>
                  <a:pt x="400908" y="51693"/>
                  <a:pt x="399126" y="48717"/>
                  <a:pt x="396706" y="46690"/>
                </a:cubicBezTo>
                <a:cubicBezTo>
                  <a:pt x="395333" y="45513"/>
                  <a:pt x="393502" y="44925"/>
                  <a:pt x="391213" y="44925"/>
                </a:cubicBezTo>
                <a:cubicBezTo>
                  <a:pt x="387813" y="44925"/>
                  <a:pt x="385033" y="46592"/>
                  <a:pt x="382876" y="49927"/>
                </a:cubicBezTo>
                <a:cubicBezTo>
                  <a:pt x="379017" y="55747"/>
                  <a:pt x="377088" y="63725"/>
                  <a:pt x="377088" y="73861"/>
                </a:cubicBezTo>
                <a:lnTo>
                  <a:pt x="377088" y="77294"/>
                </a:lnTo>
                <a:lnTo>
                  <a:pt x="403768" y="77294"/>
                </a:lnTo>
                <a:close/>
                <a:moveTo>
                  <a:pt x="475989" y="0"/>
                </a:moveTo>
                <a:lnTo>
                  <a:pt x="475989" y="113979"/>
                </a:lnTo>
                <a:cubicBezTo>
                  <a:pt x="475989" y="120453"/>
                  <a:pt x="476741" y="124589"/>
                  <a:pt x="478245" y="126388"/>
                </a:cubicBezTo>
                <a:cubicBezTo>
                  <a:pt x="479749" y="128186"/>
                  <a:pt x="482692" y="129216"/>
                  <a:pt x="487073" y="129477"/>
                </a:cubicBezTo>
                <a:lnTo>
                  <a:pt x="487073" y="133009"/>
                </a:lnTo>
                <a:lnTo>
                  <a:pt x="437538" y="133009"/>
                </a:lnTo>
                <a:lnTo>
                  <a:pt x="437538" y="129477"/>
                </a:lnTo>
                <a:cubicBezTo>
                  <a:pt x="441592" y="129347"/>
                  <a:pt x="444600" y="128169"/>
                  <a:pt x="446562" y="125946"/>
                </a:cubicBezTo>
                <a:cubicBezTo>
                  <a:pt x="447870" y="124442"/>
                  <a:pt x="448524" y="120453"/>
                  <a:pt x="448524" y="113979"/>
                </a:cubicBezTo>
                <a:lnTo>
                  <a:pt x="448524" y="19029"/>
                </a:lnTo>
                <a:cubicBezTo>
                  <a:pt x="448524" y="12580"/>
                  <a:pt x="447772" y="8451"/>
                  <a:pt x="446268" y="6642"/>
                </a:cubicBezTo>
                <a:cubicBezTo>
                  <a:pt x="444764" y="4832"/>
                  <a:pt x="441854" y="3795"/>
                  <a:pt x="437538" y="3531"/>
                </a:cubicBezTo>
                <a:lnTo>
                  <a:pt x="437538" y="0"/>
                </a:lnTo>
                <a:lnTo>
                  <a:pt x="47598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4E313-1E6B-40BD-BDFA-D639735B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74" y="729056"/>
            <a:ext cx="1249261" cy="301328"/>
          </a:xfrm>
          <a:custGeom xmlns:a="http://schemas.openxmlformats.org/drawingml/2006/main">
            <a:pathLst>
              <a:path w="1249261" h="301328">
                <a:moveTo>
                  <a:pt x="0" y="50221"/>
                </a:moveTo>
                <a:cubicBezTo>
                  <a:pt x="0" y="22484"/>
                  <a:pt x="22486" y="0"/>
                  <a:pt x="50221" y="0"/>
                </a:cubicBezTo>
                <a:lnTo>
                  <a:pt x="1199039" y="0"/>
                </a:lnTo>
                <a:cubicBezTo>
                  <a:pt x="1226776" y="0"/>
                  <a:pt x="1249261" y="22484"/>
                  <a:pt x="1249261" y="50221"/>
                </a:cubicBezTo>
                <a:lnTo>
                  <a:pt x="1249261" y="251107"/>
                </a:lnTo>
                <a:cubicBezTo>
                  <a:pt x="1249261" y="278844"/>
                  <a:pt x="1226776" y="301328"/>
                  <a:pt x="1199039" y="301328"/>
                </a:cubicBezTo>
                <a:lnTo>
                  <a:pt x="50221" y="301328"/>
                </a:lnTo>
                <a:cubicBezTo>
                  <a:pt x="22486" y="301328"/>
                  <a:pt x="0" y="278844"/>
                  <a:pt x="0" y="251107"/>
                </a:cubicBezTo>
                <a:lnTo>
                  <a:pt x="0" y="50221"/>
                </a:lnTo>
                <a:close/>
              </a:path>
            </a:pathLst>
          </a:custGeom>
          <a:solidFill xmlns:a="http://schemas.openxmlformats.org/drawingml/2006/main">
            <a:srgbClr val="E3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Categories">
            <a:extLst xmlns:a="http://schemas.openxmlformats.org/drawingml/2006/main">
              <a:ext uri="{FF2B5EF4-FFF2-40B4-BE49-F238E27FC236}">
                <a16:creationId xmlns:a16="http://schemas.microsoft.com/office/drawing/2014/main" id="{2A662971-3EE3-44E2-8D93-FD8261B2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038" y="818055"/>
            <a:ext cx="902955" cy="179306"/>
          </a:xfrm>
          <a:custGeom xmlns:a="http://schemas.openxmlformats.org/drawingml/2006/main">
            <a:pathLst>
              <a:path w="902955" h="179306">
                <a:moveTo>
                  <a:pt x="126142" y="0"/>
                </a:moveTo>
                <a:lnTo>
                  <a:pt x="126142" y="46102"/>
                </a:lnTo>
                <a:lnTo>
                  <a:pt x="122317" y="46102"/>
                </a:lnTo>
                <a:cubicBezTo>
                  <a:pt x="119440" y="34006"/>
                  <a:pt x="114077" y="24738"/>
                  <a:pt x="106230" y="18297"/>
                </a:cubicBezTo>
                <a:cubicBezTo>
                  <a:pt x="98383" y="11853"/>
                  <a:pt x="89490" y="8632"/>
                  <a:pt x="79550" y="8632"/>
                </a:cubicBezTo>
                <a:cubicBezTo>
                  <a:pt x="71245" y="8632"/>
                  <a:pt x="63627" y="11019"/>
                  <a:pt x="56695" y="15792"/>
                </a:cubicBezTo>
                <a:cubicBezTo>
                  <a:pt x="49764" y="20566"/>
                  <a:pt x="44696" y="26811"/>
                  <a:pt x="41492" y="34527"/>
                </a:cubicBezTo>
                <a:cubicBezTo>
                  <a:pt x="37372" y="44402"/>
                  <a:pt x="35312" y="55388"/>
                  <a:pt x="35312" y="67485"/>
                </a:cubicBezTo>
                <a:cubicBezTo>
                  <a:pt x="35312" y="79387"/>
                  <a:pt x="36816" y="90225"/>
                  <a:pt x="39824" y="100002"/>
                </a:cubicBezTo>
                <a:cubicBezTo>
                  <a:pt x="42832" y="109778"/>
                  <a:pt x="47540" y="117167"/>
                  <a:pt x="53949" y="122170"/>
                </a:cubicBezTo>
                <a:cubicBezTo>
                  <a:pt x="60357" y="127172"/>
                  <a:pt x="68662" y="129673"/>
                  <a:pt x="78863" y="129673"/>
                </a:cubicBezTo>
                <a:cubicBezTo>
                  <a:pt x="87234" y="129673"/>
                  <a:pt x="94901" y="127843"/>
                  <a:pt x="101865" y="124181"/>
                </a:cubicBezTo>
                <a:cubicBezTo>
                  <a:pt x="108830" y="120519"/>
                  <a:pt x="116170" y="114208"/>
                  <a:pt x="123886" y="105249"/>
                </a:cubicBezTo>
                <a:lnTo>
                  <a:pt x="123886" y="116726"/>
                </a:lnTo>
                <a:cubicBezTo>
                  <a:pt x="116431" y="124507"/>
                  <a:pt x="108666" y="130148"/>
                  <a:pt x="100590" y="133646"/>
                </a:cubicBezTo>
                <a:cubicBezTo>
                  <a:pt x="92514" y="137145"/>
                  <a:pt x="83081" y="138894"/>
                  <a:pt x="72292" y="138894"/>
                </a:cubicBezTo>
                <a:cubicBezTo>
                  <a:pt x="58101" y="138894"/>
                  <a:pt x="45497" y="136053"/>
                  <a:pt x="34478" y="130372"/>
                </a:cubicBezTo>
                <a:cubicBezTo>
                  <a:pt x="23460" y="124691"/>
                  <a:pt x="14959" y="116530"/>
                  <a:pt x="8975" y="105887"/>
                </a:cubicBezTo>
                <a:cubicBezTo>
                  <a:pt x="2992" y="95242"/>
                  <a:pt x="0" y="83912"/>
                  <a:pt x="0" y="71896"/>
                </a:cubicBezTo>
                <a:cubicBezTo>
                  <a:pt x="0" y="59228"/>
                  <a:pt x="3319" y="47213"/>
                  <a:pt x="9956" y="35851"/>
                </a:cubicBezTo>
                <a:cubicBezTo>
                  <a:pt x="16593" y="24487"/>
                  <a:pt x="25552" y="15672"/>
                  <a:pt x="36832" y="9404"/>
                </a:cubicBezTo>
                <a:cubicBezTo>
                  <a:pt x="48113" y="3135"/>
                  <a:pt x="60096" y="0"/>
                  <a:pt x="72782" y="0"/>
                </a:cubicBezTo>
                <a:cubicBezTo>
                  <a:pt x="82133" y="0"/>
                  <a:pt x="92007" y="2027"/>
                  <a:pt x="102405" y="6082"/>
                </a:cubicBezTo>
                <a:cubicBezTo>
                  <a:pt x="108421" y="8436"/>
                  <a:pt x="112246" y="9613"/>
                  <a:pt x="113881" y="9613"/>
                </a:cubicBezTo>
                <a:cubicBezTo>
                  <a:pt x="115974" y="9613"/>
                  <a:pt x="117788" y="8844"/>
                  <a:pt x="119325" y="7308"/>
                </a:cubicBezTo>
                <a:cubicBezTo>
                  <a:pt x="120862" y="5771"/>
                  <a:pt x="121859" y="3335"/>
                  <a:pt x="122317" y="0"/>
                </a:cubicBezTo>
                <a:lnTo>
                  <a:pt x="126142" y="0"/>
                </a:lnTo>
                <a:close/>
                <a:moveTo>
                  <a:pt x="195099" y="122415"/>
                </a:moveTo>
                <a:cubicBezTo>
                  <a:pt x="183917" y="132355"/>
                  <a:pt x="173879" y="137324"/>
                  <a:pt x="164986" y="137324"/>
                </a:cubicBezTo>
                <a:cubicBezTo>
                  <a:pt x="159754" y="137324"/>
                  <a:pt x="155406" y="135603"/>
                  <a:pt x="151940" y="132159"/>
                </a:cubicBezTo>
                <a:cubicBezTo>
                  <a:pt x="148474" y="128714"/>
                  <a:pt x="146741" y="124400"/>
                  <a:pt x="146741" y="119218"/>
                </a:cubicBezTo>
                <a:cubicBezTo>
                  <a:pt x="146741" y="112196"/>
                  <a:pt x="149749" y="105881"/>
                  <a:pt x="155765" y="100271"/>
                </a:cubicBezTo>
                <a:cubicBezTo>
                  <a:pt x="161782" y="94662"/>
                  <a:pt x="174893" y="87199"/>
                  <a:pt x="195099" y="77883"/>
                </a:cubicBezTo>
                <a:lnTo>
                  <a:pt x="195099" y="68662"/>
                </a:lnTo>
                <a:cubicBezTo>
                  <a:pt x="195099" y="61731"/>
                  <a:pt x="194723" y="57366"/>
                  <a:pt x="193971" y="55567"/>
                </a:cubicBezTo>
                <a:cubicBezTo>
                  <a:pt x="193219" y="53769"/>
                  <a:pt x="191797" y="52200"/>
                  <a:pt x="189704" y="50859"/>
                </a:cubicBezTo>
                <a:cubicBezTo>
                  <a:pt x="187612" y="49519"/>
                  <a:pt x="185258" y="48848"/>
                  <a:pt x="182642" y="48848"/>
                </a:cubicBezTo>
                <a:cubicBezTo>
                  <a:pt x="178391" y="48848"/>
                  <a:pt x="174893" y="49796"/>
                  <a:pt x="172146" y="51693"/>
                </a:cubicBezTo>
                <a:cubicBezTo>
                  <a:pt x="170446" y="52870"/>
                  <a:pt x="169596" y="54243"/>
                  <a:pt x="169596" y="55813"/>
                </a:cubicBezTo>
                <a:cubicBezTo>
                  <a:pt x="169596" y="57186"/>
                  <a:pt x="170511" y="58886"/>
                  <a:pt x="172342" y="60913"/>
                </a:cubicBezTo>
                <a:cubicBezTo>
                  <a:pt x="174827" y="63725"/>
                  <a:pt x="176070" y="66439"/>
                  <a:pt x="176070" y="69055"/>
                </a:cubicBezTo>
                <a:cubicBezTo>
                  <a:pt x="176070" y="72259"/>
                  <a:pt x="174876" y="74989"/>
                  <a:pt x="172490" y="77245"/>
                </a:cubicBezTo>
                <a:cubicBezTo>
                  <a:pt x="170103" y="79501"/>
                  <a:pt x="166980" y="80629"/>
                  <a:pt x="163122" y="80629"/>
                </a:cubicBezTo>
                <a:cubicBezTo>
                  <a:pt x="159002" y="80629"/>
                  <a:pt x="155553" y="79387"/>
                  <a:pt x="152774" y="76902"/>
                </a:cubicBezTo>
                <a:cubicBezTo>
                  <a:pt x="149995" y="74417"/>
                  <a:pt x="148605" y="71507"/>
                  <a:pt x="148605" y="68172"/>
                </a:cubicBezTo>
                <a:cubicBezTo>
                  <a:pt x="148605" y="63464"/>
                  <a:pt x="150469" y="58968"/>
                  <a:pt x="154196" y="54685"/>
                </a:cubicBezTo>
                <a:cubicBezTo>
                  <a:pt x="157923" y="50401"/>
                  <a:pt x="163122" y="47115"/>
                  <a:pt x="169792" y="44827"/>
                </a:cubicBezTo>
                <a:cubicBezTo>
                  <a:pt x="176462" y="42538"/>
                  <a:pt x="183394" y="41394"/>
                  <a:pt x="190587" y="41394"/>
                </a:cubicBezTo>
                <a:cubicBezTo>
                  <a:pt x="199284" y="41394"/>
                  <a:pt x="206167" y="43246"/>
                  <a:pt x="211235" y="46951"/>
                </a:cubicBezTo>
                <a:cubicBezTo>
                  <a:pt x="216303" y="50654"/>
                  <a:pt x="219589" y="54668"/>
                  <a:pt x="221093" y="58994"/>
                </a:cubicBezTo>
                <a:cubicBezTo>
                  <a:pt x="222008" y="61747"/>
                  <a:pt x="222466" y="68072"/>
                  <a:pt x="222466" y="77968"/>
                </a:cubicBezTo>
                <a:lnTo>
                  <a:pt x="222466" y="113657"/>
                </a:lnTo>
                <a:cubicBezTo>
                  <a:pt x="222466" y="117853"/>
                  <a:pt x="222629" y="120492"/>
                  <a:pt x="222956" y="121575"/>
                </a:cubicBezTo>
                <a:cubicBezTo>
                  <a:pt x="223283" y="122656"/>
                  <a:pt x="223774" y="123459"/>
                  <a:pt x="224428" y="123984"/>
                </a:cubicBezTo>
                <a:cubicBezTo>
                  <a:pt x="225082" y="124507"/>
                  <a:pt x="225834" y="124769"/>
                  <a:pt x="226684" y="124769"/>
                </a:cubicBezTo>
                <a:cubicBezTo>
                  <a:pt x="228384" y="124769"/>
                  <a:pt x="230117" y="123559"/>
                  <a:pt x="231882" y="121140"/>
                </a:cubicBezTo>
                <a:lnTo>
                  <a:pt x="234825" y="123494"/>
                </a:lnTo>
                <a:cubicBezTo>
                  <a:pt x="231555" y="128333"/>
                  <a:pt x="228171" y="131848"/>
                  <a:pt x="224673" y="134038"/>
                </a:cubicBezTo>
                <a:cubicBezTo>
                  <a:pt x="221174" y="136229"/>
                  <a:pt x="217202" y="137324"/>
                  <a:pt x="212755" y="137324"/>
                </a:cubicBezTo>
                <a:cubicBezTo>
                  <a:pt x="207524" y="137324"/>
                  <a:pt x="203437" y="136090"/>
                  <a:pt x="200494" y="133622"/>
                </a:cubicBezTo>
                <a:cubicBezTo>
                  <a:pt x="197551" y="131153"/>
                  <a:pt x="195753" y="127417"/>
                  <a:pt x="195099" y="122415"/>
                </a:cubicBezTo>
                <a:moveTo>
                  <a:pt x="195099" y="115156"/>
                </a:moveTo>
                <a:lnTo>
                  <a:pt x="195099" y="84473"/>
                </a:lnTo>
                <a:cubicBezTo>
                  <a:pt x="187187" y="89138"/>
                  <a:pt x="181301" y="94133"/>
                  <a:pt x="177443" y="99456"/>
                </a:cubicBezTo>
                <a:cubicBezTo>
                  <a:pt x="174893" y="103004"/>
                  <a:pt x="173618" y="106585"/>
                  <a:pt x="173618" y="110200"/>
                </a:cubicBezTo>
                <a:cubicBezTo>
                  <a:pt x="173618" y="113222"/>
                  <a:pt x="174697" y="115884"/>
                  <a:pt x="176855" y="118185"/>
                </a:cubicBezTo>
                <a:cubicBezTo>
                  <a:pt x="178489" y="119959"/>
                  <a:pt x="180778" y="120845"/>
                  <a:pt x="183721" y="120845"/>
                </a:cubicBezTo>
                <a:cubicBezTo>
                  <a:pt x="186990" y="120845"/>
                  <a:pt x="190783" y="118949"/>
                  <a:pt x="195099" y="115156"/>
                </a:cubicBezTo>
                <a:close/>
                <a:moveTo>
                  <a:pt x="281540" y="10397"/>
                </a:moveTo>
                <a:lnTo>
                  <a:pt x="281540" y="44140"/>
                </a:lnTo>
                <a:lnTo>
                  <a:pt x="303316" y="44140"/>
                </a:lnTo>
                <a:lnTo>
                  <a:pt x="303316" y="53753"/>
                </a:lnTo>
                <a:lnTo>
                  <a:pt x="281540" y="53753"/>
                </a:lnTo>
                <a:lnTo>
                  <a:pt x="281540" y="110503"/>
                </a:lnTo>
                <a:cubicBezTo>
                  <a:pt x="281540" y="115814"/>
                  <a:pt x="281785" y="119240"/>
                  <a:pt x="282276" y="120781"/>
                </a:cubicBezTo>
                <a:cubicBezTo>
                  <a:pt x="282766" y="122322"/>
                  <a:pt x="283633" y="123568"/>
                  <a:pt x="284875" y="124521"/>
                </a:cubicBezTo>
                <a:cubicBezTo>
                  <a:pt x="286118" y="125471"/>
                  <a:pt x="287262" y="125946"/>
                  <a:pt x="288308" y="125946"/>
                </a:cubicBezTo>
                <a:cubicBezTo>
                  <a:pt x="292559" y="125946"/>
                  <a:pt x="296581" y="122676"/>
                  <a:pt x="300373" y="116137"/>
                </a:cubicBezTo>
                <a:lnTo>
                  <a:pt x="303316" y="118317"/>
                </a:lnTo>
                <a:cubicBezTo>
                  <a:pt x="298019" y="130988"/>
                  <a:pt x="289420" y="137324"/>
                  <a:pt x="277519" y="137324"/>
                </a:cubicBezTo>
                <a:cubicBezTo>
                  <a:pt x="271699" y="137324"/>
                  <a:pt x="266778" y="135701"/>
                  <a:pt x="262756" y="132454"/>
                </a:cubicBezTo>
                <a:cubicBezTo>
                  <a:pt x="258735" y="129205"/>
                  <a:pt x="256168" y="125578"/>
                  <a:pt x="255056" y="121575"/>
                </a:cubicBezTo>
                <a:cubicBezTo>
                  <a:pt x="254402" y="119344"/>
                  <a:pt x="254075" y="113306"/>
                  <a:pt x="254075" y="103462"/>
                </a:cubicBezTo>
                <a:lnTo>
                  <a:pt x="254075" y="53753"/>
                </a:lnTo>
                <a:lnTo>
                  <a:pt x="242108" y="53753"/>
                </a:lnTo>
                <a:lnTo>
                  <a:pt x="242108" y="50310"/>
                </a:lnTo>
                <a:cubicBezTo>
                  <a:pt x="250348" y="44478"/>
                  <a:pt x="257361" y="38351"/>
                  <a:pt x="263149" y="31928"/>
                </a:cubicBezTo>
                <a:cubicBezTo>
                  <a:pt x="268936" y="25505"/>
                  <a:pt x="273987" y="18328"/>
                  <a:pt x="278303" y="10397"/>
                </a:cubicBezTo>
                <a:lnTo>
                  <a:pt x="281540" y="10397"/>
                </a:lnTo>
                <a:close/>
                <a:moveTo>
                  <a:pt x="389349" y="86711"/>
                </a:moveTo>
                <a:lnTo>
                  <a:pt x="339029" y="86711"/>
                </a:lnTo>
                <a:cubicBezTo>
                  <a:pt x="339618" y="98906"/>
                  <a:pt x="342855" y="108545"/>
                  <a:pt x="348740" y="115625"/>
                </a:cubicBezTo>
                <a:cubicBezTo>
                  <a:pt x="353252" y="121067"/>
                  <a:pt x="358680" y="123788"/>
                  <a:pt x="365023" y="123788"/>
                </a:cubicBezTo>
                <a:cubicBezTo>
                  <a:pt x="368947" y="123788"/>
                  <a:pt x="372510" y="122693"/>
                  <a:pt x="375715" y="120502"/>
                </a:cubicBezTo>
                <a:cubicBezTo>
                  <a:pt x="378919" y="118312"/>
                  <a:pt x="382352" y="114372"/>
                  <a:pt x="386014" y="108682"/>
                </a:cubicBezTo>
                <a:lnTo>
                  <a:pt x="389349" y="110840"/>
                </a:lnTo>
                <a:cubicBezTo>
                  <a:pt x="384379" y="120976"/>
                  <a:pt x="378886" y="128153"/>
                  <a:pt x="372870" y="132371"/>
                </a:cubicBezTo>
                <a:cubicBezTo>
                  <a:pt x="366854" y="136589"/>
                  <a:pt x="359890" y="138698"/>
                  <a:pt x="351977" y="138698"/>
                </a:cubicBezTo>
                <a:cubicBezTo>
                  <a:pt x="338376" y="138698"/>
                  <a:pt x="328076" y="133461"/>
                  <a:pt x="321079" y="122988"/>
                </a:cubicBezTo>
                <a:cubicBezTo>
                  <a:pt x="315455" y="114544"/>
                  <a:pt x="312644" y="104071"/>
                  <a:pt x="312644" y="91569"/>
                </a:cubicBezTo>
                <a:cubicBezTo>
                  <a:pt x="312644" y="76251"/>
                  <a:pt x="316780" y="64059"/>
                  <a:pt x="325052" y="54994"/>
                </a:cubicBezTo>
                <a:cubicBezTo>
                  <a:pt x="333324" y="45927"/>
                  <a:pt x="343018" y="41394"/>
                  <a:pt x="354135" y="41394"/>
                </a:cubicBezTo>
                <a:cubicBezTo>
                  <a:pt x="363421" y="41394"/>
                  <a:pt x="371481" y="45203"/>
                  <a:pt x="378314" y="52821"/>
                </a:cubicBezTo>
                <a:cubicBezTo>
                  <a:pt x="385148" y="60439"/>
                  <a:pt x="388826" y="71736"/>
                  <a:pt x="389349" y="86711"/>
                </a:cubicBezTo>
                <a:moveTo>
                  <a:pt x="365219" y="80237"/>
                </a:moveTo>
                <a:cubicBezTo>
                  <a:pt x="365219" y="69708"/>
                  <a:pt x="364647" y="62483"/>
                  <a:pt x="363503" y="58559"/>
                </a:cubicBezTo>
                <a:cubicBezTo>
                  <a:pt x="362358" y="54635"/>
                  <a:pt x="360576" y="51660"/>
                  <a:pt x="358157" y="49633"/>
                </a:cubicBezTo>
                <a:cubicBezTo>
                  <a:pt x="356784" y="48456"/>
                  <a:pt x="354953" y="47867"/>
                  <a:pt x="352664" y="47867"/>
                </a:cubicBezTo>
                <a:cubicBezTo>
                  <a:pt x="349263" y="47867"/>
                  <a:pt x="346484" y="49535"/>
                  <a:pt x="344326" y="52870"/>
                </a:cubicBezTo>
                <a:cubicBezTo>
                  <a:pt x="340468" y="58690"/>
                  <a:pt x="338539" y="66668"/>
                  <a:pt x="338539" y="76804"/>
                </a:cubicBezTo>
                <a:lnTo>
                  <a:pt x="338539" y="80237"/>
                </a:lnTo>
                <a:lnTo>
                  <a:pt x="365219" y="80237"/>
                </a:lnTo>
                <a:close/>
                <a:moveTo>
                  <a:pt x="460533" y="45317"/>
                </a:moveTo>
                <a:lnTo>
                  <a:pt x="491431" y="45317"/>
                </a:lnTo>
                <a:lnTo>
                  <a:pt x="491431" y="56107"/>
                </a:lnTo>
                <a:lnTo>
                  <a:pt x="473873" y="56107"/>
                </a:lnTo>
                <a:cubicBezTo>
                  <a:pt x="477077" y="59311"/>
                  <a:pt x="479301" y="62221"/>
                  <a:pt x="480543" y="64837"/>
                </a:cubicBezTo>
                <a:cubicBezTo>
                  <a:pt x="482113" y="68368"/>
                  <a:pt x="482897" y="72063"/>
                  <a:pt x="482897" y="75921"/>
                </a:cubicBezTo>
                <a:cubicBezTo>
                  <a:pt x="482897" y="82460"/>
                  <a:pt x="481083" y="88133"/>
                  <a:pt x="477453" y="92939"/>
                </a:cubicBezTo>
                <a:cubicBezTo>
                  <a:pt x="473824" y="97746"/>
                  <a:pt x="468887" y="101506"/>
                  <a:pt x="462642" y="104219"/>
                </a:cubicBezTo>
                <a:cubicBezTo>
                  <a:pt x="456397" y="106933"/>
                  <a:pt x="450855" y="108290"/>
                  <a:pt x="446016" y="108290"/>
                </a:cubicBezTo>
                <a:cubicBezTo>
                  <a:pt x="445623" y="108290"/>
                  <a:pt x="441700" y="108127"/>
                  <a:pt x="434245" y="107800"/>
                </a:cubicBezTo>
                <a:cubicBezTo>
                  <a:pt x="431302" y="107800"/>
                  <a:pt x="428834" y="108759"/>
                  <a:pt x="426839" y="110678"/>
                </a:cubicBezTo>
                <a:cubicBezTo>
                  <a:pt x="424845" y="112597"/>
                  <a:pt x="423848" y="114889"/>
                  <a:pt x="423848" y="117553"/>
                </a:cubicBezTo>
                <a:cubicBezTo>
                  <a:pt x="423848" y="119895"/>
                  <a:pt x="424747" y="121814"/>
                  <a:pt x="426545" y="123310"/>
                </a:cubicBezTo>
                <a:cubicBezTo>
                  <a:pt x="428343" y="124806"/>
                  <a:pt x="431270" y="125554"/>
                  <a:pt x="435324" y="125554"/>
                </a:cubicBezTo>
                <a:lnTo>
                  <a:pt x="452294" y="125358"/>
                </a:lnTo>
                <a:cubicBezTo>
                  <a:pt x="466026" y="125358"/>
                  <a:pt x="475475" y="126865"/>
                  <a:pt x="480641" y="129879"/>
                </a:cubicBezTo>
                <a:cubicBezTo>
                  <a:pt x="488031" y="134070"/>
                  <a:pt x="491725" y="140523"/>
                  <a:pt x="491725" y="149236"/>
                </a:cubicBezTo>
                <a:cubicBezTo>
                  <a:pt x="491725" y="154805"/>
                  <a:pt x="490025" y="159865"/>
                  <a:pt x="486625" y="164418"/>
                </a:cubicBezTo>
                <a:cubicBezTo>
                  <a:pt x="483224" y="168971"/>
                  <a:pt x="478745" y="172329"/>
                  <a:pt x="473186" y="174491"/>
                </a:cubicBezTo>
                <a:cubicBezTo>
                  <a:pt x="464751" y="177701"/>
                  <a:pt x="455040" y="179306"/>
                  <a:pt x="444054" y="179306"/>
                </a:cubicBezTo>
                <a:cubicBezTo>
                  <a:pt x="435815" y="179306"/>
                  <a:pt x="428294" y="178505"/>
                  <a:pt x="421494" y="176903"/>
                </a:cubicBezTo>
                <a:cubicBezTo>
                  <a:pt x="414693" y="175301"/>
                  <a:pt x="409821" y="173077"/>
                  <a:pt x="406878" y="170230"/>
                </a:cubicBezTo>
                <a:cubicBezTo>
                  <a:pt x="403936" y="167386"/>
                  <a:pt x="402464" y="164393"/>
                  <a:pt x="402464" y="161252"/>
                </a:cubicBezTo>
                <a:cubicBezTo>
                  <a:pt x="402464" y="158244"/>
                  <a:pt x="403592" y="155545"/>
                  <a:pt x="405848" y="153157"/>
                </a:cubicBezTo>
                <a:cubicBezTo>
                  <a:pt x="408104" y="150770"/>
                  <a:pt x="412306" y="148759"/>
                  <a:pt x="418453" y="147124"/>
                </a:cubicBezTo>
                <a:cubicBezTo>
                  <a:pt x="409952" y="142939"/>
                  <a:pt x="405701" y="137120"/>
                  <a:pt x="405701" y="129667"/>
                </a:cubicBezTo>
                <a:cubicBezTo>
                  <a:pt x="405701" y="125155"/>
                  <a:pt x="407434" y="120775"/>
                  <a:pt x="410900" y="116527"/>
                </a:cubicBezTo>
                <a:cubicBezTo>
                  <a:pt x="414366" y="112276"/>
                  <a:pt x="419859" y="108581"/>
                  <a:pt x="427379" y="105442"/>
                </a:cubicBezTo>
                <a:cubicBezTo>
                  <a:pt x="418616" y="102234"/>
                  <a:pt x="412273" y="98010"/>
                  <a:pt x="408350" y="92771"/>
                </a:cubicBezTo>
                <a:cubicBezTo>
                  <a:pt x="404426" y="87531"/>
                  <a:pt x="402464" y="81473"/>
                  <a:pt x="402464" y="74597"/>
                </a:cubicBezTo>
                <a:cubicBezTo>
                  <a:pt x="402464" y="65626"/>
                  <a:pt x="406126" y="57849"/>
                  <a:pt x="413450" y="51267"/>
                </a:cubicBezTo>
                <a:cubicBezTo>
                  <a:pt x="420774" y="44685"/>
                  <a:pt x="430191" y="41394"/>
                  <a:pt x="441700" y="41394"/>
                </a:cubicBezTo>
                <a:cubicBezTo>
                  <a:pt x="447781" y="41394"/>
                  <a:pt x="454059" y="42701"/>
                  <a:pt x="460533" y="45317"/>
                </a:cubicBezTo>
                <a:moveTo>
                  <a:pt x="443564" y="47671"/>
                </a:moveTo>
                <a:cubicBezTo>
                  <a:pt x="439771" y="47671"/>
                  <a:pt x="436567" y="49581"/>
                  <a:pt x="433951" y="53400"/>
                </a:cubicBezTo>
                <a:cubicBezTo>
                  <a:pt x="431335" y="57217"/>
                  <a:pt x="430027" y="65132"/>
                  <a:pt x="430027" y="77144"/>
                </a:cubicBezTo>
                <a:cubicBezTo>
                  <a:pt x="430027" y="86869"/>
                  <a:pt x="431319" y="93543"/>
                  <a:pt x="433902" y="97166"/>
                </a:cubicBezTo>
                <a:cubicBezTo>
                  <a:pt x="436485" y="100789"/>
                  <a:pt x="439542" y="102601"/>
                  <a:pt x="443073" y="102601"/>
                </a:cubicBezTo>
                <a:cubicBezTo>
                  <a:pt x="446997" y="102601"/>
                  <a:pt x="450266" y="100806"/>
                  <a:pt x="452882" y="97215"/>
                </a:cubicBezTo>
                <a:cubicBezTo>
                  <a:pt x="455498" y="93625"/>
                  <a:pt x="456806" y="86640"/>
                  <a:pt x="456806" y="76261"/>
                </a:cubicBezTo>
                <a:cubicBezTo>
                  <a:pt x="456806" y="64578"/>
                  <a:pt x="455334" y="56615"/>
                  <a:pt x="452392" y="52370"/>
                </a:cubicBezTo>
                <a:cubicBezTo>
                  <a:pt x="450299" y="49238"/>
                  <a:pt x="447356" y="47671"/>
                  <a:pt x="443564" y="47671"/>
                </a:cubicBezTo>
                <a:moveTo>
                  <a:pt x="437776" y="149487"/>
                </a:moveTo>
                <a:cubicBezTo>
                  <a:pt x="431106" y="149487"/>
                  <a:pt x="426692" y="150041"/>
                  <a:pt x="424534" y="151149"/>
                </a:cubicBezTo>
                <a:cubicBezTo>
                  <a:pt x="420807" y="153166"/>
                  <a:pt x="418943" y="155900"/>
                  <a:pt x="418943" y="159352"/>
                </a:cubicBezTo>
                <a:cubicBezTo>
                  <a:pt x="418943" y="162672"/>
                  <a:pt x="420872" y="165683"/>
                  <a:pt x="424731" y="168385"/>
                </a:cubicBezTo>
                <a:cubicBezTo>
                  <a:pt x="428589" y="171088"/>
                  <a:pt x="435847" y="172440"/>
                  <a:pt x="446506" y="172440"/>
                </a:cubicBezTo>
                <a:cubicBezTo>
                  <a:pt x="455596" y="172440"/>
                  <a:pt x="462740" y="171236"/>
                  <a:pt x="467939" y="168826"/>
                </a:cubicBezTo>
                <a:cubicBezTo>
                  <a:pt x="473137" y="166417"/>
                  <a:pt x="475737" y="163031"/>
                  <a:pt x="475737" y="158668"/>
                </a:cubicBezTo>
                <a:cubicBezTo>
                  <a:pt x="475737" y="157041"/>
                  <a:pt x="475246" y="155674"/>
                  <a:pt x="474265" y="154567"/>
                </a:cubicBezTo>
                <a:cubicBezTo>
                  <a:pt x="472500" y="152613"/>
                  <a:pt x="469835" y="151278"/>
                  <a:pt x="466271" y="150560"/>
                </a:cubicBezTo>
                <a:cubicBezTo>
                  <a:pt x="462707" y="149845"/>
                  <a:pt x="453209" y="149487"/>
                  <a:pt x="437776" y="149487"/>
                </a:cubicBezTo>
                <a:close/>
                <a:moveTo>
                  <a:pt x="545601" y="41394"/>
                </a:moveTo>
                <a:cubicBezTo>
                  <a:pt x="553579" y="41394"/>
                  <a:pt x="561001" y="43455"/>
                  <a:pt x="567867" y="47579"/>
                </a:cubicBezTo>
                <a:cubicBezTo>
                  <a:pt x="574733" y="51703"/>
                  <a:pt x="579948" y="57562"/>
                  <a:pt x="583512" y="65156"/>
                </a:cubicBezTo>
                <a:cubicBezTo>
                  <a:pt x="587076" y="72749"/>
                  <a:pt x="588858" y="81062"/>
                  <a:pt x="588858" y="90095"/>
                </a:cubicBezTo>
                <a:cubicBezTo>
                  <a:pt x="588858" y="103120"/>
                  <a:pt x="585556" y="114019"/>
                  <a:pt x="578951" y="122792"/>
                </a:cubicBezTo>
                <a:cubicBezTo>
                  <a:pt x="570973" y="133396"/>
                  <a:pt x="559955" y="138698"/>
                  <a:pt x="545895" y="138698"/>
                </a:cubicBezTo>
                <a:cubicBezTo>
                  <a:pt x="532097" y="138698"/>
                  <a:pt x="521471" y="133854"/>
                  <a:pt x="514016" y="124165"/>
                </a:cubicBezTo>
                <a:cubicBezTo>
                  <a:pt x="506561" y="114477"/>
                  <a:pt x="502834" y="103251"/>
                  <a:pt x="502834" y="90487"/>
                </a:cubicBezTo>
                <a:cubicBezTo>
                  <a:pt x="502834" y="77331"/>
                  <a:pt x="506643" y="65860"/>
                  <a:pt x="514261" y="56073"/>
                </a:cubicBezTo>
                <a:cubicBezTo>
                  <a:pt x="521880" y="46287"/>
                  <a:pt x="532326" y="41394"/>
                  <a:pt x="545601" y="41394"/>
                </a:cubicBezTo>
                <a:moveTo>
                  <a:pt x="545993" y="48260"/>
                </a:moveTo>
                <a:cubicBezTo>
                  <a:pt x="542658" y="48260"/>
                  <a:pt x="539797" y="49521"/>
                  <a:pt x="537410" y="52042"/>
                </a:cubicBezTo>
                <a:cubicBezTo>
                  <a:pt x="535024" y="54562"/>
                  <a:pt x="533454" y="59537"/>
                  <a:pt x="532702" y="66967"/>
                </a:cubicBezTo>
                <a:cubicBezTo>
                  <a:pt x="531950" y="74397"/>
                  <a:pt x="531574" y="84725"/>
                  <a:pt x="531574" y="97951"/>
                </a:cubicBezTo>
                <a:cubicBezTo>
                  <a:pt x="531574" y="104956"/>
                  <a:pt x="532032" y="111504"/>
                  <a:pt x="532947" y="117593"/>
                </a:cubicBezTo>
                <a:cubicBezTo>
                  <a:pt x="533667" y="122240"/>
                  <a:pt x="535203" y="125775"/>
                  <a:pt x="537558" y="128199"/>
                </a:cubicBezTo>
                <a:cubicBezTo>
                  <a:pt x="539912" y="130621"/>
                  <a:pt x="542593" y="131831"/>
                  <a:pt x="545601" y="131831"/>
                </a:cubicBezTo>
                <a:cubicBezTo>
                  <a:pt x="548544" y="131831"/>
                  <a:pt x="550996" y="131013"/>
                  <a:pt x="552958" y="129376"/>
                </a:cubicBezTo>
                <a:cubicBezTo>
                  <a:pt x="555508" y="127151"/>
                  <a:pt x="557208" y="124041"/>
                  <a:pt x="558058" y="120045"/>
                </a:cubicBezTo>
                <a:cubicBezTo>
                  <a:pt x="559366" y="113827"/>
                  <a:pt x="560020" y="101257"/>
                  <a:pt x="560020" y="82336"/>
                </a:cubicBezTo>
                <a:cubicBezTo>
                  <a:pt x="560020" y="71207"/>
                  <a:pt x="559399" y="63565"/>
                  <a:pt x="558156" y="59408"/>
                </a:cubicBezTo>
                <a:cubicBezTo>
                  <a:pt x="556914" y="55250"/>
                  <a:pt x="555083" y="52221"/>
                  <a:pt x="552663" y="50323"/>
                </a:cubicBezTo>
                <a:cubicBezTo>
                  <a:pt x="550963" y="48947"/>
                  <a:pt x="548740" y="48260"/>
                  <a:pt x="545993" y="48260"/>
                </a:cubicBezTo>
                <a:close/>
                <a:moveTo>
                  <a:pt x="641066" y="44140"/>
                </a:moveTo>
                <a:lnTo>
                  <a:pt x="641066" y="64935"/>
                </a:lnTo>
                <a:cubicBezTo>
                  <a:pt x="647148" y="55453"/>
                  <a:pt x="652477" y="49159"/>
                  <a:pt x="657055" y="46053"/>
                </a:cubicBezTo>
                <a:cubicBezTo>
                  <a:pt x="661632" y="42947"/>
                  <a:pt x="666046" y="41394"/>
                  <a:pt x="670297" y="41394"/>
                </a:cubicBezTo>
                <a:cubicBezTo>
                  <a:pt x="673959" y="41394"/>
                  <a:pt x="676885" y="42526"/>
                  <a:pt x="679076" y="44790"/>
                </a:cubicBezTo>
                <a:cubicBezTo>
                  <a:pt x="681266" y="47054"/>
                  <a:pt x="682362" y="50253"/>
                  <a:pt x="682362" y="54387"/>
                </a:cubicBezTo>
                <a:cubicBezTo>
                  <a:pt x="682362" y="58785"/>
                  <a:pt x="681299" y="62199"/>
                  <a:pt x="679174" y="64628"/>
                </a:cubicBezTo>
                <a:cubicBezTo>
                  <a:pt x="677048" y="67056"/>
                  <a:pt x="674482" y="68270"/>
                  <a:pt x="671474" y="68270"/>
                </a:cubicBezTo>
                <a:cubicBezTo>
                  <a:pt x="668008" y="68270"/>
                  <a:pt x="665000" y="67158"/>
                  <a:pt x="662450" y="64935"/>
                </a:cubicBezTo>
                <a:cubicBezTo>
                  <a:pt x="659899" y="62711"/>
                  <a:pt x="658395" y="61469"/>
                  <a:pt x="657937" y="61207"/>
                </a:cubicBezTo>
                <a:cubicBezTo>
                  <a:pt x="657283" y="60815"/>
                  <a:pt x="656531" y="60619"/>
                  <a:pt x="655681" y="60619"/>
                </a:cubicBezTo>
                <a:cubicBezTo>
                  <a:pt x="653785" y="60619"/>
                  <a:pt x="651987" y="61338"/>
                  <a:pt x="650286" y="62777"/>
                </a:cubicBezTo>
                <a:cubicBezTo>
                  <a:pt x="647605" y="65000"/>
                  <a:pt x="645578" y="68172"/>
                  <a:pt x="644205" y="72291"/>
                </a:cubicBezTo>
                <a:cubicBezTo>
                  <a:pt x="642112" y="78635"/>
                  <a:pt x="641066" y="85632"/>
                  <a:pt x="641066" y="93283"/>
                </a:cubicBezTo>
                <a:lnTo>
                  <a:pt x="641066" y="114372"/>
                </a:lnTo>
                <a:lnTo>
                  <a:pt x="641164" y="119865"/>
                </a:lnTo>
                <a:cubicBezTo>
                  <a:pt x="641164" y="123592"/>
                  <a:pt x="641393" y="125979"/>
                  <a:pt x="641851" y="127025"/>
                </a:cubicBezTo>
                <a:cubicBezTo>
                  <a:pt x="642636" y="128791"/>
                  <a:pt x="643796" y="130082"/>
                  <a:pt x="645333" y="130900"/>
                </a:cubicBezTo>
                <a:cubicBezTo>
                  <a:pt x="646870" y="131717"/>
                  <a:pt x="649469" y="132224"/>
                  <a:pt x="653131" y="132420"/>
                </a:cubicBezTo>
                <a:lnTo>
                  <a:pt x="653131" y="135951"/>
                </a:lnTo>
                <a:lnTo>
                  <a:pt x="603596" y="135951"/>
                </a:lnTo>
                <a:lnTo>
                  <a:pt x="603596" y="132420"/>
                </a:lnTo>
                <a:cubicBezTo>
                  <a:pt x="607585" y="132093"/>
                  <a:pt x="610283" y="130998"/>
                  <a:pt x="611689" y="129134"/>
                </a:cubicBezTo>
                <a:cubicBezTo>
                  <a:pt x="613094" y="127270"/>
                  <a:pt x="613797" y="122350"/>
                  <a:pt x="613797" y="114372"/>
                </a:cubicBezTo>
                <a:lnTo>
                  <a:pt x="613797" y="63562"/>
                </a:lnTo>
                <a:cubicBezTo>
                  <a:pt x="613797" y="58297"/>
                  <a:pt x="613536" y="54942"/>
                  <a:pt x="613013" y="53495"/>
                </a:cubicBezTo>
                <a:cubicBezTo>
                  <a:pt x="612359" y="51652"/>
                  <a:pt x="611411" y="50303"/>
                  <a:pt x="610168" y="49449"/>
                </a:cubicBezTo>
                <a:cubicBezTo>
                  <a:pt x="608926" y="48593"/>
                  <a:pt x="606735" y="48000"/>
                  <a:pt x="603596" y="47671"/>
                </a:cubicBezTo>
                <a:lnTo>
                  <a:pt x="603596" y="44140"/>
                </a:lnTo>
                <a:lnTo>
                  <a:pt x="641066" y="44140"/>
                </a:lnTo>
                <a:close/>
                <a:moveTo>
                  <a:pt x="715095" y="0"/>
                </a:moveTo>
                <a:cubicBezTo>
                  <a:pt x="719345" y="0"/>
                  <a:pt x="722942" y="1493"/>
                  <a:pt x="725884" y="4478"/>
                </a:cubicBezTo>
                <a:cubicBezTo>
                  <a:pt x="728827" y="7462"/>
                  <a:pt x="730298" y="11053"/>
                  <a:pt x="730298" y="15253"/>
                </a:cubicBezTo>
                <a:cubicBezTo>
                  <a:pt x="730298" y="19452"/>
                  <a:pt x="728811" y="23028"/>
                  <a:pt x="725835" y="25981"/>
                </a:cubicBezTo>
                <a:cubicBezTo>
                  <a:pt x="722860" y="28932"/>
                  <a:pt x="719280" y="30408"/>
                  <a:pt x="715095" y="30408"/>
                </a:cubicBezTo>
                <a:cubicBezTo>
                  <a:pt x="710909" y="30408"/>
                  <a:pt x="707346" y="28932"/>
                  <a:pt x="704403" y="25981"/>
                </a:cubicBezTo>
                <a:cubicBezTo>
                  <a:pt x="701460" y="23028"/>
                  <a:pt x="699989" y="19452"/>
                  <a:pt x="699989" y="15253"/>
                </a:cubicBezTo>
                <a:cubicBezTo>
                  <a:pt x="699989" y="11053"/>
                  <a:pt x="701460" y="7462"/>
                  <a:pt x="704403" y="4478"/>
                </a:cubicBezTo>
                <a:cubicBezTo>
                  <a:pt x="707346" y="1493"/>
                  <a:pt x="710909" y="0"/>
                  <a:pt x="715095" y="0"/>
                </a:cubicBezTo>
                <a:moveTo>
                  <a:pt x="728827" y="44140"/>
                </a:moveTo>
                <a:lnTo>
                  <a:pt x="728827" y="116922"/>
                </a:lnTo>
                <a:cubicBezTo>
                  <a:pt x="728827" y="123396"/>
                  <a:pt x="729579" y="127532"/>
                  <a:pt x="731083" y="129330"/>
                </a:cubicBezTo>
                <a:cubicBezTo>
                  <a:pt x="732587" y="131128"/>
                  <a:pt x="735530" y="132158"/>
                  <a:pt x="739911" y="132420"/>
                </a:cubicBezTo>
                <a:lnTo>
                  <a:pt x="739911" y="135951"/>
                </a:lnTo>
                <a:lnTo>
                  <a:pt x="690376" y="135951"/>
                </a:lnTo>
                <a:lnTo>
                  <a:pt x="690376" y="132420"/>
                </a:lnTo>
                <a:cubicBezTo>
                  <a:pt x="694431" y="132289"/>
                  <a:pt x="697439" y="131112"/>
                  <a:pt x="699400" y="128889"/>
                </a:cubicBezTo>
                <a:cubicBezTo>
                  <a:pt x="700708" y="127385"/>
                  <a:pt x="701362" y="123396"/>
                  <a:pt x="701362" y="116922"/>
                </a:cubicBezTo>
                <a:lnTo>
                  <a:pt x="701362" y="63365"/>
                </a:lnTo>
                <a:cubicBezTo>
                  <a:pt x="701362" y="56810"/>
                  <a:pt x="700610" y="52622"/>
                  <a:pt x="699106" y="50801"/>
                </a:cubicBezTo>
                <a:cubicBezTo>
                  <a:pt x="697602" y="48980"/>
                  <a:pt x="694692" y="47937"/>
                  <a:pt x="690376" y="47671"/>
                </a:cubicBezTo>
                <a:lnTo>
                  <a:pt x="690376" y="44140"/>
                </a:lnTo>
                <a:lnTo>
                  <a:pt x="728827" y="44140"/>
                </a:lnTo>
                <a:close/>
                <a:moveTo>
                  <a:pt x="826377" y="86711"/>
                </a:moveTo>
                <a:lnTo>
                  <a:pt x="776057" y="86711"/>
                </a:lnTo>
                <a:cubicBezTo>
                  <a:pt x="776645" y="98906"/>
                  <a:pt x="779882" y="108545"/>
                  <a:pt x="785768" y="115625"/>
                </a:cubicBezTo>
                <a:cubicBezTo>
                  <a:pt x="790280" y="121067"/>
                  <a:pt x="795707" y="123788"/>
                  <a:pt x="802051" y="123788"/>
                </a:cubicBezTo>
                <a:cubicBezTo>
                  <a:pt x="805974" y="123788"/>
                  <a:pt x="809538" y="122693"/>
                  <a:pt x="812742" y="120502"/>
                </a:cubicBezTo>
                <a:cubicBezTo>
                  <a:pt x="815946" y="118312"/>
                  <a:pt x="819380" y="114372"/>
                  <a:pt x="823042" y="108682"/>
                </a:cubicBezTo>
                <a:lnTo>
                  <a:pt x="826377" y="110840"/>
                </a:lnTo>
                <a:cubicBezTo>
                  <a:pt x="821407" y="120976"/>
                  <a:pt x="815914" y="128153"/>
                  <a:pt x="809898" y="132371"/>
                </a:cubicBezTo>
                <a:cubicBezTo>
                  <a:pt x="803882" y="136589"/>
                  <a:pt x="796917" y="138698"/>
                  <a:pt x="789005" y="138698"/>
                </a:cubicBezTo>
                <a:cubicBezTo>
                  <a:pt x="775403" y="138698"/>
                  <a:pt x="765104" y="133461"/>
                  <a:pt x="758107" y="122988"/>
                </a:cubicBezTo>
                <a:cubicBezTo>
                  <a:pt x="752483" y="114544"/>
                  <a:pt x="749671" y="104071"/>
                  <a:pt x="749671" y="91569"/>
                </a:cubicBezTo>
                <a:cubicBezTo>
                  <a:pt x="749671" y="76251"/>
                  <a:pt x="753807" y="64059"/>
                  <a:pt x="762079" y="54994"/>
                </a:cubicBezTo>
                <a:cubicBezTo>
                  <a:pt x="770351" y="45927"/>
                  <a:pt x="780046" y="41394"/>
                  <a:pt x="791163" y="41394"/>
                </a:cubicBezTo>
                <a:cubicBezTo>
                  <a:pt x="800448" y="41394"/>
                  <a:pt x="808508" y="45203"/>
                  <a:pt x="815342" y="52821"/>
                </a:cubicBezTo>
                <a:cubicBezTo>
                  <a:pt x="822175" y="60439"/>
                  <a:pt x="825853" y="71736"/>
                  <a:pt x="826377" y="86711"/>
                </a:cubicBezTo>
                <a:moveTo>
                  <a:pt x="802247" y="80237"/>
                </a:moveTo>
                <a:cubicBezTo>
                  <a:pt x="802247" y="69708"/>
                  <a:pt x="801675" y="62483"/>
                  <a:pt x="800530" y="58559"/>
                </a:cubicBezTo>
                <a:cubicBezTo>
                  <a:pt x="799386" y="54635"/>
                  <a:pt x="797604" y="51660"/>
                  <a:pt x="795184" y="49633"/>
                </a:cubicBezTo>
                <a:cubicBezTo>
                  <a:pt x="793811" y="48456"/>
                  <a:pt x="791980" y="47867"/>
                  <a:pt x="789691" y="47867"/>
                </a:cubicBezTo>
                <a:cubicBezTo>
                  <a:pt x="786291" y="47867"/>
                  <a:pt x="783512" y="49535"/>
                  <a:pt x="781354" y="52870"/>
                </a:cubicBezTo>
                <a:cubicBezTo>
                  <a:pt x="777496" y="58690"/>
                  <a:pt x="775567" y="66668"/>
                  <a:pt x="775567" y="76804"/>
                </a:cubicBezTo>
                <a:lnTo>
                  <a:pt x="775567" y="80237"/>
                </a:lnTo>
                <a:lnTo>
                  <a:pt x="802247" y="80237"/>
                </a:lnTo>
                <a:close/>
                <a:moveTo>
                  <a:pt x="896678" y="41786"/>
                </a:moveTo>
                <a:lnTo>
                  <a:pt x="898149" y="73174"/>
                </a:lnTo>
                <a:lnTo>
                  <a:pt x="894814" y="73174"/>
                </a:lnTo>
                <a:cubicBezTo>
                  <a:pt x="890825" y="63813"/>
                  <a:pt x="886689" y="57419"/>
                  <a:pt x="882406" y="53992"/>
                </a:cubicBezTo>
                <a:cubicBezTo>
                  <a:pt x="878123" y="50563"/>
                  <a:pt x="873856" y="48848"/>
                  <a:pt x="869605" y="48848"/>
                </a:cubicBezTo>
                <a:cubicBezTo>
                  <a:pt x="866924" y="48848"/>
                  <a:pt x="864635" y="49747"/>
                  <a:pt x="862739" y="51546"/>
                </a:cubicBezTo>
                <a:cubicBezTo>
                  <a:pt x="860843" y="53344"/>
                  <a:pt x="859894" y="55420"/>
                  <a:pt x="859894" y="57774"/>
                </a:cubicBezTo>
                <a:cubicBezTo>
                  <a:pt x="859894" y="59540"/>
                  <a:pt x="860548" y="61240"/>
                  <a:pt x="861856" y="62875"/>
                </a:cubicBezTo>
                <a:cubicBezTo>
                  <a:pt x="863949" y="65556"/>
                  <a:pt x="869801" y="70150"/>
                  <a:pt x="879414" y="76656"/>
                </a:cubicBezTo>
                <a:cubicBezTo>
                  <a:pt x="889027" y="83163"/>
                  <a:pt x="895353" y="88689"/>
                  <a:pt x="898394" y="93233"/>
                </a:cubicBezTo>
                <a:cubicBezTo>
                  <a:pt x="901435" y="97778"/>
                  <a:pt x="902955" y="102863"/>
                  <a:pt x="902955" y="108486"/>
                </a:cubicBezTo>
                <a:cubicBezTo>
                  <a:pt x="902955" y="113587"/>
                  <a:pt x="901680" y="118589"/>
                  <a:pt x="899130" y="123494"/>
                </a:cubicBezTo>
                <a:cubicBezTo>
                  <a:pt x="896580" y="128398"/>
                  <a:pt x="892983" y="132158"/>
                  <a:pt x="888340" y="134774"/>
                </a:cubicBezTo>
                <a:cubicBezTo>
                  <a:pt x="883697" y="137390"/>
                  <a:pt x="878564" y="138698"/>
                  <a:pt x="872940" y="138698"/>
                </a:cubicBezTo>
                <a:cubicBezTo>
                  <a:pt x="868559" y="138698"/>
                  <a:pt x="862706" y="137299"/>
                  <a:pt x="855382" y="134501"/>
                </a:cubicBezTo>
                <a:cubicBezTo>
                  <a:pt x="853420" y="133768"/>
                  <a:pt x="852080" y="133401"/>
                  <a:pt x="851361" y="133401"/>
                </a:cubicBezTo>
                <a:cubicBezTo>
                  <a:pt x="849203" y="133401"/>
                  <a:pt x="847404" y="135036"/>
                  <a:pt x="845966" y="138305"/>
                </a:cubicBezTo>
                <a:lnTo>
                  <a:pt x="842729" y="138305"/>
                </a:lnTo>
                <a:lnTo>
                  <a:pt x="841159" y="105347"/>
                </a:lnTo>
                <a:lnTo>
                  <a:pt x="844494" y="105347"/>
                </a:lnTo>
                <a:cubicBezTo>
                  <a:pt x="847437" y="113979"/>
                  <a:pt x="851475" y="120453"/>
                  <a:pt x="856608" y="124769"/>
                </a:cubicBezTo>
                <a:cubicBezTo>
                  <a:pt x="861742" y="129085"/>
                  <a:pt x="866597" y="131243"/>
                  <a:pt x="871175" y="131243"/>
                </a:cubicBezTo>
                <a:cubicBezTo>
                  <a:pt x="874313" y="131243"/>
                  <a:pt x="876880" y="130278"/>
                  <a:pt x="878875" y="128349"/>
                </a:cubicBezTo>
                <a:cubicBezTo>
                  <a:pt x="880869" y="126420"/>
                  <a:pt x="881866" y="124082"/>
                  <a:pt x="881866" y="121336"/>
                </a:cubicBezTo>
                <a:cubicBezTo>
                  <a:pt x="881866" y="118197"/>
                  <a:pt x="880885" y="115483"/>
                  <a:pt x="878924" y="113195"/>
                </a:cubicBezTo>
                <a:cubicBezTo>
                  <a:pt x="876962" y="110906"/>
                  <a:pt x="872580" y="107440"/>
                  <a:pt x="865780" y="102797"/>
                </a:cubicBezTo>
                <a:cubicBezTo>
                  <a:pt x="855775" y="95866"/>
                  <a:pt x="849301" y="90569"/>
                  <a:pt x="846358" y="86907"/>
                </a:cubicBezTo>
                <a:cubicBezTo>
                  <a:pt x="842042" y="81545"/>
                  <a:pt x="839884" y="75627"/>
                  <a:pt x="839884" y="69153"/>
                </a:cubicBezTo>
                <a:cubicBezTo>
                  <a:pt x="839884" y="62090"/>
                  <a:pt x="842320" y="55698"/>
                  <a:pt x="847192" y="49976"/>
                </a:cubicBezTo>
                <a:cubicBezTo>
                  <a:pt x="852064" y="44254"/>
                  <a:pt x="859110" y="41394"/>
                  <a:pt x="868330" y="41394"/>
                </a:cubicBezTo>
                <a:cubicBezTo>
                  <a:pt x="873300" y="41394"/>
                  <a:pt x="878106" y="42650"/>
                  <a:pt x="882749" y="45164"/>
                </a:cubicBezTo>
                <a:cubicBezTo>
                  <a:pt x="884515" y="46181"/>
                  <a:pt x="885953" y="46690"/>
                  <a:pt x="887065" y="46690"/>
                </a:cubicBezTo>
                <a:cubicBezTo>
                  <a:pt x="888242" y="46690"/>
                  <a:pt x="889190" y="46445"/>
                  <a:pt x="889910" y="45955"/>
                </a:cubicBezTo>
                <a:cubicBezTo>
                  <a:pt x="890629" y="45464"/>
                  <a:pt x="891773" y="44075"/>
                  <a:pt x="893343" y="41786"/>
                </a:cubicBezTo>
                <a:lnTo>
                  <a:pt x="896678" y="417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B1263-3FBD-4EAA-A27E-5F65B476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74" y="1052358"/>
            <a:ext cx="1249261" cy="477104"/>
          </a:xfrm>
          <a:custGeom xmlns:a="http://schemas.openxmlformats.org/drawingml/2006/main">
            <a:pathLst>
              <a:path w="1249261" h="477104">
                <a:moveTo>
                  <a:pt x="0" y="79518"/>
                </a:moveTo>
                <a:cubicBezTo>
                  <a:pt x="0" y="35601"/>
                  <a:pt x="35602" y="0"/>
                  <a:pt x="79519" y="0"/>
                </a:cubicBezTo>
                <a:lnTo>
                  <a:pt x="1169741" y="0"/>
                </a:lnTo>
                <a:cubicBezTo>
                  <a:pt x="1213659" y="0"/>
                  <a:pt x="1249261" y="35601"/>
                  <a:pt x="1249261" y="79518"/>
                </a:cubicBezTo>
                <a:lnTo>
                  <a:pt x="1249261" y="397585"/>
                </a:lnTo>
                <a:cubicBezTo>
                  <a:pt x="1249261" y="441502"/>
                  <a:pt x="1213659" y="477104"/>
                  <a:pt x="1169741" y="477104"/>
                </a:cubicBezTo>
                <a:lnTo>
                  <a:pt x="79519" y="477104"/>
                </a:lnTo>
                <a:cubicBezTo>
                  <a:pt x="35602" y="477104"/>
                  <a:pt x="0" y="441502"/>
                  <a:pt x="0" y="397585"/>
                </a:cubicBezTo>
                <a:lnTo>
                  <a:pt x="0" y="79518"/>
                </a:lnTo>
                <a:close/>
              </a:path>
            </a:pathLst>
          </a:custGeom>
          <a:solidFill xmlns:a="http://schemas.openxmlformats.org/drawingml/2006/main">
            <a:srgbClr val="E3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Keyword">
            <a:extLst xmlns:a="http://schemas.openxmlformats.org/drawingml/2006/main">
              <a:ext uri="{FF2B5EF4-FFF2-40B4-BE49-F238E27FC236}">
                <a16:creationId xmlns:a16="http://schemas.microsoft.com/office/drawing/2014/main" id="{4547D2FC-4799-4F5B-B036-42DC3B47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646" y="1109772"/>
            <a:ext cx="786274" cy="176364"/>
          </a:xfrm>
          <a:custGeom xmlns:a="http://schemas.openxmlformats.org/drawingml/2006/main">
            <a:pathLst>
              <a:path w="786274" h="176364">
                <a:moveTo>
                  <a:pt x="79158" y="51000"/>
                </a:moveTo>
                <a:lnTo>
                  <a:pt x="125946" y="109446"/>
                </a:lnTo>
                <a:cubicBezTo>
                  <a:pt x="132551" y="117734"/>
                  <a:pt x="138240" y="123359"/>
                  <a:pt x="143014" y="126320"/>
                </a:cubicBezTo>
                <a:cubicBezTo>
                  <a:pt x="146479" y="128425"/>
                  <a:pt x="150141" y="129477"/>
                  <a:pt x="154000" y="129477"/>
                </a:cubicBezTo>
                <a:lnTo>
                  <a:pt x="154000" y="133009"/>
                </a:lnTo>
                <a:lnTo>
                  <a:pt x="84749" y="133009"/>
                </a:lnTo>
                <a:lnTo>
                  <a:pt x="84749" y="129477"/>
                </a:lnTo>
                <a:cubicBezTo>
                  <a:pt x="89130" y="129083"/>
                  <a:pt x="91958" y="128393"/>
                  <a:pt x="93233" y="127408"/>
                </a:cubicBezTo>
                <a:cubicBezTo>
                  <a:pt x="94509" y="126423"/>
                  <a:pt x="95146" y="125207"/>
                  <a:pt x="95146" y="123761"/>
                </a:cubicBezTo>
                <a:cubicBezTo>
                  <a:pt x="95146" y="121002"/>
                  <a:pt x="92138" y="115812"/>
                  <a:pt x="86122" y="108192"/>
                </a:cubicBezTo>
                <a:lnTo>
                  <a:pt x="55616" y="69940"/>
                </a:lnTo>
                <a:lnTo>
                  <a:pt x="50712" y="73959"/>
                </a:lnTo>
                <a:lnTo>
                  <a:pt x="50712" y="110252"/>
                </a:lnTo>
                <a:cubicBezTo>
                  <a:pt x="50712" y="117218"/>
                  <a:pt x="51104" y="121557"/>
                  <a:pt x="51889" y="123267"/>
                </a:cubicBezTo>
                <a:cubicBezTo>
                  <a:pt x="52674" y="124975"/>
                  <a:pt x="54178" y="126438"/>
                  <a:pt x="56401" y="127653"/>
                </a:cubicBezTo>
                <a:cubicBezTo>
                  <a:pt x="58624" y="128869"/>
                  <a:pt x="62188" y="129477"/>
                  <a:pt x="67093" y="129477"/>
                </a:cubicBezTo>
                <a:lnTo>
                  <a:pt x="67093" y="133009"/>
                </a:lnTo>
                <a:lnTo>
                  <a:pt x="0" y="133009"/>
                </a:lnTo>
                <a:lnTo>
                  <a:pt x="0" y="129477"/>
                </a:lnTo>
                <a:lnTo>
                  <a:pt x="4414" y="129477"/>
                </a:lnTo>
                <a:cubicBezTo>
                  <a:pt x="8272" y="129477"/>
                  <a:pt x="11378" y="128788"/>
                  <a:pt x="13732" y="127408"/>
                </a:cubicBezTo>
                <a:cubicBezTo>
                  <a:pt x="15433" y="126487"/>
                  <a:pt x="16741" y="124909"/>
                  <a:pt x="17656" y="122675"/>
                </a:cubicBezTo>
                <a:cubicBezTo>
                  <a:pt x="18375" y="121098"/>
                  <a:pt x="18735" y="116957"/>
                  <a:pt x="18735" y="110252"/>
                </a:cubicBezTo>
                <a:lnTo>
                  <a:pt x="18735" y="22757"/>
                </a:lnTo>
                <a:cubicBezTo>
                  <a:pt x="18735" y="15921"/>
                  <a:pt x="18375" y="11649"/>
                  <a:pt x="17656" y="9941"/>
                </a:cubicBezTo>
                <a:cubicBezTo>
                  <a:pt x="16937" y="8230"/>
                  <a:pt x="15482" y="6734"/>
                  <a:pt x="13291" y="5453"/>
                </a:cubicBezTo>
                <a:cubicBezTo>
                  <a:pt x="11100" y="4172"/>
                  <a:pt x="8141" y="3531"/>
                  <a:pt x="4414" y="3531"/>
                </a:cubicBezTo>
                <a:lnTo>
                  <a:pt x="0" y="3531"/>
                </a:lnTo>
                <a:lnTo>
                  <a:pt x="0" y="0"/>
                </a:lnTo>
                <a:lnTo>
                  <a:pt x="66210" y="0"/>
                </a:lnTo>
                <a:lnTo>
                  <a:pt x="66210" y="3531"/>
                </a:lnTo>
                <a:cubicBezTo>
                  <a:pt x="61698" y="3531"/>
                  <a:pt x="58265" y="4188"/>
                  <a:pt x="55911" y="5502"/>
                </a:cubicBezTo>
                <a:cubicBezTo>
                  <a:pt x="54210" y="6424"/>
                  <a:pt x="52870" y="7969"/>
                  <a:pt x="51889" y="10137"/>
                </a:cubicBezTo>
                <a:cubicBezTo>
                  <a:pt x="51104" y="11780"/>
                  <a:pt x="50712" y="15986"/>
                  <a:pt x="50712" y="22757"/>
                </a:cubicBezTo>
                <a:lnTo>
                  <a:pt x="50712" y="64150"/>
                </a:lnTo>
                <a:lnTo>
                  <a:pt x="100051" y="24200"/>
                </a:lnTo>
                <a:cubicBezTo>
                  <a:pt x="106917" y="18624"/>
                  <a:pt x="110350" y="14162"/>
                  <a:pt x="110350" y="10814"/>
                </a:cubicBezTo>
                <a:cubicBezTo>
                  <a:pt x="110350" y="8321"/>
                  <a:pt x="108944" y="6353"/>
                  <a:pt x="106132" y="4911"/>
                </a:cubicBezTo>
                <a:cubicBezTo>
                  <a:pt x="104694" y="4187"/>
                  <a:pt x="101130" y="3727"/>
                  <a:pt x="95440" y="3531"/>
                </a:cubicBezTo>
                <a:lnTo>
                  <a:pt x="95440" y="0"/>
                </a:lnTo>
                <a:lnTo>
                  <a:pt x="147329" y="0"/>
                </a:lnTo>
                <a:lnTo>
                  <a:pt x="147329" y="3531"/>
                </a:lnTo>
                <a:cubicBezTo>
                  <a:pt x="142687" y="3860"/>
                  <a:pt x="139041" y="4699"/>
                  <a:pt x="136393" y="6048"/>
                </a:cubicBezTo>
                <a:cubicBezTo>
                  <a:pt x="133744" y="7397"/>
                  <a:pt x="127646" y="11953"/>
                  <a:pt x="118099" y="19716"/>
                </a:cubicBezTo>
                <a:lnTo>
                  <a:pt x="79158" y="51000"/>
                </a:lnTo>
                <a:close/>
                <a:moveTo>
                  <a:pt x="236392" y="83768"/>
                </a:moveTo>
                <a:lnTo>
                  <a:pt x="186073" y="83768"/>
                </a:lnTo>
                <a:cubicBezTo>
                  <a:pt x="186661" y="95964"/>
                  <a:pt x="189898" y="105602"/>
                  <a:pt x="195784" y="112683"/>
                </a:cubicBezTo>
                <a:cubicBezTo>
                  <a:pt x="200296" y="118125"/>
                  <a:pt x="205723" y="120846"/>
                  <a:pt x="212066" y="120846"/>
                </a:cubicBezTo>
                <a:cubicBezTo>
                  <a:pt x="215990" y="120846"/>
                  <a:pt x="219554" y="119750"/>
                  <a:pt x="222758" y="117560"/>
                </a:cubicBezTo>
                <a:cubicBezTo>
                  <a:pt x="225962" y="115369"/>
                  <a:pt x="229395" y="111429"/>
                  <a:pt x="233057" y="105740"/>
                </a:cubicBezTo>
                <a:lnTo>
                  <a:pt x="236392" y="107898"/>
                </a:lnTo>
                <a:cubicBezTo>
                  <a:pt x="231423" y="118034"/>
                  <a:pt x="225930" y="125210"/>
                  <a:pt x="219914" y="129428"/>
                </a:cubicBezTo>
                <a:cubicBezTo>
                  <a:pt x="213897" y="133646"/>
                  <a:pt x="206933" y="135755"/>
                  <a:pt x="199021" y="135755"/>
                </a:cubicBezTo>
                <a:cubicBezTo>
                  <a:pt x="185419" y="135755"/>
                  <a:pt x="175120" y="130518"/>
                  <a:pt x="168123" y="120045"/>
                </a:cubicBezTo>
                <a:cubicBezTo>
                  <a:pt x="162499" y="111602"/>
                  <a:pt x="159687" y="101129"/>
                  <a:pt x="159687" y="88626"/>
                </a:cubicBezTo>
                <a:cubicBezTo>
                  <a:pt x="159687" y="73308"/>
                  <a:pt x="163823" y="61117"/>
                  <a:pt x="172095" y="52051"/>
                </a:cubicBezTo>
                <a:cubicBezTo>
                  <a:pt x="180367" y="42984"/>
                  <a:pt x="190062" y="38451"/>
                  <a:pt x="201179" y="38451"/>
                </a:cubicBezTo>
                <a:cubicBezTo>
                  <a:pt x="210464" y="38451"/>
                  <a:pt x="218524" y="42260"/>
                  <a:pt x="225357" y="49878"/>
                </a:cubicBezTo>
                <a:cubicBezTo>
                  <a:pt x="232191" y="57496"/>
                  <a:pt x="235869" y="68793"/>
                  <a:pt x="236392" y="83768"/>
                </a:cubicBezTo>
                <a:moveTo>
                  <a:pt x="212263" y="77294"/>
                </a:moveTo>
                <a:cubicBezTo>
                  <a:pt x="212263" y="66766"/>
                  <a:pt x="211690" y="59540"/>
                  <a:pt x="210546" y="55616"/>
                </a:cubicBezTo>
                <a:cubicBezTo>
                  <a:pt x="209402" y="51693"/>
                  <a:pt x="207620" y="48717"/>
                  <a:pt x="205200" y="46690"/>
                </a:cubicBezTo>
                <a:cubicBezTo>
                  <a:pt x="203827" y="45513"/>
                  <a:pt x="201996" y="44925"/>
                  <a:pt x="199707" y="44925"/>
                </a:cubicBezTo>
                <a:cubicBezTo>
                  <a:pt x="196307" y="44925"/>
                  <a:pt x="193528" y="46592"/>
                  <a:pt x="191370" y="49927"/>
                </a:cubicBezTo>
                <a:cubicBezTo>
                  <a:pt x="187512" y="55747"/>
                  <a:pt x="185582" y="63725"/>
                  <a:pt x="185582" y="73861"/>
                </a:cubicBezTo>
                <a:lnTo>
                  <a:pt x="185582" y="77294"/>
                </a:lnTo>
                <a:lnTo>
                  <a:pt x="212263" y="77294"/>
                </a:lnTo>
                <a:close/>
                <a:moveTo>
                  <a:pt x="290743" y="136825"/>
                </a:moveTo>
                <a:lnTo>
                  <a:pt x="261120" y="68690"/>
                </a:lnTo>
                <a:cubicBezTo>
                  <a:pt x="256673" y="58370"/>
                  <a:pt x="253387" y="52027"/>
                  <a:pt x="251262" y="49661"/>
                </a:cubicBezTo>
                <a:cubicBezTo>
                  <a:pt x="249137" y="47292"/>
                  <a:pt x="246570" y="45648"/>
                  <a:pt x="243562" y="44729"/>
                </a:cubicBezTo>
                <a:lnTo>
                  <a:pt x="243562" y="41197"/>
                </a:lnTo>
                <a:lnTo>
                  <a:pt x="292312" y="41197"/>
                </a:lnTo>
                <a:lnTo>
                  <a:pt x="292312" y="44729"/>
                </a:lnTo>
                <a:cubicBezTo>
                  <a:pt x="289108" y="44859"/>
                  <a:pt x="286852" y="45484"/>
                  <a:pt x="285544" y="46601"/>
                </a:cubicBezTo>
                <a:cubicBezTo>
                  <a:pt x="284236" y="47717"/>
                  <a:pt x="283582" y="49064"/>
                  <a:pt x="283582" y="50641"/>
                </a:cubicBezTo>
                <a:cubicBezTo>
                  <a:pt x="283582" y="53137"/>
                  <a:pt x="285217" y="58064"/>
                  <a:pt x="288487" y="65422"/>
                </a:cubicBezTo>
                <a:lnTo>
                  <a:pt x="304181" y="101491"/>
                </a:lnTo>
                <a:lnTo>
                  <a:pt x="314873" y="73619"/>
                </a:lnTo>
                <a:cubicBezTo>
                  <a:pt x="318731" y="63693"/>
                  <a:pt x="320660" y="56791"/>
                  <a:pt x="320660" y="52913"/>
                </a:cubicBezTo>
                <a:cubicBezTo>
                  <a:pt x="320660" y="50481"/>
                  <a:pt x="319859" y="48542"/>
                  <a:pt x="318257" y="47095"/>
                </a:cubicBezTo>
                <a:cubicBezTo>
                  <a:pt x="316655" y="45648"/>
                  <a:pt x="313827" y="44859"/>
                  <a:pt x="309772" y="44729"/>
                </a:cubicBezTo>
                <a:lnTo>
                  <a:pt x="309772" y="41197"/>
                </a:lnTo>
                <a:lnTo>
                  <a:pt x="340474" y="41197"/>
                </a:lnTo>
                <a:lnTo>
                  <a:pt x="340474" y="44729"/>
                </a:lnTo>
                <a:cubicBezTo>
                  <a:pt x="337466" y="45058"/>
                  <a:pt x="335014" y="46224"/>
                  <a:pt x="333117" y="48229"/>
                </a:cubicBezTo>
                <a:cubicBezTo>
                  <a:pt x="331221" y="50234"/>
                  <a:pt x="328049" y="57054"/>
                  <a:pt x="323603" y="68690"/>
                </a:cubicBezTo>
                <a:lnTo>
                  <a:pt x="297413" y="136736"/>
                </a:lnTo>
                <a:cubicBezTo>
                  <a:pt x="290808" y="153738"/>
                  <a:pt x="285904" y="164201"/>
                  <a:pt x="282700" y="168124"/>
                </a:cubicBezTo>
                <a:cubicBezTo>
                  <a:pt x="278188" y="173617"/>
                  <a:pt x="272531" y="176364"/>
                  <a:pt x="265730" y="176364"/>
                </a:cubicBezTo>
                <a:cubicBezTo>
                  <a:pt x="260303" y="176364"/>
                  <a:pt x="255905" y="174811"/>
                  <a:pt x="252537" y="171705"/>
                </a:cubicBezTo>
                <a:cubicBezTo>
                  <a:pt x="249170" y="168598"/>
                  <a:pt x="247486" y="164855"/>
                  <a:pt x="247486" y="160473"/>
                </a:cubicBezTo>
                <a:cubicBezTo>
                  <a:pt x="247486" y="156681"/>
                  <a:pt x="248646" y="153542"/>
                  <a:pt x="250968" y="151057"/>
                </a:cubicBezTo>
                <a:cubicBezTo>
                  <a:pt x="253289" y="148572"/>
                  <a:pt x="256150" y="147329"/>
                  <a:pt x="259551" y="147329"/>
                </a:cubicBezTo>
                <a:cubicBezTo>
                  <a:pt x="262820" y="147329"/>
                  <a:pt x="265452" y="148370"/>
                  <a:pt x="267447" y="150450"/>
                </a:cubicBezTo>
                <a:cubicBezTo>
                  <a:pt x="269441" y="152532"/>
                  <a:pt x="270471" y="155753"/>
                  <a:pt x="270537" y="160112"/>
                </a:cubicBezTo>
                <a:cubicBezTo>
                  <a:pt x="270602" y="162584"/>
                  <a:pt x="270896" y="164178"/>
                  <a:pt x="271419" y="164894"/>
                </a:cubicBezTo>
                <a:cubicBezTo>
                  <a:pt x="271943" y="165609"/>
                  <a:pt x="272695" y="165966"/>
                  <a:pt x="273676" y="165966"/>
                </a:cubicBezTo>
                <a:cubicBezTo>
                  <a:pt x="275245" y="165966"/>
                  <a:pt x="276912" y="165022"/>
                  <a:pt x="278678" y="163134"/>
                </a:cubicBezTo>
                <a:cubicBezTo>
                  <a:pt x="281294" y="160400"/>
                  <a:pt x="284367" y="154151"/>
                  <a:pt x="287898" y="144387"/>
                </a:cubicBezTo>
                <a:lnTo>
                  <a:pt x="290743" y="136825"/>
                </a:lnTo>
                <a:close/>
                <a:moveTo>
                  <a:pt x="440396" y="135755"/>
                </a:moveTo>
                <a:lnTo>
                  <a:pt x="415285" y="68402"/>
                </a:lnTo>
                <a:lnTo>
                  <a:pt x="390665" y="135755"/>
                </a:lnTo>
                <a:lnTo>
                  <a:pt x="385564" y="135755"/>
                </a:lnTo>
                <a:lnTo>
                  <a:pt x="361140" y="69220"/>
                </a:lnTo>
                <a:cubicBezTo>
                  <a:pt x="357478" y="59015"/>
                  <a:pt x="354372" y="52365"/>
                  <a:pt x="351822" y="49271"/>
                </a:cubicBezTo>
                <a:cubicBezTo>
                  <a:pt x="350187" y="47164"/>
                  <a:pt x="347702" y="45650"/>
                  <a:pt x="344367" y="44729"/>
                </a:cubicBezTo>
                <a:lnTo>
                  <a:pt x="344367" y="41197"/>
                </a:lnTo>
                <a:lnTo>
                  <a:pt x="390665" y="41197"/>
                </a:lnTo>
                <a:lnTo>
                  <a:pt x="390665" y="44729"/>
                </a:lnTo>
                <a:cubicBezTo>
                  <a:pt x="387526" y="44729"/>
                  <a:pt x="385368" y="45190"/>
                  <a:pt x="384191" y="46114"/>
                </a:cubicBezTo>
                <a:cubicBezTo>
                  <a:pt x="383014" y="47036"/>
                  <a:pt x="382425" y="48090"/>
                  <a:pt x="382425" y="49277"/>
                </a:cubicBezTo>
                <a:cubicBezTo>
                  <a:pt x="382425" y="50397"/>
                  <a:pt x="383472" y="53759"/>
                  <a:pt x="385564" y="59362"/>
                </a:cubicBezTo>
                <a:lnTo>
                  <a:pt x="399002" y="95201"/>
                </a:lnTo>
                <a:lnTo>
                  <a:pt x="411950" y="59473"/>
                </a:lnTo>
                <a:lnTo>
                  <a:pt x="410969" y="56959"/>
                </a:lnTo>
                <a:cubicBezTo>
                  <a:pt x="409007" y="52028"/>
                  <a:pt x="407291" y="48888"/>
                  <a:pt x="405819" y="47539"/>
                </a:cubicBezTo>
                <a:cubicBezTo>
                  <a:pt x="404348" y="46191"/>
                  <a:pt x="402076" y="45254"/>
                  <a:pt x="399002" y="44729"/>
                </a:cubicBezTo>
                <a:lnTo>
                  <a:pt x="399002" y="41197"/>
                </a:lnTo>
                <a:lnTo>
                  <a:pt x="445987" y="41197"/>
                </a:lnTo>
                <a:lnTo>
                  <a:pt x="445987" y="44729"/>
                </a:lnTo>
                <a:cubicBezTo>
                  <a:pt x="442325" y="44927"/>
                  <a:pt x="440003" y="45438"/>
                  <a:pt x="439023" y="46261"/>
                </a:cubicBezTo>
                <a:cubicBezTo>
                  <a:pt x="438042" y="47085"/>
                  <a:pt x="437551" y="48255"/>
                  <a:pt x="437551" y="49771"/>
                </a:cubicBezTo>
                <a:cubicBezTo>
                  <a:pt x="437551" y="51222"/>
                  <a:pt x="438499" y="54419"/>
                  <a:pt x="440396" y="59362"/>
                </a:cubicBezTo>
                <a:lnTo>
                  <a:pt x="453344" y="95201"/>
                </a:lnTo>
                <a:lnTo>
                  <a:pt x="465114" y="62210"/>
                </a:lnTo>
                <a:cubicBezTo>
                  <a:pt x="466814" y="57469"/>
                  <a:pt x="467665" y="54242"/>
                  <a:pt x="467665" y="52530"/>
                </a:cubicBezTo>
                <a:cubicBezTo>
                  <a:pt x="467665" y="49963"/>
                  <a:pt x="467043" y="48087"/>
                  <a:pt x="465801" y="46902"/>
                </a:cubicBezTo>
                <a:cubicBezTo>
                  <a:pt x="464558" y="45717"/>
                  <a:pt x="462139" y="44992"/>
                  <a:pt x="458542" y="44729"/>
                </a:cubicBezTo>
                <a:lnTo>
                  <a:pt x="458542" y="41197"/>
                </a:lnTo>
                <a:lnTo>
                  <a:pt x="485713" y="41197"/>
                </a:lnTo>
                <a:lnTo>
                  <a:pt x="485713" y="44729"/>
                </a:lnTo>
                <a:cubicBezTo>
                  <a:pt x="482705" y="45125"/>
                  <a:pt x="480318" y="46197"/>
                  <a:pt x="478552" y="47944"/>
                </a:cubicBezTo>
                <a:cubicBezTo>
                  <a:pt x="476787" y="49691"/>
                  <a:pt x="474498" y="54655"/>
                  <a:pt x="471686" y="62835"/>
                </a:cubicBezTo>
                <a:lnTo>
                  <a:pt x="445987" y="135755"/>
                </a:lnTo>
                <a:lnTo>
                  <a:pt x="440396" y="135755"/>
                </a:lnTo>
                <a:close/>
                <a:moveTo>
                  <a:pt x="538327" y="38451"/>
                </a:moveTo>
                <a:cubicBezTo>
                  <a:pt x="546305" y="38451"/>
                  <a:pt x="553727" y="40513"/>
                  <a:pt x="560593" y="44637"/>
                </a:cubicBezTo>
                <a:cubicBezTo>
                  <a:pt x="567459" y="48760"/>
                  <a:pt x="572674" y="54619"/>
                  <a:pt x="576238" y="62213"/>
                </a:cubicBezTo>
                <a:cubicBezTo>
                  <a:pt x="579802" y="69807"/>
                  <a:pt x="581584" y="78120"/>
                  <a:pt x="581584" y="87152"/>
                </a:cubicBezTo>
                <a:cubicBezTo>
                  <a:pt x="581584" y="100177"/>
                  <a:pt x="578282" y="111076"/>
                  <a:pt x="571677" y="119849"/>
                </a:cubicBezTo>
                <a:cubicBezTo>
                  <a:pt x="563699" y="130453"/>
                  <a:pt x="552681" y="135755"/>
                  <a:pt x="538621" y="135755"/>
                </a:cubicBezTo>
                <a:cubicBezTo>
                  <a:pt x="524823" y="135755"/>
                  <a:pt x="514197" y="130911"/>
                  <a:pt x="506742" y="121223"/>
                </a:cubicBezTo>
                <a:cubicBezTo>
                  <a:pt x="499287" y="111534"/>
                  <a:pt x="495560" y="100308"/>
                  <a:pt x="495560" y="87544"/>
                </a:cubicBezTo>
                <a:cubicBezTo>
                  <a:pt x="495560" y="74388"/>
                  <a:pt x="499369" y="62917"/>
                  <a:pt x="506987" y="53130"/>
                </a:cubicBezTo>
                <a:cubicBezTo>
                  <a:pt x="514606" y="43344"/>
                  <a:pt x="525052" y="38451"/>
                  <a:pt x="538327" y="38451"/>
                </a:cubicBezTo>
                <a:moveTo>
                  <a:pt x="538719" y="45317"/>
                </a:moveTo>
                <a:cubicBezTo>
                  <a:pt x="535384" y="45317"/>
                  <a:pt x="532523" y="46578"/>
                  <a:pt x="530136" y="49100"/>
                </a:cubicBezTo>
                <a:cubicBezTo>
                  <a:pt x="527750" y="51619"/>
                  <a:pt x="526180" y="56594"/>
                  <a:pt x="525428" y="64024"/>
                </a:cubicBezTo>
                <a:cubicBezTo>
                  <a:pt x="524676" y="71455"/>
                  <a:pt x="524300" y="81783"/>
                  <a:pt x="524300" y="95008"/>
                </a:cubicBezTo>
                <a:cubicBezTo>
                  <a:pt x="524300" y="102013"/>
                  <a:pt x="524758" y="108561"/>
                  <a:pt x="525673" y="114651"/>
                </a:cubicBezTo>
                <a:cubicBezTo>
                  <a:pt x="526393" y="119298"/>
                  <a:pt x="527929" y="122833"/>
                  <a:pt x="530284" y="125256"/>
                </a:cubicBezTo>
                <a:cubicBezTo>
                  <a:pt x="532638" y="127678"/>
                  <a:pt x="535319" y="128889"/>
                  <a:pt x="538327" y="128889"/>
                </a:cubicBezTo>
                <a:cubicBezTo>
                  <a:pt x="541270" y="128889"/>
                  <a:pt x="543722" y="128070"/>
                  <a:pt x="545684" y="126434"/>
                </a:cubicBezTo>
                <a:cubicBezTo>
                  <a:pt x="548234" y="124208"/>
                  <a:pt x="549934" y="121098"/>
                  <a:pt x="550784" y="117103"/>
                </a:cubicBezTo>
                <a:cubicBezTo>
                  <a:pt x="552092" y="110884"/>
                  <a:pt x="552746" y="98315"/>
                  <a:pt x="552746" y="79394"/>
                </a:cubicBezTo>
                <a:cubicBezTo>
                  <a:pt x="552746" y="68265"/>
                  <a:pt x="552125" y="60622"/>
                  <a:pt x="550882" y="56465"/>
                </a:cubicBezTo>
                <a:cubicBezTo>
                  <a:pt x="549640" y="52307"/>
                  <a:pt x="547809" y="49278"/>
                  <a:pt x="545389" y="47380"/>
                </a:cubicBezTo>
                <a:cubicBezTo>
                  <a:pt x="543689" y="46005"/>
                  <a:pt x="541466" y="45317"/>
                  <a:pt x="538719" y="45317"/>
                </a:cubicBezTo>
                <a:close/>
                <a:moveTo>
                  <a:pt x="633933" y="41197"/>
                </a:moveTo>
                <a:lnTo>
                  <a:pt x="633933" y="61992"/>
                </a:lnTo>
                <a:cubicBezTo>
                  <a:pt x="640014" y="52510"/>
                  <a:pt x="645344" y="46216"/>
                  <a:pt x="649921" y="43110"/>
                </a:cubicBezTo>
                <a:cubicBezTo>
                  <a:pt x="654499" y="40004"/>
                  <a:pt x="658913" y="38451"/>
                  <a:pt x="663163" y="38451"/>
                </a:cubicBezTo>
                <a:cubicBezTo>
                  <a:pt x="666825" y="38451"/>
                  <a:pt x="669752" y="39583"/>
                  <a:pt x="671942" y="41847"/>
                </a:cubicBezTo>
                <a:cubicBezTo>
                  <a:pt x="674133" y="44111"/>
                  <a:pt x="675228" y="47311"/>
                  <a:pt x="675228" y="51445"/>
                </a:cubicBezTo>
                <a:cubicBezTo>
                  <a:pt x="675228" y="55842"/>
                  <a:pt x="674166" y="59256"/>
                  <a:pt x="672040" y="61686"/>
                </a:cubicBezTo>
                <a:cubicBezTo>
                  <a:pt x="669915" y="64113"/>
                  <a:pt x="667348" y="65327"/>
                  <a:pt x="664340" y="65327"/>
                </a:cubicBezTo>
                <a:cubicBezTo>
                  <a:pt x="660874" y="65327"/>
                  <a:pt x="657866" y="64216"/>
                  <a:pt x="655316" y="61992"/>
                </a:cubicBezTo>
                <a:cubicBezTo>
                  <a:pt x="652766" y="59769"/>
                  <a:pt x="651262" y="58526"/>
                  <a:pt x="650804" y="58265"/>
                </a:cubicBezTo>
                <a:cubicBezTo>
                  <a:pt x="650150" y="57872"/>
                  <a:pt x="649398" y="57676"/>
                  <a:pt x="648548" y="57676"/>
                </a:cubicBezTo>
                <a:cubicBezTo>
                  <a:pt x="646652" y="57676"/>
                  <a:pt x="644853" y="58396"/>
                  <a:pt x="643153" y="59834"/>
                </a:cubicBezTo>
                <a:cubicBezTo>
                  <a:pt x="640472" y="62058"/>
                  <a:pt x="638445" y="65229"/>
                  <a:pt x="637072" y="69349"/>
                </a:cubicBezTo>
                <a:cubicBezTo>
                  <a:pt x="634979" y="75692"/>
                  <a:pt x="633933" y="82689"/>
                  <a:pt x="633933" y="90340"/>
                </a:cubicBezTo>
                <a:lnTo>
                  <a:pt x="633933" y="111429"/>
                </a:lnTo>
                <a:lnTo>
                  <a:pt x="634031" y="116922"/>
                </a:lnTo>
                <a:cubicBezTo>
                  <a:pt x="634031" y="120649"/>
                  <a:pt x="634260" y="123036"/>
                  <a:pt x="634717" y="124082"/>
                </a:cubicBezTo>
                <a:cubicBezTo>
                  <a:pt x="635502" y="125848"/>
                  <a:pt x="636663" y="127140"/>
                  <a:pt x="638200" y="127957"/>
                </a:cubicBezTo>
                <a:cubicBezTo>
                  <a:pt x="639736" y="128774"/>
                  <a:pt x="642336" y="129281"/>
                  <a:pt x="645998" y="129477"/>
                </a:cubicBezTo>
                <a:lnTo>
                  <a:pt x="645998" y="133009"/>
                </a:lnTo>
                <a:lnTo>
                  <a:pt x="596463" y="133009"/>
                </a:lnTo>
                <a:lnTo>
                  <a:pt x="596463" y="129477"/>
                </a:lnTo>
                <a:cubicBezTo>
                  <a:pt x="600452" y="129150"/>
                  <a:pt x="603149" y="128055"/>
                  <a:pt x="604555" y="126191"/>
                </a:cubicBezTo>
                <a:cubicBezTo>
                  <a:pt x="605961" y="124328"/>
                  <a:pt x="606664" y="119407"/>
                  <a:pt x="606664" y="111429"/>
                </a:cubicBezTo>
                <a:lnTo>
                  <a:pt x="606664" y="60619"/>
                </a:lnTo>
                <a:cubicBezTo>
                  <a:pt x="606664" y="55355"/>
                  <a:pt x="606402" y="51999"/>
                  <a:pt x="605879" y="50553"/>
                </a:cubicBezTo>
                <a:cubicBezTo>
                  <a:pt x="605225" y="48709"/>
                  <a:pt x="604277" y="47361"/>
                  <a:pt x="603035" y="46506"/>
                </a:cubicBezTo>
                <a:cubicBezTo>
                  <a:pt x="601792" y="45650"/>
                  <a:pt x="599602" y="45058"/>
                  <a:pt x="596463" y="44729"/>
                </a:cubicBezTo>
                <a:lnTo>
                  <a:pt x="596463" y="41197"/>
                </a:lnTo>
                <a:lnTo>
                  <a:pt x="633933" y="41197"/>
                </a:lnTo>
                <a:close/>
                <a:moveTo>
                  <a:pt x="774994" y="0"/>
                </a:moveTo>
                <a:lnTo>
                  <a:pt x="774994" y="105544"/>
                </a:lnTo>
                <a:cubicBezTo>
                  <a:pt x="774994" y="112600"/>
                  <a:pt x="775190" y="116775"/>
                  <a:pt x="775582" y="118068"/>
                </a:cubicBezTo>
                <a:cubicBezTo>
                  <a:pt x="776105" y="120206"/>
                  <a:pt x="777103" y="121793"/>
                  <a:pt x="778574" y="122829"/>
                </a:cubicBezTo>
                <a:cubicBezTo>
                  <a:pt x="780045" y="123863"/>
                  <a:pt x="782612" y="124510"/>
                  <a:pt x="786274" y="124769"/>
                </a:cubicBezTo>
                <a:lnTo>
                  <a:pt x="786274" y="128300"/>
                </a:lnTo>
                <a:lnTo>
                  <a:pt x="747529" y="135755"/>
                </a:lnTo>
                <a:lnTo>
                  <a:pt x="747529" y="121238"/>
                </a:lnTo>
                <a:cubicBezTo>
                  <a:pt x="742886" y="126862"/>
                  <a:pt x="738750" y="130687"/>
                  <a:pt x="735121" y="132714"/>
                </a:cubicBezTo>
                <a:cubicBezTo>
                  <a:pt x="731491" y="134741"/>
                  <a:pt x="727388" y="135755"/>
                  <a:pt x="722810" y="135755"/>
                </a:cubicBezTo>
                <a:cubicBezTo>
                  <a:pt x="711105" y="135755"/>
                  <a:pt x="701852" y="130518"/>
                  <a:pt x="695051" y="120045"/>
                </a:cubicBezTo>
                <a:cubicBezTo>
                  <a:pt x="689558" y="111536"/>
                  <a:pt x="686812" y="101096"/>
                  <a:pt x="686812" y="88724"/>
                </a:cubicBezTo>
                <a:cubicBezTo>
                  <a:pt x="686812" y="78840"/>
                  <a:pt x="688512" y="69986"/>
                  <a:pt x="691912" y="62164"/>
                </a:cubicBezTo>
                <a:cubicBezTo>
                  <a:pt x="695313" y="54341"/>
                  <a:pt x="699972" y="48433"/>
                  <a:pt x="705890" y="44440"/>
                </a:cubicBezTo>
                <a:cubicBezTo>
                  <a:pt x="711808" y="40447"/>
                  <a:pt x="718168" y="38451"/>
                  <a:pt x="724968" y="38451"/>
                </a:cubicBezTo>
                <a:cubicBezTo>
                  <a:pt x="729350" y="38451"/>
                  <a:pt x="733241" y="39308"/>
                  <a:pt x="736641" y="41023"/>
                </a:cubicBezTo>
                <a:cubicBezTo>
                  <a:pt x="740041" y="42737"/>
                  <a:pt x="743671" y="45738"/>
                  <a:pt x="747529" y="50025"/>
                </a:cubicBezTo>
                <a:lnTo>
                  <a:pt x="747529" y="22364"/>
                </a:lnTo>
                <a:cubicBezTo>
                  <a:pt x="747529" y="15367"/>
                  <a:pt x="747235" y="11149"/>
                  <a:pt x="746646" y="9711"/>
                </a:cubicBezTo>
                <a:cubicBezTo>
                  <a:pt x="745861" y="7814"/>
                  <a:pt x="744684" y="6408"/>
                  <a:pt x="743115" y="5493"/>
                </a:cubicBezTo>
                <a:cubicBezTo>
                  <a:pt x="741545" y="4577"/>
                  <a:pt x="738603" y="4120"/>
                  <a:pt x="734287" y="4120"/>
                </a:cubicBezTo>
                <a:lnTo>
                  <a:pt x="734287" y="0"/>
                </a:lnTo>
                <a:lnTo>
                  <a:pt x="774994" y="0"/>
                </a:lnTo>
                <a:moveTo>
                  <a:pt x="747529" y="61992"/>
                </a:moveTo>
                <a:cubicBezTo>
                  <a:pt x="742690" y="52837"/>
                  <a:pt x="736772" y="48260"/>
                  <a:pt x="729775" y="48260"/>
                </a:cubicBezTo>
                <a:cubicBezTo>
                  <a:pt x="727355" y="48260"/>
                  <a:pt x="725361" y="48914"/>
                  <a:pt x="723791" y="50222"/>
                </a:cubicBezTo>
                <a:cubicBezTo>
                  <a:pt x="721372" y="52249"/>
                  <a:pt x="719394" y="55813"/>
                  <a:pt x="717857" y="60913"/>
                </a:cubicBezTo>
                <a:cubicBezTo>
                  <a:pt x="716320" y="66014"/>
                  <a:pt x="715552" y="73828"/>
                  <a:pt x="715552" y="84356"/>
                </a:cubicBezTo>
                <a:cubicBezTo>
                  <a:pt x="715552" y="95931"/>
                  <a:pt x="716402" y="104497"/>
                  <a:pt x="718102" y="110056"/>
                </a:cubicBezTo>
                <a:cubicBezTo>
                  <a:pt x="719802" y="115614"/>
                  <a:pt x="722124" y="119636"/>
                  <a:pt x="725066" y="122121"/>
                </a:cubicBezTo>
                <a:cubicBezTo>
                  <a:pt x="726570" y="123363"/>
                  <a:pt x="728630" y="123984"/>
                  <a:pt x="731246" y="123984"/>
                </a:cubicBezTo>
                <a:cubicBezTo>
                  <a:pt x="737001" y="123984"/>
                  <a:pt x="742428" y="119458"/>
                  <a:pt x="747529" y="110405"/>
                </a:cubicBezTo>
                <a:lnTo>
                  <a:pt x="747529" y="61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Search">
            <a:extLst xmlns:a="http://schemas.openxmlformats.org/drawingml/2006/main">
              <a:ext uri="{FF2B5EF4-FFF2-40B4-BE49-F238E27FC236}">
                <a16:creationId xmlns:a16="http://schemas.microsoft.com/office/drawing/2014/main" id="{F46D9B9C-C8B3-4113-A767-7CE04D0F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034" y="1348519"/>
            <a:ext cx="573848" cy="138894"/>
          </a:xfrm>
          <a:custGeom xmlns:a="http://schemas.openxmlformats.org/drawingml/2006/main">
            <a:pathLst>
              <a:path w="573848" h="138894">
                <a:moveTo>
                  <a:pt x="83964" y="0"/>
                </a:moveTo>
                <a:lnTo>
                  <a:pt x="85043" y="44336"/>
                </a:lnTo>
                <a:lnTo>
                  <a:pt x="81021" y="44336"/>
                </a:lnTo>
                <a:cubicBezTo>
                  <a:pt x="79125" y="33248"/>
                  <a:pt x="74466" y="24329"/>
                  <a:pt x="67044" y="17579"/>
                </a:cubicBezTo>
                <a:cubicBezTo>
                  <a:pt x="59622" y="10830"/>
                  <a:pt x="51595" y="7455"/>
                  <a:pt x="42963" y="7455"/>
                </a:cubicBezTo>
                <a:cubicBezTo>
                  <a:pt x="36293" y="7455"/>
                  <a:pt x="31012" y="9232"/>
                  <a:pt x="27122" y="12785"/>
                </a:cubicBezTo>
                <a:cubicBezTo>
                  <a:pt x="23231" y="16337"/>
                  <a:pt x="21285" y="20427"/>
                  <a:pt x="21285" y="25056"/>
                </a:cubicBezTo>
                <a:cubicBezTo>
                  <a:pt x="21285" y="27988"/>
                  <a:pt x="21972" y="30596"/>
                  <a:pt x="23345" y="32878"/>
                </a:cubicBezTo>
                <a:cubicBezTo>
                  <a:pt x="25242" y="35941"/>
                  <a:pt x="28282" y="38972"/>
                  <a:pt x="32467" y="41970"/>
                </a:cubicBezTo>
                <a:cubicBezTo>
                  <a:pt x="35541" y="44122"/>
                  <a:pt x="42636" y="47936"/>
                  <a:pt x="53753" y="53412"/>
                </a:cubicBezTo>
                <a:cubicBezTo>
                  <a:pt x="69316" y="61039"/>
                  <a:pt x="79812" y="68243"/>
                  <a:pt x="85239" y="75026"/>
                </a:cubicBezTo>
                <a:cubicBezTo>
                  <a:pt x="90601" y="81806"/>
                  <a:pt x="93283" y="89565"/>
                  <a:pt x="93283" y="98303"/>
                </a:cubicBezTo>
                <a:cubicBezTo>
                  <a:pt x="93283" y="109387"/>
                  <a:pt x="88950" y="118924"/>
                  <a:pt x="80286" y="126912"/>
                </a:cubicBezTo>
                <a:cubicBezTo>
                  <a:pt x="71621" y="134900"/>
                  <a:pt x="60619" y="138894"/>
                  <a:pt x="47279" y="138894"/>
                </a:cubicBezTo>
                <a:cubicBezTo>
                  <a:pt x="43094" y="138894"/>
                  <a:pt x="39137" y="138469"/>
                  <a:pt x="35410" y="137619"/>
                </a:cubicBezTo>
                <a:cubicBezTo>
                  <a:pt x="31683" y="136769"/>
                  <a:pt x="27007" y="135166"/>
                  <a:pt x="21383" y="132812"/>
                </a:cubicBezTo>
                <a:cubicBezTo>
                  <a:pt x="18245" y="131504"/>
                  <a:pt x="15662" y="130851"/>
                  <a:pt x="13634" y="130851"/>
                </a:cubicBezTo>
                <a:cubicBezTo>
                  <a:pt x="11934" y="130851"/>
                  <a:pt x="10136" y="131513"/>
                  <a:pt x="8239" y="132837"/>
                </a:cubicBezTo>
                <a:cubicBezTo>
                  <a:pt x="6343" y="134161"/>
                  <a:pt x="4806" y="136180"/>
                  <a:pt x="3629" y="138894"/>
                </a:cubicBezTo>
                <a:lnTo>
                  <a:pt x="0" y="138894"/>
                </a:lnTo>
                <a:lnTo>
                  <a:pt x="0" y="88672"/>
                </a:lnTo>
                <a:lnTo>
                  <a:pt x="3629" y="88672"/>
                </a:lnTo>
                <a:cubicBezTo>
                  <a:pt x="6507" y="102764"/>
                  <a:pt x="12049" y="113513"/>
                  <a:pt x="20255" y="120919"/>
                </a:cubicBezTo>
                <a:cubicBezTo>
                  <a:pt x="28462" y="128325"/>
                  <a:pt x="37306" y="132028"/>
                  <a:pt x="46788" y="132028"/>
                </a:cubicBezTo>
                <a:cubicBezTo>
                  <a:pt x="54112" y="132028"/>
                  <a:pt x="59949" y="130039"/>
                  <a:pt x="64297" y="126063"/>
                </a:cubicBezTo>
                <a:cubicBezTo>
                  <a:pt x="68646" y="122086"/>
                  <a:pt x="70820" y="117457"/>
                  <a:pt x="70820" y="112177"/>
                </a:cubicBezTo>
                <a:cubicBezTo>
                  <a:pt x="70820" y="109048"/>
                  <a:pt x="69986" y="106018"/>
                  <a:pt x="68319" y="103085"/>
                </a:cubicBezTo>
                <a:cubicBezTo>
                  <a:pt x="66651" y="100151"/>
                  <a:pt x="64117" y="97363"/>
                  <a:pt x="60717" y="94723"/>
                </a:cubicBezTo>
                <a:cubicBezTo>
                  <a:pt x="57317" y="92083"/>
                  <a:pt x="51300" y="88645"/>
                  <a:pt x="42669" y="84409"/>
                </a:cubicBezTo>
                <a:cubicBezTo>
                  <a:pt x="30571" y="78476"/>
                  <a:pt x="21874" y="73421"/>
                  <a:pt x="16577" y="69242"/>
                </a:cubicBezTo>
                <a:cubicBezTo>
                  <a:pt x="11280" y="65063"/>
                  <a:pt x="7210" y="60394"/>
                  <a:pt x="4365" y="55236"/>
                </a:cubicBezTo>
                <a:cubicBezTo>
                  <a:pt x="1520" y="50078"/>
                  <a:pt x="98" y="44398"/>
                  <a:pt x="98" y="38196"/>
                </a:cubicBezTo>
                <a:cubicBezTo>
                  <a:pt x="98" y="27619"/>
                  <a:pt x="3989" y="18609"/>
                  <a:pt x="11771" y="11167"/>
                </a:cubicBezTo>
                <a:cubicBezTo>
                  <a:pt x="19552" y="3722"/>
                  <a:pt x="29361" y="0"/>
                  <a:pt x="41197" y="0"/>
                </a:cubicBezTo>
                <a:cubicBezTo>
                  <a:pt x="45513" y="0"/>
                  <a:pt x="49698" y="529"/>
                  <a:pt x="53753" y="1588"/>
                </a:cubicBezTo>
                <a:cubicBezTo>
                  <a:pt x="56826" y="2381"/>
                  <a:pt x="60570" y="3851"/>
                  <a:pt x="64984" y="5999"/>
                </a:cubicBezTo>
                <a:cubicBezTo>
                  <a:pt x="69398" y="8146"/>
                  <a:pt x="72488" y="9220"/>
                  <a:pt x="74253" y="9220"/>
                </a:cubicBezTo>
                <a:cubicBezTo>
                  <a:pt x="75953" y="9220"/>
                  <a:pt x="77294" y="8692"/>
                  <a:pt x="78275" y="7636"/>
                </a:cubicBezTo>
                <a:cubicBezTo>
                  <a:pt x="79256" y="6577"/>
                  <a:pt x="80171" y="4032"/>
                  <a:pt x="81021" y="0"/>
                </a:cubicBezTo>
                <a:lnTo>
                  <a:pt x="83964" y="0"/>
                </a:lnTo>
                <a:close/>
                <a:moveTo>
                  <a:pt x="185549" y="86711"/>
                </a:moveTo>
                <a:lnTo>
                  <a:pt x="135229" y="86711"/>
                </a:lnTo>
                <a:cubicBezTo>
                  <a:pt x="135818" y="98906"/>
                  <a:pt x="139055" y="108545"/>
                  <a:pt x="144940" y="115625"/>
                </a:cubicBezTo>
                <a:cubicBezTo>
                  <a:pt x="149452" y="121067"/>
                  <a:pt x="154880" y="123788"/>
                  <a:pt x="161223" y="123788"/>
                </a:cubicBezTo>
                <a:cubicBezTo>
                  <a:pt x="165146" y="123788"/>
                  <a:pt x="168710" y="122693"/>
                  <a:pt x="171914" y="120502"/>
                </a:cubicBezTo>
                <a:cubicBezTo>
                  <a:pt x="175119" y="118312"/>
                  <a:pt x="178552" y="114372"/>
                  <a:pt x="182214" y="108682"/>
                </a:cubicBezTo>
                <a:lnTo>
                  <a:pt x="185549" y="110840"/>
                </a:lnTo>
                <a:cubicBezTo>
                  <a:pt x="180579" y="120976"/>
                  <a:pt x="175086" y="128153"/>
                  <a:pt x="169070" y="132371"/>
                </a:cubicBezTo>
                <a:cubicBezTo>
                  <a:pt x="163054" y="136589"/>
                  <a:pt x="156089" y="138698"/>
                  <a:pt x="148177" y="138698"/>
                </a:cubicBezTo>
                <a:cubicBezTo>
                  <a:pt x="134575" y="138698"/>
                  <a:pt x="124276" y="133461"/>
                  <a:pt x="117279" y="122988"/>
                </a:cubicBezTo>
                <a:cubicBezTo>
                  <a:pt x="111655" y="114544"/>
                  <a:pt x="108843" y="104071"/>
                  <a:pt x="108843" y="91569"/>
                </a:cubicBezTo>
                <a:cubicBezTo>
                  <a:pt x="108843" y="76251"/>
                  <a:pt x="112979" y="64059"/>
                  <a:pt x="121251" y="54994"/>
                </a:cubicBezTo>
                <a:cubicBezTo>
                  <a:pt x="129524" y="45927"/>
                  <a:pt x="139218" y="41394"/>
                  <a:pt x="150335" y="41394"/>
                </a:cubicBezTo>
                <a:cubicBezTo>
                  <a:pt x="159621" y="41394"/>
                  <a:pt x="167680" y="45203"/>
                  <a:pt x="174514" y="52821"/>
                </a:cubicBezTo>
                <a:cubicBezTo>
                  <a:pt x="181347" y="60439"/>
                  <a:pt x="185026" y="71736"/>
                  <a:pt x="185549" y="86711"/>
                </a:cubicBezTo>
                <a:moveTo>
                  <a:pt x="161419" y="80237"/>
                </a:moveTo>
                <a:cubicBezTo>
                  <a:pt x="161419" y="69708"/>
                  <a:pt x="160847" y="62483"/>
                  <a:pt x="159702" y="58559"/>
                </a:cubicBezTo>
                <a:cubicBezTo>
                  <a:pt x="158558" y="54635"/>
                  <a:pt x="156776" y="51660"/>
                  <a:pt x="154356" y="49633"/>
                </a:cubicBezTo>
                <a:cubicBezTo>
                  <a:pt x="152983" y="48456"/>
                  <a:pt x="151152" y="47867"/>
                  <a:pt x="148864" y="47867"/>
                </a:cubicBezTo>
                <a:cubicBezTo>
                  <a:pt x="145463" y="47867"/>
                  <a:pt x="142684" y="49535"/>
                  <a:pt x="140526" y="52870"/>
                </a:cubicBezTo>
                <a:cubicBezTo>
                  <a:pt x="136668" y="58690"/>
                  <a:pt x="134739" y="66668"/>
                  <a:pt x="134739" y="76804"/>
                </a:cubicBezTo>
                <a:lnTo>
                  <a:pt x="134739" y="80237"/>
                </a:lnTo>
                <a:lnTo>
                  <a:pt x="161419" y="80237"/>
                </a:lnTo>
                <a:close/>
                <a:moveTo>
                  <a:pt x="248473" y="122415"/>
                </a:moveTo>
                <a:cubicBezTo>
                  <a:pt x="237291" y="132355"/>
                  <a:pt x="227253" y="137324"/>
                  <a:pt x="218360" y="137324"/>
                </a:cubicBezTo>
                <a:cubicBezTo>
                  <a:pt x="213128" y="137324"/>
                  <a:pt x="208780" y="135603"/>
                  <a:pt x="205314" y="132159"/>
                </a:cubicBezTo>
                <a:cubicBezTo>
                  <a:pt x="201848" y="128714"/>
                  <a:pt x="200115" y="124400"/>
                  <a:pt x="200115" y="119218"/>
                </a:cubicBezTo>
                <a:cubicBezTo>
                  <a:pt x="200115" y="112196"/>
                  <a:pt x="203123" y="105881"/>
                  <a:pt x="209140" y="100271"/>
                </a:cubicBezTo>
                <a:cubicBezTo>
                  <a:pt x="215156" y="94662"/>
                  <a:pt x="228267" y="87199"/>
                  <a:pt x="248473" y="77883"/>
                </a:cubicBezTo>
                <a:lnTo>
                  <a:pt x="248473" y="68662"/>
                </a:lnTo>
                <a:cubicBezTo>
                  <a:pt x="248473" y="61731"/>
                  <a:pt x="248097" y="57366"/>
                  <a:pt x="247345" y="55567"/>
                </a:cubicBezTo>
                <a:cubicBezTo>
                  <a:pt x="246593" y="53769"/>
                  <a:pt x="245171" y="52200"/>
                  <a:pt x="243078" y="50859"/>
                </a:cubicBezTo>
                <a:cubicBezTo>
                  <a:pt x="240986" y="49519"/>
                  <a:pt x="238632" y="48848"/>
                  <a:pt x="236016" y="48848"/>
                </a:cubicBezTo>
                <a:cubicBezTo>
                  <a:pt x="231765" y="48848"/>
                  <a:pt x="228267" y="49796"/>
                  <a:pt x="225520" y="51693"/>
                </a:cubicBezTo>
                <a:cubicBezTo>
                  <a:pt x="223820" y="52870"/>
                  <a:pt x="222970" y="54243"/>
                  <a:pt x="222970" y="55813"/>
                </a:cubicBezTo>
                <a:cubicBezTo>
                  <a:pt x="222970" y="57186"/>
                  <a:pt x="223886" y="58886"/>
                  <a:pt x="225717" y="60913"/>
                </a:cubicBezTo>
                <a:cubicBezTo>
                  <a:pt x="228201" y="63725"/>
                  <a:pt x="229444" y="66439"/>
                  <a:pt x="229444" y="69055"/>
                </a:cubicBezTo>
                <a:cubicBezTo>
                  <a:pt x="229444" y="72259"/>
                  <a:pt x="228251" y="74989"/>
                  <a:pt x="225864" y="77245"/>
                </a:cubicBezTo>
                <a:cubicBezTo>
                  <a:pt x="223477" y="79501"/>
                  <a:pt x="220354" y="80629"/>
                  <a:pt x="216496" y="80629"/>
                </a:cubicBezTo>
                <a:cubicBezTo>
                  <a:pt x="212376" y="80629"/>
                  <a:pt x="208927" y="79387"/>
                  <a:pt x="206148" y="76902"/>
                </a:cubicBezTo>
                <a:cubicBezTo>
                  <a:pt x="203369" y="74417"/>
                  <a:pt x="201979" y="71507"/>
                  <a:pt x="201979" y="68172"/>
                </a:cubicBezTo>
                <a:cubicBezTo>
                  <a:pt x="201979" y="63464"/>
                  <a:pt x="203843" y="58968"/>
                  <a:pt x="207570" y="54685"/>
                </a:cubicBezTo>
                <a:cubicBezTo>
                  <a:pt x="211297" y="50401"/>
                  <a:pt x="216496" y="47115"/>
                  <a:pt x="223166" y="44827"/>
                </a:cubicBezTo>
                <a:cubicBezTo>
                  <a:pt x="229836" y="42538"/>
                  <a:pt x="236768" y="41394"/>
                  <a:pt x="243961" y="41394"/>
                </a:cubicBezTo>
                <a:cubicBezTo>
                  <a:pt x="252658" y="41394"/>
                  <a:pt x="259541" y="43246"/>
                  <a:pt x="264609" y="46951"/>
                </a:cubicBezTo>
                <a:cubicBezTo>
                  <a:pt x="269677" y="50654"/>
                  <a:pt x="272963" y="54668"/>
                  <a:pt x="274467" y="58994"/>
                </a:cubicBezTo>
                <a:cubicBezTo>
                  <a:pt x="275382" y="61747"/>
                  <a:pt x="275840" y="68072"/>
                  <a:pt x="275840" y="77968"/>
                </a:cubicBezTo>
                <a:lnTo>
                  <a:pt x="275840" y="113657"/>
                </a:lnTo>
                <a:cubicBezTo>
                  <a:pt x="275840" y="117853"/>
                  <a:pt x="276003" y="120492"/>
                  <a:pt x="276330" y="121575"/>
                </a:cubicBezTo>
                <a:cubicBezTo>
                  <a:pt x="276657" y="122656"/>
                  <a:pt x="277148" y="123459"/>
                  <a:pt x="277802" y="123984"/>
                </a:cubicBezTo>
                <a:cubicBezTo>
                  <a:pt x="278456" y="124507"/>
                  <a:pt x="279208" y="124769"/>
                  <a:pt x="280058" y="124769"/>
                </a:cubicBezTo>
                <a:cubicBezTo>
                  <a:pt x="281758" y="124769"/>
                  <a:pt x="283491" y="123559"/>
                  <a:pt x="285257" y="121140"/>
                </a:cubicBezTo>
                <a:lnTo>
                  <a:pt x="288199" y="123494"/>
                </a:lnTo>
                <a:cubicBezTo>
                  <a:pt x="284930" y="128333"/>
                  <a:pt x="281545" y="131848"/>
                  <a:pt x="278047" y="134038"/>
                </a:cubicBezTo>
                <a:cubicBezTo>
                  <a:pt x="274548" y="136229"/>
                  <a:pt x="270576" y="137324"/>
                  <a:pt x="266129" y="137324"/>
                </a:cubicBezTo>
                <a:cubicBezTo>
                  <a:pt x="260898" y="137324"/>
                  <a:pt x="256811" y="136090"/>
                  <a:pt x="253868" y="133622"/>
                </a:cubicBezTo>
                <a:cubicBezTo>
                  <a:pt x="250925" y="131153"/>
                  <a:pt x="249127" y="127417"/>
                  <a:pt x="248473" y="122415"/>
                </a:cubicBezTo>
                <a:moveTo>
                  <a:pt x="248473" y="115156"/>
                </a:moveTo>
                <a:lnTo>
                  <a:pt x="248473" y="84473"/>
                </a:lnTo>
                <a:cubicBezTo>
                  <a:pt x="240561" y="89138"/>
                  <a:pt x="234675" y="94133"/>
                  <a:pt x="230817" y="99456"/>
                </a:cubicBezTo>
                <a:cubicBezTo>
                  <a:pt x="228267" y="103004"/>
                  <a:pt x="226992" y="106585"/>
                  <a:pt x="226992" y="110200"/>
                </a:cubicBezTo>
                <a:cubicBezTo>
                  <a:pt x="226992" y="113222"/>
                  <a:pt x="228071" y="115884"/>
                  <a:pt x="230229" y="118185"/>
                </a:cubicBezTo>
                <a:cubicBezTo>
                  <a:pt x="231863" y="119959"/>
                  <a:pt x="234152" y="120845"/>
                  <a:pt x="237095" y="120845"/>
                </a:cubicBezTo>
                <a:cubicBezTo>
                  <a:pt x="240365" y="120845"/>
                  <a:pt x="244157" y="118949"/>
                  <a:pt x="248473" y="115156"/>
                </a:cubicBezTo>
                <a:close/>
                <a:moveTo>
                  <a:pt x="336562" y="44140"/>
                </a:moveTo>
                <a:lnTo>
                  <a:pt x="336562" y="64935"/>
                </a:lnTo>
                <a:cubicBezTo>
                  <a:pt x="342643" y="55453"/>
                  <a:pt x="347973" y="49159"/>
                  <a:pt x="352550" y="46053"/>
                </a:cubicBezTo>
                <a:cubicBezTo>
                  <a:pt x="357128" y="42947"/>
                  <a:pt x="361542" y="41394"/>
                  <a:pt x="365792" y="41394"/>
                </a:cubicBezTo>
                <a:cubicBezTo>
                  <a:pt x="369454" y="41394"/>
                  <a:pt x="372381" y="42526"/>
                  <a:pt x="374571" y="44790"/>
                </a:cubicBezTo>
                <a:cubicBezTo>
                  <a:pt x="376762" y="47054"/>
                  <a:pt x="377857" y="50253"/>
                  <a:pt x="377857" y="54387"/>
                </a:cubicBezTo>
                <a:cubicBezTo>
                  <a:pt x="377857" y="58785"/>
                  <a:pt x="376795" y="62199"/>
                  <a:pt x="374669" y="64628"/>
                </a:cubicBezTo>
                <a:cubicBezTo>
                  <a:pt x="372544" y="67056"/>
                  <a:pt x="369977" y="68270"/>
                  <a:pt x="366969" y="68270"/>
                </a:cubicBezTo>
                <a:cubicBezTo>
                  <a:pt x="363504" y="68270"/>
                  <a:pt x="360495" y="67158"/>
                  <a:pt x="357945" y="64935"/>
                </a:cubicBezTo>
                <a:cubicBezTo>
                  <a:pt x="355395" y="62711"/>
                  <a:pt x="353891" y="61469"/>
                  <a:pt x="353433" y="61207"/>
                </a:cubicBezTo>
                <a:cubicBezTo>
                  <a:pt x="352779" y="60815"/>
                  <a:pt x="352027" y="60619"/>
                  <a:pt x="351177" y="60619"/>
                </a:cubicBezTo>
                <a:cubicBezTo>
                  <a:pt x="349281" y="60619"/>
                  <a:pt x="347482" y="61338"/>
                  <a:pt x="345782" y="62777"/>
                </a:cubicBezTo>
                <a:cubicBezTo>
                  <a:pt x="343101" y="65000"/>
                  <a:pt x="341074" y="68172"/>
                  <a:pt x="339701" y="72291"/>
                </a:cubicBezTo>
                <a:cubicBezTo>
                  <a:pt x="337608" y="78635"/>
                  <a:pt x="336562" y="85632"/>
                  <a:pt x="336562" y="93283"/>
                </a:cubicBezTo>
                <a:lnTo>
                  <a:pt x="336562" y="114372"/>
                </a:lnTo>
                <a:lnTo>
                  <a:pt x="336660" y="119865"/>
                </a:lnTo>
                <a:cubicBezTo>
                  <a:pt x="336660" y="123592"/>
                  <a:pt x="336889" y="125979"/>
                  <a:pt x="337346" y="127025"/>
                </a:cubicBezTo>
                <a:cubicBezTo>
                  <a:pt x="338131" y="128791"/>
                  <a:pt x="339292" y="130082"/>
                  <a:pt x="340829" y="130900"/>
                </a:cubicBezTo>
                <a:cubicBezTo>
                  <a:pt x="342365" y="131717"/>
                  <a:pt x="344965" y="132224"/>
                  <a:pt x="348627" y="132420"/>
                </a:cubicBezTo>
                <a:lnTo>
                  <a:pt x="348627" y="135951"/>
                </a:lnTo>
                <a:lnTo>
                  <a:pt x="299092" y="135951"/>
                </a:lnTo>
                <a:lnTo>
                  <a:pt x="299092" y="132420"/>
                </a:lnTo>
                <a:cubicBezTo>
                  <a:pt x="303081" y="132093"/>
                  <a:pt x="305778" y="130998"/>
                  <a:pt x="307184" y="129134"/>
                </a:cubicBezTo>
                <a:cubicBezTo>
                  <a:pt x="308590" y="127270"/>
                  <a:pt x="309293" y="122350"/>
                  <a:pt x="309293" y="114372"/>
                </a:cubicBezTo>
                <a:lnTo>
                  <a:pt x="309293" y="63562"/>
                </a:lnTo>
                <a:cubicBezTo>
                  <a:pt x="309293" y="58297"/>
                  <a:pt x="309032" y="54942"/>
                  <a:pt x="308508" y="53495"/>
                </a:cubicBezTo>
                <a:cubicBezTo>
                  <a:pt x="307854" y="51652"/>
                  <a:pt x="306906" y="50303"/>
                  <a:pt x="305664" y="49449"/>
                </a:cubicBezTo>
                <a:cubicBezTo>
                  <a:pt x="304421" y="48593"/>
                  <a:pt x="302231" y="48000"/>
                  <a:pt x="299092" y="47671"/>
                </a:cubicBezTo>
                <a:lnTo>
                  <a:pt x="299092" y="44140"/>
                </a:lnTo>
                <a:lnTo>
                  <a:pt x="336562" y="44140"/>
                </a:lnTo>
                <a:close/>
                <a:moveTo>
                  <a:pt x="459525" y="112235"/>
                </a:moveTo>
                <a:lnTo>
                  <a:pt x="462566" y="114586"/>
                </a:lnTo>
                <a:cubicBezTo>
                  <a:pt x="458250" y="122721"/>
                  <a:pt x="452872" y="128774"/>
                  <a:pt x="446430" y="132745"/>
                </a:cubicBezTo>
                <a:cubicBezTo>
                  <a:pt x="439989" y="136713"/>
                  <a:pt x="433139" y="138698"/>
                  <a:pt x="425881" y="138698"/>
                </a:cubicBezTo>
                <a:cubicBezTo>
                  <a:pt x="413652" y="138698"/>
                  <a:pt x="403876" y="134083"/>
                  <a:pt x="396552" y="124855"/>
                </a:cubicBezTo>
                <a:cubicBezTo>
                  <a:pt x="389228" y="115624"/>
                  <a:pt x="385566" y="104529"/>
                  <a:pt x="385566" y="91569"/>
                </a:cubicBezTo>
                <a:cubicBezTo>
                  <a:pt x="385566" y="79065"/>
                  <a:pt x="388901" y="68068"/>
                  <a:pt x="395571" y="58577"/>
                </a:cubicBezTo>
                <a:cubicBezTo>
                  <a:pt x="403615" y="47121"/>
                  <a:pt x="414699" y="41394"/>
                  <a:pt x="428823" y="41394"/>
                </a:cubicBezTo>
                <a:cubicBezTo>
                  <a:pt x="438305" y="41394"/>
                  <a:pt x="445842" y="43787"/>
                  <a:pt x="451433" y="48575"/>
                </a:cubicBezTo>
                <a:cubicBezTo>
                  <a:pt x="457024" y="53361"/>
                  <a:pt x="459820" y="58705"/>
                  <a:pt x="459820" y="64607"/>
                </a:cubicBezTo>
                <a:cubicBezTo>
                  <a:pt x="459820" y="68344"/>
                  <a:pt x="458692" y="71328"/>
                  <a:pt x="456436" y="73557"/>
                </a:cubicBezTo>
                <a:cubicBezTo>
                  <a:pt x="454179" y="75787"/>
                  <a:pt x="451220" y="76902"/>
                  <a:pt x="447558" y="76902"/>
                </a:cubicBezTo>
                <a:cubicBezTo>
                  <a:pt x="443700" y="76902"/>
                  <a:pt x="440512" y="75622"/>
                  <a:pt x="437995" y="73064"/>
                </a:cubicBezTo>
                <a:cubicBezTo>
                  <a:pt x="435477" y="70503"/>
                  <a:pt x="433924" y="65942"/>
                  <a:pt x="433336" y="59381"/>
                </a:cubicBezTo>
                <a:cubicBezTo>
                  <a:pt x="432943" y="55247"/>
                  <a:pt x="431995" y="52359"/>
                  <a:pt x="430491" y="50718"/>
                </a:cubicBezTo>
                <a:cubicBezTo>
                  <a:pt x="428987" y="49079"/>
                  <a:pt x="427221" y="48260"/>
                  <a:pt x="425194" y="48260"/>
                </a:cubicBezTo>
                <a:cubicBezTo>
                  <a:pt x="422055" y="48260"/>
                  <a:pt x="419374" y="49927"/>
                  <a:pt x="417151" y="53262"/>
                </a:cubicBezTo>
                <a:cubicBezTo>
                  <a:pt x="413751" y="58297"/>
                  <a:pt x="412050" y="66014"/>
                  <a:pt x="412050" y="76411"/>
                </a:cubicBezTo>
                <a:cubicBezTo>
                  <a:pt x="412050" y="85043"/>
                  <a:pt x="413424" y="93299"/>
                  <a:pt x="416170" y="101179"/>
                </a:cubicBezTo>
                <a:cubicBezTo>
                  <a:pt x="418917" y="109058"/>
                  <a:pt x="422677" y="114927"/>
                  <a:pt x="427450" y="118786"/>
                </a:cubicBezTo>
                <a:cubicBezTo>
                  <a:pt x="431047" y="121598"/>
                  <a:pt x="435297" y="123003"/>
                  <a:pt x="440202" y="123003"/>
                </a:cubicBezTo>
                <a:cubicBezTo>
                  <a:pt x="443406" y="123003"/>
                  <a:pt x="446447" y="122253"/>
                  <a:pt x="449324" y="120754"/>
                </a:cubicBezTo>
                <a:cubicBezTo>
                  <a:pt x="452201" y="119252"/>
                  <a:pt x="455602" y="116412"/>
                  <a:pt x="459525" y="112235"/>
                </a:cubicBezTo>
                <a:close/>
                <a:moveTo>
                  <a:pt x="512150" y="2943"/>
                </a:moveTo>
                <a:lnTo>
                  <a:pt x="512150" y="56009"/>
                </a:lnTo>
                <a:cubicBezTo>
                  <a:pt x="517186" y="50675"/>
                  <a:pt x="521796" y="46906"/>
                  <a:pt x="525981" y="44701"/>
                </a:cubicBezTo>
                <a:cubicBezTo>
                  <a:pt x="530166" y="42496"/>
                  <a:pt x="534515" y="41394"/>
                  <a:pt x="539027" y="41394"/>
                </a:cubicBezTo>
                <a:cubicBezTo>
                  <a:pt x="544781" y="41394"/>
                  <a:pt x="549702" y="43028"/>
                  <a:pt x="553789" y="46298"/>
                </a:cubicBezTo>
                <a:cubicBezTo>
                  <a:pt x="557876" y="49568"/>
                  <a:pt x="560590" y="53409"/>
                  <a:pt x="561930" y="57823"/>
                </a:cubicBezTo>
                <a:cubicBezTo>
                  <a:pt x="563271" y="62237"/>
                  <a:pt x="563941" y="69676"/>
                  <a:pt x="563941" y="80139"/>
                </a:cubicBezTo>
                <a:lnTo>
                  <a:pt x="563941" y="115941"/>
                </a:lnTo>
                <a:cubicBezTo>
                  <a:pt x="563941" y="122981"/>
                  <a:pt x="564595" y="127372"/>
                  <a:pt x="565903" y="129116"/>
                </a:cubicBezTo>
                <a:cubicBezTo>
                  <a:pt x="567211" y="130859"/>
                  <a:pt x="569859" y="131960"/>
                  <a:pt x="573848" y="132420"/>
                </a:cubicBezTo>
                <a:lnTo>
                  <a:pt x="573848" y="135951"/>
                </a:lnTo>
                <a:lnTo>
                  <a:pt x="527354" y="135951"/>
                </a:lnTo>
                <a:lnTo>
                  <a:pt x="527354" y="132420"/>
                </a:lnTo>
                <a:cubicBezTo>
                  <a:pt x="530624" y="131960"/>
                  <a:pt x="533076" y="130644"/>
                  <a:pt x="534711" y="128472"/>
                </a:cubicBezTo>
                <a:cubicBezTo>
                  <a:pt x="535888" y="126761"/>
                  <a:pt x="536476" y="122585"/>
                  <a:pt x="536476" y="115941"/>
                </a:cubicBezTo>
                <a:lnTo>
                  <a:pt x="536476" y="75102"/>
                </a:lnTo>
                <a:cubicBezTo>
                  <a:pt x="536476" y="67529"/>
                  <a:pt x="536182" y="62780"/>
                  <a:pt x="535594" y="60855"/>
                </a:cubicBezTo>
                <a:cubicBezTo>
                  <a:pt x="535005" y="58928"/>
                  <a:pt x="534008" y="57426"/>
                  <a:pt x="532602" y="56349"/>
                </a:cubicBezTo>
                <a:cubicBezTo>
                  <a:pt x="531196" y="55272"/>
                  <a:pt x="529610" y="54734"/>
                  <a:pt x="527845" y="54734"/>
                </a:cubicBezTo>
                <a:cubicBezTo>
                  <a:pt x="525229" y="54734"/>
                  <a:pt x="522679" y="55633"/>
                  <a:pt x="520194" y="57431"/>
                </a:cubicBezTo>
                <a:cubicBezTo>
                  <a:pt x="517709" y="59229"/>
                  <a:pt x="515028" y="62385"/>
                  <a:pt x="512150" y="66897"/>
                </a:cubicBezTo>
                <a:lnTo>
                  <a:pt x="512150" y="115941"/>
                </a:lnTo>
                <a:cubicBezTo>
                  <a:pt x="512150" y="122519"/>
                  <a:pt x="512641" y="126631"/>
                  <a:pt x="513622" y="128276"/>
                </a:cubicBezTo>
                <a:cubicBezTo>
                  <a:pt x="514864" y="130511"/>
                  <a:pt x="517414" y="131893"/>
                  <a:pt x="521273" y="132420"/>
                </a:cubicBezTo>
                <a:lnTo>
                  <a:pt x="521273" y="135951"/>
                </a:lnTo>
                <a:lnTo>
                  <a:pt x="474778" y="135951"/>
                </a:lnTo>
                <a:lnTo>
                  <a:pt x="474778" y="132420"/>
                </a:lnTo>
                <a:cubicBezTo>
                  <a:pt x="478637" y="132026"/>
                  <a:pt x="481383" y="130776"/>
                  <a:pt x="483018" y="128671"/>
                </a:cubicBezTo>
                <a:cubicBezTo>
                  <a:pt x="484130" y="127224"/>
                  <a:pt x="484685" y="122981"/>
                  <a:pt x="484685" y="115941"/>
                </a:cubicBezTo>
                <a:lnTo>
                  <a:pt x="484685" y="22953"/>
                </a:lnTo>
                <a:cubicBezTo>
                  <a:pt x="484685" y="15937"/>
                  <a:pt x="484048" y="11569"/>
                  <a:pt x="482773" y="9849"/>
                </a:cubicBezTo>
                <a:cubicBezTo>
                  <a:pt x="481498" y="8128"/>
                  <a:pt x="478833" y="7003"/>
                  <a:pt x="474778" y="6474"/>
                </a:cubicBezTo>
                <a:lnTo>
                  <a:pt x="474778" y="2943"/>
                </a:lnTo>
                <a:lnTo>
                  <a:pt x="512150" y="29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2AFF1F-C3A1-4D06-B8FF-F070FF1D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74" y="1560850"/>
            <a:ext cx="1249261" cy="473965"/>
          </a:xfrm>
          <a:custGeom xmlns:a="http://schemas.openxmlformats.org/drawingml/2006/main">
            <a:pathLst>
              <a:path w="1249261" h="473965">
                <a:moveTo>
                  <a:pt x="0" y="78996"/>
                </a:moveTo>
                <a:cubicBezTo>
                  <a:pt x="0" y="35367"/>
                  <a:pt x="35367" y="0"/>
                  <a:pt x="78996" y="0"/>
                </a:cubicBezTo>
                <a:lnTo>
                  <a:pt x="1170265" y="0"/>
                </a:lnTo>
                <a:cubicBezTo>
                  <a:pt x="1213893" y="0"/>
                  <a:pt x="1249261" y="35367"/>
                  <a:pt x="1249261" y="78996"/>
                </a:cubicBezTo>
                <a:lnTo>
                  <a:pt x="1249261" y="394969"/>
                </a:lnTo>
                <a:cubicBezTo>
                  <a:pt x="1249261" y="438597"/>
                  <a:pt x="1213893" y="473965"/>
                  <a:pt x="1170265" y="473965"/>
                </a:cubicBezTo>
                <a:lnTo>
                  <a:pt x="78996" y="473965"/>
                </a:lnTo>
                <a:cubicBezTo>
                  <a:pt x="35367" y="473965"/>
                  <a:pt x="0" y="438597"/>
                  <a:pt x="0" y="394969"/>
                </a:cubicBezTo>
                <a:lnTo>
                  <a:pt x="0" y="78996"/>
                </a:lnTo>
                <a:close/>
              </a:path>
            </a:pathLst>
          </a:custGeom>
          <a:solidFill xmlns:a="http://schemas.openxmlformats.org/drawingml/2006/main">
            <a:srgbClr val="E3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Of">
            <a:extLst xmlns:a="http://schemas.openxmlformats.org/drawingml/2006/main">
              <a:ext uri="{FF2B5EF4-FFF2-40B4-BE49-F238E27FC236}">
                <a16:creationId xmlns:a16="http://schemas.microsoft.com/office/drawing/2014/main" id="{09B4011B-613E-4382-8B1D-0E8A1B60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711" y="1615322"/>
            <a:ext cx="230409" cy="138894"/>
          </a:xfrm>
          <a:custGeom xmlns:a="http://schemas.openxmlformats.org/drawingml/2006/main">
            <a:pathLst>
              <a:path w="230409" h="138894">
                <a:moveTo>
                  <a:pt x="69741" y="981"/>
                </a:moveTo>
                <a:cubicBezTo>
                  <a:pt x="90928" y="196"/>
                  <a:pt x="108143" y="6376"/>
                  <a:pt x="121385" y="19520"/>
                </a:cubicBezTo>
                <a:cubicBezTo>
                  <a:pt x="134627" y="32664"/>
                  <a:pt x="141248" y="49110"/>
                  <a:pt x="141248" y="68858"/>
                </a:cubicBezTo>
                <a:cubicBezTo>
                  <a:pt x="141248" y="85730"/>
                  <a:pt x="136311" y="100574"/>
                  <a:pt x="126437" y="113391"/>
                </a:cubicBezTo>
                <a:cubicBezTo>
                  <a:pt x="113358" y="130393"/>
                  <a:pt x="94885" y="138894"/>
                  <a:pt x="71016" y="138894"/>
                </a:cubicBezTo>
                <a:cubicBezTo>
                  <a:pt x="47083" y="138894"/>
                  <a:pt x="28577" y="130785"/>
                  <a:pt x="15498" y="114568"/>
                </a:cubicBezTo>
                <a:cubicBezTo>
                  <a:pt x="5166" y="101751"/>
                  <a:pt x="0" y="86547"/>
                  <a:pt x="0" y="68956"/>
                </a:cubicBezTo>
                <a:cubicBezTo>
                  <a:pt x="0" y="49208"/>
                  <a:pt x="6719" y="32745"/>
                  <a:pt x="20157" y="19569"/>
                </a:cubicBezTo>
                <a:cubicBezTo>
                  <a:pt x="33595" y="6392"/>
                  <a:pt x="50123" y="196"/>
                  <a:pt x="69741" y="981"/>
                </a:cubicBezTo>
                <a:moveTo>
                  <a:pt x="70918" y="7259"/>
                </a:moveTo>
                <a:cubicBezTo>
                  <a:pt x="58755" y="7259"/>
                  <a:pt x="49502" y="13466"/>
                  <a:pt x="43159" y="25880"/>
                </a:cubicBezTo>
                <a:cubicBezTo>
                  <a:pt x="37993" y="36073"/>
                  <a:pt x="35410" y="50710"/>
                  <a:pt x="35410" y="69790"/>
                </a:cubicBezTo>
                <a:cubicBezTo>
                  <a:pt x="35410" y="92463"/>
                  <a:pt x="39399" y="109223"/>
                  <a:pt x="47377" y="120070"/>
                </a:cubicBezTo>
                <a:cubicBezTo>
                  <a:pt x="52935" y="127649"/>
                  <a:pt x="60717" y="131439"/>
                  <a:pt x="70722" y="131439"/>
                </a:cubicBezTo>
                <a:cubicBezTo>
                  <a:pt x="77458" y="131439"/>
                  <a:pt x="83081" y="129805"/>
                  <a:pt x="87593" y="126538"/>
                </a:cubicBezTo>
                <a:cubicBezTo>
                  <a:pt x="93348" y="122357"/>
                  <a:pt x="97827" y="115676"/>
                  <a:pt x="101032" y="106497"/>
                </a:cubicBezTo>
                <a:cubicBezTo>
                  <a:pt x="104236" y="97315"/>
                  <a:pt x="105838" y="85341"/>
                  <a:pt x="105838" y="70575"/>
                </a:cubicBezTo>
                <a:cubicBezTo>
                  <a:pt x="105838" y="52997"/>
                  <a:pt x="104203" y="39847"/>
                  <a:pt x="100933" y="31125"/>
                </a:cubicBezTo>
                <a:cubicBezTo>
                  <a:pt x="97664" y="22401"/>
                  <a:pt x="93495" y="16243"/>
                  <a:pt x="88427" y="12650"/>
                </a:cubicBezTo>
                <a:cubicBezTo>
                  <a:pt x="83359" y="9056"/>
                  <a:pt x="77523" y="7259"/>
                  <a:pt x="70918" y="7259"/>
                </a:cubicBezTo>
                <a:close/>
                <a:moveTo>
                  <a:pt x="195588" y="53753"/>
                </a:moveTo>
                <a:lnTo>
                  <a:pt x="195588" y="117510"/>
                </a:lnTo>
                <a:cubicBezTo>
                  <a:pt x="195588" y="123657"/>
                  <a:pt x="196241" y="127516"/>
                  <a:pt x="197549" y="129085"/>
                </a:cubicBezTo>
                <a:cubicBezTo>
                  <a:pt x="199642" y="131504"/>
                  <a:pt x="203500" y="132616"/>
                  <a:pt x="209124" y="132420"/>
                </a:cubicBezTo>
                <a:lnTo>
                  <a:pt x="209124" y="135951"/>
                </a:lnTo>
                <a:lnTo>
                  <a:pt x="155077" y="135951"/>
                </a:lnTo>
                <a:lnTo>
                  <a:pt x="155077" y="132420"/>
                </a:lnTo>
                <a:cubicBezTo>
                  <a:pt x="159197" y="132355"/>
                  <a:pt x="162123" y="131880"/>
                  <a:pt x="163856" y="130998"/>
                </a:cubicBezTo>
                <a:cubicBezTo>
                  <a:pt x="165589" y="130115"/>
                  <a:pt x="166782" y="128889"/>
                  <a:pt x="167436" y="127319"/>
                </a:cubicBezTo>
                <a:cubicBezTo>
                  <a:pt x="168090" y="125750"/>
                  <a:pt x="168417" y="122480"/>
                  <a:pt x="168417" y="117510"/>
                </a:cubicBezTo>
                <a:lnTo>
                  <a:pt x="168417" y="53753"/>
                </a:lnTo>
                <a:lnTo>
                  <a:pt x="155077" y="53753"/>
                </a:lnTo>
                <a:lnTo>
                  <a:pt x="155077" y="44140"/>
                </a:lnTo>
                <a:lnTo>
                  <a:pt x="168417" y="44140"/>
                </a:lnTo>
                <a:lnTo>
                  <a:pt x="168417" y="37403"/>
                </a:lnTo>
                <a:lnTo>
                  <a:pt x="168319" y="32811"/>
                </a:lnTo>
                <a:cubicBezTo>
                  <a:pt x="168319" y="23437"/>
                  <a:pt x="171768" y="15626"/>
                  <a:pt x="178667" y="9377"/>
                </a:cubicBezTo>
                <a:cubicBezTo>
                  <a:pt x="185566" y="3126"/>
                  <a:pt x="194901" y="0"/>
                  <a:pt x="206672" y="0"/>
                </a:cubicBezTo>
                <a:cubicBezTo>
                  <a:pt x="214715" y="0"/>
                  <a:pt x="220682" y="1510"/>
                  <a:pt x="224573" y="4530"/>
                </a:cubicBezTo>
                <a:cubicBezTo>
                  <a:pt x="228464" y="7549"/>
                  <a:pt x="230409" y="10896"/>
                  <a:pt x="230409" y="14572"/>
                </a:cubicBezTo>
                <a:cubicBezTo>
                  <a:pt x="230409" y="17527"/>
                  <a:pt x="229199" y="20088"/>
                  <a:pt x="226780" y="22254"/>
                </a:cubicBezTo>
                <a:cubicBezTo>
                  <a:pt x="224360" y="24420"/>
                  <a:pt x="221156" y="25503"/>
                  <a:pt x="217167" y="25503"/>
                </a:cubicBezTo>
                <a:cubicBezTo>
                  <a:pt x="213767" y="25503"/>
                  <a:pt x="211069" y="24620"/>
                  <a:pt x="209075" y="22855"/>
                </a:cubicBezTo>
                <a:cubicBezTo>
                  <a:pt x="207080" y="21089"/>
                  <a:pt x="206083" y="19127"/>
                  <a:pt x="206083" y="16969"/>
                </a:cubicBezTo>
                <a:cubicBezTo>
                  <a:pt x="206083" y="16381"/>
                  <a:pt x="206279" y="15171"/>
                  <a:pt x="206672" y="13340"/>
                </a:cubicBezTo>
                <a:cubicBezTo>
                  <a:pt x="206933" y="12228"/>
                  <a:pt x="207064" y="11182"/>
                  <a:pt x="207064" y="10201"/>
                </a:cubicBezTo>
                <a:cubicBezTo>
                  <a:pt x="207064" y="8828"/>
                  <a:pt x="206672" y="7814"/>
                  <a:pt x="205887" y="7160"/>
                </a:cubicBezTo>
                <a:cubicBezTo>
                  <a:pt x="204841" y="6180"/>
                  <a:pt x="203565" y="5689"/>
                  <a:pt x="202061" y="5689"/>
                </a:cubicBezTo>
                <a:cubicBezTo>
                  <a:pt x="200165" y="5689"/>
                  <a:pt x="198579" y="6468"/>
                  <a:pt x="197304" y="8025"/>
                </a:cubicBezTo>
                <a:cubicBezTo>
                  <a:pt x="196029" y="9582"/>
                  <a:pt x="195391" y="12080"/>
                  <a:pt x="195391" y="15519"/>
                </a:cubicBezTo>
                <a:lnTo>
                  <a:pt x="195588" y="32556"/>
                </a:lnTo>
                <a:lnTo>
                  <a:pt x="195588" y="44140"/>
                </a:lnTo>
                <a:lnTo>
                  <a:pt x="209124" y="44140"/>
                </a:lnTo>
                <a:lnTo>
                  <a:pt x="209124" y="53753"/>
                </a:lnTo>
                <a:lnTo>
                  <a:pt x="195588" y="537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f">
            <a:extLst xmlns:a="http://schemas.openxmlformats.org/drawingml/2006/main">
              <a:ext uri="{FF2B5EF4-FFF2-40B4-BE49-F238E27FC236}">
                <a16:creationId xmlns:a16="http://schemas.microsoft.com/office/drawing/2014/main" id="{C3221D95-E71A-49EB-9715-60332898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241" y="1615322"/>
            <a:ext cx="75332" cy="135951"/>
          </a:xfrm>
          <a:custGeom xmlns:a="http://schemas.openxmlformats.org/drawingml/2006/main">
            <a:pathLst>
              <a:path w="75332" h="135951">
                <a:moveTo>
                  <a:pt x="40511" y="53753"/>
                </a:moveTo>
                <a:lnTo>
                  <a:pt x="40511" y="117510"/>
                </a:lnTo>
                <a:cubicBezTo>
                  <a:pt x="40511" y="123657"/>
                  <a:pt x="41165" y="127516"/>
                  <a:pt x="42472" y="129085"/>
                </a:cubicBezTo>
                <a:cubicBezTo>
                  <a:pt x="44565" y="131504"/>
                  <a:pt x="48423" y="132616"/>
                  <a:pt x="54047" y="132420"/>
                </a:cubicBezTo>
                <a:lnTo>
                  <a:pt x="54047" y="135951"/>
                </a:lnTo>
                <a:lnTo>
                  <a:pt x="0" y="135951"/>
                </a:lnTo>
                <a:lnTo>
                  <a:pt x="0" y="132420"/>
                </a:lnTo>
                <a:cubicBezTo>
                  <a:pt x="4120" y="132355"/>
                  <a:pt x="7046" y="131880"/>
                  <a:pt x="8779" y="130998"/>
                </a:cubicBezTo>
                <a:cubicBezTo>
                  <a:pt x="10512" y="130115"/>
                  <a:pt x="11705" y="128889"/>
                  <a:pt x="12359" y="127319"/>
                </a:cubicBezTo>
                <a:cubicBezTo>
                  <a:pt x="13013" y="125750"/>
                  <a:pt x="13340" y="122480"/>
                  <a:pt x="13340" y="117510"/>
                </a:cubicBezTo>
                <a:lnTo>
                  <a:pt x="13340" y="53753"/>
                </a:lnTo>
                <a:lnTo>
                  <a:pt x="0" y="53753"/>
                </a:lnTo>
                <a:lnTo>
                  <a:pt x="0" y="44140"/>
                </a:lnTo>
                <a:lnTo>
                  <a:pt x="13340" y="44140"/>
                </a:lnTo>
                <a:lnTo>
                  <a:pt x="13340" y="37403"/>
                </a:lnTo>
                <a:lnTo>
                  <a:pt x="13242" y="32811"/>
                </a:lnTo>
                <a:cubicBezTo>
                  <a:pt x="13242" y="23437"/>
                  <a:pt x="16691" y="15626"/>
                  <a:pt x="23590" y="9377"/>
                </a:cubicBezTo>
                <a:cubicBezTo>
                  <a:pt x="30489" y="3126"/>
                  <a:pt x="39824" y="0"/>
                  <a:pt x="51595" y="0"/>
                </a:cubicBezTo>
                <a:cubicBezTo>
                  <a:pt x="59638" y="0"/>
                  <a:pt x="65605" y="1510"/>
                  <a:pt x="69496" y="4530"/>
                </a:cubicBezTo>
                <a:cubicBezTo>
                  <a:pt x="73387" y="7549"/>
                  <a:pt x="75332" y="10896"/>
                  <a:pt x="75332" y="14572"/>
                </a:cubicBezTo>
                <a:cubicBezTo>
                  <a:pt x="75332" y="17527"/>
                  <a:pt x="74122" y="20088"/>
                  <a:pt x="71703" y="22254"/>
                </a:cubicBezTo>
                <a:cubicBezTo>
                  <a:pt x="69283" y="24420"/>
                  <a:pt x="66079" y="25503"/>
                  <a:pt x="62090" y="25503"/>
                </a:cubicBezTo>
                <a:cubicBezTo>
                  <a:pt x="58690" y="25503"/>
                  <a:pt x="55992" y="24620"/>
                  <a:pt x="53998" y="22855"/>
                </a:cubicBezTo>
                <a:cubicBezTo>
                  <a:pt x="52003" y="21089"/>
                  <a:pt x="51006" y="19127"/>
                  <a:pt x="51006" y="16969"/>
                </a:cubicBezTo>
                <a:cubicBezTo>
                  <a:pt x="51006" y="16381"/>
                  <a:pt x="51202" y="15171"/>
                  <a:pt x="51595" y="13340"/>
                </a:cubicBezTo>
                <a:cubicBezTo>
                  <a:pt x="51856" y="12228"/>
                  <a:pt x="51987" y="11182"/>
                  <a:pt x="51987" y="10201"/>
                </a:cubicBezTo>
                <a:cubicBezTo>
                  <a:pt x="51987" y="8828"/>
                  <a:pt x="51595" y="7814"/>
                  <a:pt x="50810" y="7160"/>
                </a:cubicBezTo>
                <a:cubicBezTo>
                  <a:pt x="49764" y="6180"/>
                  <a:pt x="48489" y="5689"/>
                  <a:pt x="46985" y="5689"/>
                </a:cubicBezTo>
                <a:cubicBezTo>
                  <a:pt x="45088" y="5689"/>
                  <a:pt x="43502" y="6468"/>
                  <a:pt x="42227" y="8025"/>
                </a:cubicBezTo>
                <a:cubicBezTo>
                  <a:pt x="40952" y="9582"/>
                  <a:pt x="40315" y="12080"/>
                  <a:pt x="40315" y="15519"/>
                </a:cubicBezTo>
                <a:lnTo>
                  <a:pt x="40511" y="32556"/>
                </a:lnTo>
                <a:lnTo>
                  <a:pt x="40511" y="44140"/>
                </a:lnTo>
                <a:lnTo>
                  <a:pt x="54047" y="44140"/>
                </a:lnTo>
                <a:lnTo>
                  <a:pt x="54047" y="53753"/>
                </a:lnTo>
                <a:lnTo>
                  <a:pt x="40511" y="537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icial">
            <a:extLst xmlns:a="http://schemas.openxmlformats.org/drawingml/2006/main">
              <a:ext uri="{FF2B5EF4-FFF2-40B4-BE49-F238E27FC236}">
                <a16:creationId xmlns:a16="http://schemas.microsoft.com/office/drawing/2014/main" id="{48687109-CB41-40AA-A4D3-C9FBFC1A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340" y="1615322"/>
            <a:ext cx="352006" cy="138698"/>
          </a:xfrm>
          <a:custGeom xmlns:a="http://schemas.openxmlformats.org/drawingml/2006/main">
            <a:pathLst>
              <a:path w="352006" h="138698">
                <a:moveTo>
                  <a:pt x="24718" y="0"/>
                </a:moveTo>
                <a:cubicBezTo>
                  <a:pt x="28969" y="0"/>
                  <a:pt x="32566" y="1493"/>
                  <a:pt x="35508" y="4478"/>
                </a:cubicBezTo>
                <a:cubicBezTo>
                  <a:pt x="38451" y="7462"/>
                  <a:pt x="39922" y="11053"/>
                  <a:pt x="39922" y="15253"/>
                </a:cubicBezTo>
                <a:cubicBezTo>
                  <a:pt x="39922" y="19452"/>
                  <a:pt x="38434" y="23028"/>
                  <a:pt x="35459" y="25981"/>
                </a:cubicBezTo>
                <a:cubicBezTo>
                  <a:pt x="32484" y="28932"/>
                  <a:pt x="28904" y="30408"/>
                  <a:pt x="24718" y="30408"/>
                </a:cubicBezTo>
                <a:cubicBezTo>
                  <a:pt x="20533" y="30408"/>
                  <a:pt x="16969" y="28932"/>
                  <a:pt x="14027" y="25981"/>
                </a:cubicBezTo>
                <a:cubicBezTo>
                  <a:pt x="11084" y="23028"/>
                  <a:pt x="9613" y="19452"/>
                  <a:pt x="9613" y="15253"/>
                </a:cubicBezTo>
                <a:cubicBezTo>
                  <a:pt x="9613" y="11053"/>
                  <a:pt x="11084" y="7462"/>
                  <a:pt x="14027" y="4478"/>
                </a:cubicBezTo>
                <a:cubicBezTo>
                  <a:pt x="16969" y="1493"/>
                  <a:pt x="20533" y="0"/>
                  <a:pt x="24718" y="0"/>
                </a:cubicBezTo>
                <a:moveTo>
                  <a:pt x="38451" y="44140"/>
                </a:moveTo>
                <a:lnTo>
                  <a:pt x="38451" y="116922"/>
                </a:lnTo>
                <a:cubicBezTo>
                  <a:pt x="38451" y="123396"/>
                  <a:pt x="39203" y="127532"/>
                  <a:pt x="40707" y="129330"/>
                </a:cubicBezTo>
                <a:cubicBezTo>
                  <a:pt x="42211" y="131128"/>
                  <a:pt x="45154" y="132158"/>
                  <a:pt x="49535" y="132420"/>
                </a:cubicBezTo>
                <a:lnTo>
                  <a:pt x="49535" y="135951"/>
                </a:lnTo>
                <a:lnTo>
                  <a:pt x="0" y="135951"/>
                </a:lnTo>
                <a:lnTo>
                  <a:pt x="0" y="132420"/>
                </a:lnTo>
                <a:cubicBezTo>
                  <a:pt x="4054" y="132289"/>
                  <a:pt x="7062" y="131112"/>
                  <a:pt x="9024" y="128889"/>
                </a:cubicBezTo>
                <a:cubicBezTo>
                  <a:pt x="10332" y="127385"/>
                  <a:pt x="10986" y="123396"/>
                  <a:pt x="10986" y="116922"/>
                </a:cubicBezTo>
                <a:lnTo>
                  <a:pt x="10986" y="63365"/>
                </a:lnTo>
                <a:cubicBezTo>
                  <a:pt x="10986" y="56810"/>
                  <a:pt x="10234" y="52622"/>
                  <a:pt x="8730" y="50801"/>
                </a:cubicBezTo>
                <a:cubicBezTo>
                  <a:pt x="7226" y="48980"/>
                  <a:pt x="4316" y="47937"/>
                  <a:pt x="0" y="47671"/>
                </a:cubicBezTo>
                <a:lnTo>
                  <a:pt x="0" y="44140"/>
                </a:lnTo>
                <a:lnTo>
                  <a:pt x="38451" y="44140"/>
                </a:lnTo>
                <a:close/>
                <a:moveTo>
                  <a:pt x="133296" y="112235"/>
                </a:moveTo>
                <a:lnTo>
                  <a:pt x="136337" y="114586"/>
                </a:lnTo>
                <a:cubicBezTo>
                  <a:pt x="132021" y="122721"/>
                  <a:pt x="126643" y="128774"/>
                  <a:pt x="120201" y="132745"/>
                </a:cubicBezTo>
                <a:cubicBezTo>
                  <a:pt x="113760" y="136713"/>
                  <a:pt x="106910" y="138698"/>
                  <a:pt x="99652" y="138698"/>
                </a:cubicBezTo>
                <a:cubicBezTo>
                  <a:pt x="87423" y="138698"/>
                  <a:pt x="77647" y="134083"/>
                  <a:pt x="70323" y="124855"/>
                </a:cubicBezTo>
                <a:cubicBezTo>
                  <a:pt x="62999" y="115624"/>
                  <a:pt x="59337" y="104529"/>
                  <a:pt x="59337" y="91569"/>
                </a:cubicBezTo>
                <a:cubicBezTo>
                  <a:pt x="59337" y="79065"/>
                  <a:pt x="62672" y="68068"/>
                  <a:pt x="69342" y="58577"/>
                </a:cubicBezTo>
                <a:cubicBezTo>
                  <a:pt x="77386" y="47121"/>
                  <a:pt x="88470" y="41394"/>
                  <a:pt x="102595" y="41394"/>
                </a:cubicBezTo>
                <a:cubicBezTo>
                  <a:pt x="112076" y="41394"/>
                  <a:pt x="119613" y="43787"/>
                  <a:pt x="125204" y="48575"/>
                </a:cubicBezTo>
                <a:cubicBezTo>
                  <a:pt x="130795" y="53361"/>
                  <a:pt x="133591" y="58705"/>
                  <a:pt x="133591" y="64607"/>
                </a:cubicBezTo>
                <a:cubicBezTo>
                  <a:pt x="133591" y="68344"/>
                  <a:pt x="132463" y="71328"/>
                  <a:pt x="130207" y="73557"/>
                </a:cubicBezTo>
                <a:cubicBezTo>
                  <a:pt x="127950" y="75787"/>
                  <a:pt x="124991" y="76902"/>
                  <a:pt x="121329" y="76902"/>
                </a:cubicBezTo>
                <a:cubicBezTo>
                  <a:pt x="117471" y="76902"/>
                  <a:pt x="114283" y="75622"/>
                  <a:pt x="111766" y="73064"/>
                </a:cubicBezTo>
                <a:cubicBezTo>
                  <a:pt x="109248" y="70503"/>
                  <a:pt x="107695" y="65942"/>
                  <a:pt x="107107" y="59381"/>
                </a:cubicBezTo>
                <a:cubicBezTo>
                  <a:pt x="106714" y="55247"/>
                  <a:pt x="105766" y="52359"/>
                  <a:pt x="104262" y="50718"/>
                </a:cubicBezTo>
                <a:cubicBezTo>
                  <a:pt x="102758" y="49079"/>
                  <a:pt x="100992" y="48260"/>
                  <a:pt x="98965" y="48260"/>
                </a:cubicBezTo>
                <a:cubicBezTo>
                  <a:pt x="95826" y="48260"/>
                  <a:pt x="93145" y="49927"/>
                  <a:pt x="90922" y="53262"/>
                </a:cubicBezTo>
                <a:cubicBezTo>
                  <a:pt x="87522" y="58297"/>
                  <a:pt x="85821" y="66014"/>
                  <a:pt x="85821" y="76411"/>
                </a:cubicBezTo>
                <a:cubicBezTo>
                  <a:pt x="85821" y="85043"/>
                  <a:pt x="87195" y="93299"/>
                  <a:pt x="89941" y="101179"/>
                </a:cubicBezTo>
                <a:cubicBezTo>
                  <a:pt x="92688" y="109058"/>
                  <a:pt x="96448" y="114927"/>
                  <a:pt x="101221" y="118786"/>
                </a:cubicBezTo>
                <a:cubicBezTo>
                  <a:pt x="104818" y="121598"/>
                  <a:pt x="109068" y="123003"/>
                  <a:pt x="113973" y="123003"/>
                </a:cubicBezTo>
                <a:cubicBezTo>
                  <a:pt x="117177" y="123003"/>
                  <a:pt x="120218" y="122253"/>
                  <a:pt x="123095" y="120754"/>
                </a:cubicBezTo>
                <a:cubicBezTo>
                  <a:pt x="125972" y="119252"/>
                  <a:pt x="129373" y="116412"/>
                  <a:pt x="133296" y="112235"/>
                </a:cubicBezTo>
                <a:close/>
                <a:moveTo>
                  <a:pt x="170481" y="0"/>
                </a:moveTo>
                <a:cubicBezTo>
                  <a:pt x="174732" y="0"/>
                  <a:pt x="178328" y="1493"/>
                  <a:pt x="181271" y="4478"/>
                </a:cubicBezTo>
                <a:cubicBezTo>
                  <a:pt x="184214" y="7462"/>
                  <a:pt x="185685" y="11053"/>
                  <a:pt x="185685" y="15253"/>
                </a:cubicBezTo>
                <a:cubicBezTo>
                  <a:pt x="185685" y="19452"/>
                  <a:pt x="184197" y="23028"/>
                  <a:pt x="181222" y="25981"/>
                </a:cubicBezTo>
                <a:cubicBezTo>
                  <a:pt x="178247" y="28932"/>
                  <a:pt x="174666" y="30408"/>
                  <a:pt x="170481" y="30408"/>
                </a:cubicBezTo>
                <a:cubicBezTo>
                  <a:pt x="166296" y="30408"/>
                  <a:pt x="162732" y="28932"/>
                  <a:pt x="159789" y="25981"/>
                </a:cubicBezTo>
                <a:cubicBezTo>
                  <a:pt x="156847" y="23028"/>
                  <a:pt x="155376" y="19452"/>
                  <a:pt x="155376" y="15253"/>
                </a:cubicBezTo>
                <a:cubicBezTo>
                  <a:pt x="155376" y="11053"/>
                  <a:pt x="156847" y="7462"/>
                  <a:pt x="159789" y="4478"/>
                </a:cubicBezTo>
                <a:cubicBezTo>
                  <a:pt x="162732" y="1493"/>
                  <a:pt x="166296" y="0"/>
                  <a:pt x="170481" y="0"/>
                </a:cubicBezTo>
                <a:moveTo>
                  <a:pt x="184214" y="44140"/>
                </a:moveTo>
                <a:lnTo>
                  <a:pt x="184214" y="116922"/>
                </a:lnTo>
                <a:cubicBezTo>
                  <a:pt x="184214" y="123396"/>
                  <a:pt x="184966" y="127532"/>
                  <a:pt x="186470" y="129330"/>
                </a:cubicBezTo>
                <a:cubicBezTo>
                  <a:pt x="187974" y="131128"/>
                  <a:pt x="190916" y="132158"/>
                  <a:pt x="195298" y="132420"/>
                </a:cubicBezTo>
                <a:lnTo>
                  <a:pt x="195298" y="135951"/>
                </a:lnTo>
                <a:lnTo>
                  <a:pt x="145763" y="135951"/>
                </a:lnTo>
                <a:lnTo>
                  <a:pt x="145763" y="132420"/>
                </a:lnTo>
                <a:cubicBezTo>
                  <a:pt x="149817" y="132289"/>
                  <a:pt x="152825" y="131112"/>
                  <a:pt x="154787" y="128889"/>
                </a:cubicBezTo>
                <a:cubicBezTo>
                  <a:pt x="156095" y="127385"/>
                  <a:pt x="156749" y="123396"/>
                  <a:pt x="156749" y="116922"/>
                </a:cubicBezTo>
                <a:lnTo>
                  <a:pt x="156749" y="63365"/>
                </a:lnTo>
                <a:cubicBezTo>
                  <a:pt x="156749" y="56810"/>
                  <a:pt x="155997" y="52622"/>
                  <a:pt x="154493" y="50801"/>
                </a:cubicBezTo>
                <a:cubicBezTo>
                  <a:pt x="152989" y="48980"/>
                  <a:pt x="150079" y="47937"/>
                  <a:pt x="145763" y="47671"/>
                </a:cubicBezTo>
                <a:lnTo>
                  <a:pt x="145763" y="44140"/>
                </a:lnTo>
                <a:lnTo>
                  <a:pt x="184214" y="44140"/>
                </a:lnTo>
                <a:close/>
                <a:moveTo>
                  <a:pt x="254831" y="122415"/>
                </a:moveTo>
                <a:cubicBezTo>
                  <a:pt x="243649" y="132355"/>
                  <a:pt x="233612" y="137324"/>
                  <a:pt x="224718" y="137324"/>
                </a:cubicBezTo>
                <a:cubicBezTo>
                  <a:pt x="219487" y="137324"/>
                  <a:pt x="215138" y="135603"/>
                  <a:pt x="211672" y="132159"/>
                </a:cubicBezTo>
                <a:cubicBezTo>
                  <a:pt x="208206" y="128714"/>
                  <a:pt x="206474" y="124400"/>
                  <a:pt x="206474" y="119218"/>
                </a:cubicBezTo>
                <a:cubicBezTo>
                  <a:pt x="206474" y="112196"/>
                  <a:pt x="209482" y="105881"/>
                  <a:pt x="215498" y="100271"/>
                </a:cubicBezTo>
                <a:cubicBezTo>
                  <a:pt x="221514" y="94662"/>
                  <a:pt x="234625" y="87199"/>
                  <a:pt x="254831" y="77883"/>
                </a:cubicBezTo>
                <a:lnTo>
                  <a:pt x="254831" y="68662"/>
                </a:lnTo>
                <a:cubicBezTo>
                  <a:pt x="254831" y="61731"/>
                  <a:pt x="254455" y="57366"/>
                  <a:pt x="253703" y="55567"/>
                </a:cubicBezTo>
                <a:cubicBezTo>
                  <a:pt x="252951" y="53769"/>
                  <a:pt x="251529" y="52200"/>
                  <a:pt x="249437" y="50859"/>
                </a:cubicBezTo>
                <a:cubicBezTo>
                  <a:pt x="247344" y="49519"/>
                  <a:pt x="244990" y="48848"/>
                  <a:pt x="242374" y="48848"/>
                </a:cubicBezTo>
                <a:cubicBezTo>
                  <a:pt x="238124" y="48848"/>
                  <a:pt x="234625" y="49796"/>
                  <a:pt x="231879" y="51693"/>
                </a:cubicBezTo>
                <a:cubicBezTo>
                  <a:pt x="230178" y="52870"/>
                  <a:pt x="229328" y="54243"/>
                  <a:pt x="229328" y="55813"/>
                </a:cubicBezTo>
                <a:cubicBezTo>
                  <a:pt x="229328" y="57186"/>
                  <a:pt x="230244" y="58886"/>
                  <a:pt x="232075" y="60913"/>
                </a:cubicBezTo>
                <a:cubicBezTo>
                  <a:pt x="234560" y="63725"/>
                  <a:pt x="235802" y="66439"/>
                  <a:pt x="235802" y="69055"/>
                </a:cubicBezTo>
                <a:cubicBezTo>
                  <a:pt x="235802" y="72259"/>
                  <a:pt x="234609" y="74989"/>
                  <a:pt x="232222" y="77245"/>
                </a:cubicBezTo>
                <a:cubicBezTo>
                  <a:pt x="229835" y="79501"/>
                  <a:pt x="226713" y="80629"/>
                  <a:pt x="222854" y="80629"/>
                </a:cubicBezTo>
                <a:cubicBezTo>
                  <a:pt x="218735" y="80629"/>
                  <a:pt x="215285" y="79387"/>
                  <a:pt x="212506" y="76902"/>
                </a:cubicBezTo>
                <a:cubicBezTo>
                  <a:pt x="209727" y="74417"/>
                  <a:pt x="208337" y="71507"/>
                  <a:pt x="208337" y="68172"/>
                </a:cubicBezTo>
                <a:cubicBezTo>
                  <a:pt x="208337" y="63464"/>
                  <a:pt x="210201" y="58968"/>
                  <a:pt x="213928" y="54685"/>
                </a:cubicBezTo>
                <a:cubicBezTo>
                  <a:pt x="217656" y="50401"/>
                  <a:pt x="222854" y="47115"/>
                  <a:pt x="229524" y="44827"/>
                </a:cubicBezTo>
                <a:cubicBezTo>
                  <a:pt x="236195" y="42538"/>
                  <a:pt x="243126" y="41394"/>
                  <a:pt x="250319" y="41394"/>
                </a:cubicBezTo>
                <a:cubicBezTo>
                  <a:pt x="259017" y="41394"/>
                  <a:pt x="265899" y="43246"/>
                  <a:pt x="270967" y="46951"/>
                </a:cubicBezTo>
                <a:cubicBezTo>
                  <a:pt x="276035" y="50654"/>
                  <a:pt x="279321" y="54668"/>
                  <a:pt x="280825" y="58994"/>
                </a:cubicBezTo>
                <a:cubicBezTo>
                  <a:pt x="281740" y="61747"/>
                  <a:pt x="282198" y="68072"/>
                  <a:pt x="282198" y="77968"/>
                </a:cubicBezTo>
                <a:lnTo>
                  <a:pt x="282198" y="113657"/>
                </a:lnTo>
                <a:cubicBezTo>
                  <a:pt x="282198" y="117853"/>
                  <a:pt x="282362" y="120492"/>
                  <a:pt x="282689" y="121575"/>
                </a:cubicBezTo>
                <a:cubicBezTo>
                  <a:pt x="283016" y="122656"/>
                  <a:pt x="283506" y="123459"/>
                  <a:pt x="284160" y="123984"/>
                </a:cubicBezTo>
                <a:cubicBezTo>
                  <a:pt x="284814" y="124507"/>
                  <a:pt x="285566" y="124769"/>
                  <a:pt x="286416" y="124769"/>
                </a:cubicBezTo>
                <a:cubicBezTo>
                  <a:pt x="288116" y="124769"/>
                  <a:pt x="289849" y="123559"/>
                  <a:pt x="291615" y="121140"/>
                </a:cubicBezTo>
                <a:lnTo>
                  <a:pt x="294557" y="123494"/>
                </a:lnTo>
                <a:cubicBezTo>
                  <a:pt x="291288" y="128333"/>
                  <a:pt x="287904" y="131848"/>
                  <a:pt x="284405" y="134038"/>
                </a:cubicBezTo>
                <a:cubicBezTo>
                  <a:pt x="280907" y="136229"/>
                  <a:pt x="276934" y="137324"/>
                  <a:pt x="272487" y="137324"/>
                </a:cubicBezTo>
                <a:cubicBezTo>
                  <a:pt x="267256" y="137324"/>
                  <a:pt x="263169" y="136090"/>
                  <a:pt x="260226" y="133622"/>
                </a:cubicBezTo>
                <a:cubicBezTo>
                  <a:pt x="257284" y="131153"/>
                  <a:pt x="255485" y="127417"/>
                  <a:pt x="254831" y="122415"/>
                </a:cubicBezTo>
                <a:moveTo>
                  <a:pt x="254831" y="115156"/>
                </a:moveTo>
                <a:lnTo>
                  <a:pt x="254831" y="84473"/>
                </a:lnTo>
                <a:cubicBezTo>
                  <a:pt x="246919" y="89138"/>
                  <a:pt x="241034" y="94133"/>
                  <a:pt x="237175" y="99456"/>
                </a:cubicBezTo>
                <a:cubicBezTo>
                  <a:pt x="234625" y="103004"/>
                  <a:pt x="233350" y="106585"/>
                  <a:pt x="233350" y="110200"/>
                </a:cubicBezTo>
                <a:cubicBezTo>
                  <a:pt x="233350" y="113222"/>
                  <a:pt x="234429" y="115884"/>
                  <a:pt x="236587" y="118185"/>
                </a:cubicBezTo>
                <a:cubicBezTo>
                  <a:pt x="238222" y="119959"/>
                  <a:pt x="240510" y="120845"/>
                  <a:pt x="243453" y="120845"/>
                </a:cubicBezTo>
                <a:cubicBezTo>
                  <a:pt x="246723" y="120845"/>
                  <a:pt x="250515" y="118949"/>
                  <a:pt x="254831" y="115156"/>
                </a:cubicBezTo>
                <a:close/>
                <a:moveTo>
                  <a:pt x="340922" y="2943"/>
                </a:moveTo>
                <a:lnTo>
                  <a:pt x="340922" y="116922"/>
                </a:lnTo>
                <a:cubicBezTo>
                  <a:pt x="340922" y="123396"/>
                  <a:pt x="341674" y="127532"/>
                  <a:pt x="343178" y="129330"/>
                </a:cubicBezTo>
                <a:cubicBezTo>
                  <a:pt x="344683" y="131128"/>
                  <a:pt x="347625" y="132158"/>
                  <a:pt x="352006" y="132420"/>
                </a:cubicBezTo>
                <a:lnTo>
                  <a:pt x="352006" y="135951"/>
                </a:lnTo>
                <a:lnTo>
                  <a:pt x="302472" y="135951"/>
                </a:lnTo>
                <a:lnTo>
                  <a:pt x="302472" y="132420"/>
                </a:lnTo>
                <a:cubicBezTo>
                  <a:pt x="306526" y="132289"/>
                  <a:pt x="309534" y="131112"/>
                  <a:pt x="311496" y="128889"/>
                </a:cubicBezTo>
                <a:cubicBezTo>
                  <a:pt x="312804" y="127385"/>
                  <a:pt x="313458" y="123396"/>
                  <a:pt x="313458" y="116922"/>
                </a:cubicBezTo>
                <a:lnTo>
                  <a:pt x="313458" y="21972"/>
                </a:lnTo>
                <a:cubicBezTo>
                  <a:pt x="313458" y="15523"/>
                  <a:pt x="312706" y="11394"/>
                  <a:pt x="311202" y="9585"/>
                </a:cubicBezTo>
                <a:cubicBezTo>
                  <a:pt x="309697" y="7775"/>
                  <a:pt x="306788" y="6737"/>
                  <a:pt x="302472" y="6474"/>
                </a:cubicBezTo>
                <a:lnTo>
                  <a:pt x="302472" y="2943"/>
                </a:lnTo>
                <a:lnTo>
                  <a:pt x="340922" y="29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Search">
            <a:extLst xmlns:a="http://schemas.openxmlformats.org/drawingml/2006/main">
              <a:ext uri="{FF2B5EF4-FFF2-40B4-BE49-F238E27FC236}">
                <a16:creationId xmlns:a16="http://schemas.microsoft.com/office/drawing/2014/main" id="{318DEE36-594E-4F9D-9F51-E56A1AFC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034" y="1857012"/>
            <a:ext cx="573848" cy="138894"/>
          </a:xfrm>
          <a:custGeom xmlns:a="http://schemas.openxmlformats.org/drawingml/2006/main">
            <a:pathLst>
              <a:path w="573848" h="138894">
                <a:moveTo>
                  <a:pt x="83964" y="0"/>
                </a:moveTo>
                <a:lnTo>
                  <a:pt x="85043" y="44336"/>
                </a:lnTo>
                <a:lnTo>
                  <a:pt x="81021" y="44336"/>
                </a:lnTo>
                <a:cubicBezTo>
                  <a:pt x="79125" y="33248"/>
                  <a:pt x="74466" y="24329"/>
                  <a:pt x="67044" y="17579"/>
                </a:cubicBezTo>
                <a:cubicBezTo>
                  <a:pt x="59622" y="10830"/>
                  <a:pt x="51595" y="7455"/>
                  <a:pt x="42963" y="7455"/>
                </a:cubicBezTo>
                <a:cubicBezTo>
                  <a:pt x="36293" y="7455"/>
                  <a:pt x="31012" y="9232"/>
                  <a:pt x="27122" y="12785"/>
                </a:cubicBezTo>
                <a:cubicBezTo>
                  <a:pt x="23231" y="16337"/>
                  <a:pt x="21285" y="20427"/>
                  <a:pt x="21285" y="25056"/>
                </a:cubicBezTo>
                <a:cubicBezTo>
                  <a:pt x="21285" y="27988"/>
                  <a:pt x="21972" y="30596"/>
                  <a:pt x="23345" y="32878"/>
                </a:cubicBezTo>
                <a:cubicBezTo>
                  <a:pt x="25242" y="35941"/>
                  <a:pt x="28282" y="38972"/>
                  <a:pt x="32467" y="41970"/>
                </a:cubicBezTo>
                <a:cubicBezTo>
                  <a:pt x="35541" y="44122"/>
                  <a:pt x="42636" y="47936"/>
                  <a:pt x="53753" y="53412"/>
                </a:cubicBezTo>
                <a:cubicBezTo>
                  <a:pt x="69316" y="61039"/>
                  <a:pt x="79812" y="68243"/>
                  <a:pt x="85239" y="75026"/>
                </a:cubicBezTo>
                <a:cubicBezTo>
                  <a:pt x="90601" y="81806"/>
                  <a:pt x="93283" y="89565"/>
                  <a:pt x="93283" y="98303"/>
                </a:cubicBezTo>
                <a:cubicBezTo>
                  <a:pt x="93283" y="109387"/>
                  <a:pt x="88950" y="118924"/>
                  <a:pt x="80286" y="126912"/>
                </a:cubicBezTo>
                <a:cubicBezTo>
                  <a:pt x="71621" y="134900"/>
                  <a:pt x="60619" y="138894"/>
                  <a:pt x="47279" y="138894"/>
                </a:cubicBezTo>
                <a:cubicBezTo>
                  <a:pt x="43094" y="138894"/>
                  <a:pt x="39137" y="138469"/>
                  <a:pt x="35410" y="137619"/>
                </a:cubicBezTo>
                <a:cubicBezTo>
                  <a:pt x="31683" y="136769"/>
                  <a:pt x="27007" y="135166"/>
                  <a:pt x="21383" y="132812"/>
                </a:cubicBezTo>
                <a:cubicBezTo>
                  <a:pt x="18245" y="131504"/>
                  <a:pt x="15662" y="130851"/>
                  <a:pt x="13634" y="130851"/>
                </a:cubicBezTo>
                <a:cubicBezTo>
                  <a:pt x="11934" y="130851"/>
                  <a:pt x="10136" y="131513"/>
                  <a:pt x="8239" y="132837"/>
                </a:cubicBezTo>
                <a:cubicBezTo>
                  <a:pt x="6343" y="134161"/>
                  <a:pt x="4806" y="136180"/>
                  <a:pt x="3629" y="138894"/>
                </a:cubicBezTo>
                <a:lnTo>
                  <a:pt x="0" y="138894"/>
                </a:lnTo>
                <a:lnTo>
                  <a:pt x="0" y="88672"/>
                </a:lnTo>
                <a:lnTo>
                  <a:pt x="3629" y="88672"/>
                </a:lnTo>
                <a:cubicBezTo>
                  <a:pt x="6507" y="102764"/>
                  <a:pt x="12049" y="113513"/>
                  <a:pt x="20255" y="120919"/>
                </a:cubicBezTo>
                <a:cubicBezTo>
                  <a:pt x="28462" y="128325"/>
                  <a:pt x="37306" y="132028"/>
                  <a:pt x="46788" y="132028"/>
                </a:cubicBezTo>
                <a:cubicBezTo>
                  <a:pt x="54112" y="132028"/>
                  <a:pt x="59949" y="130039"/>
                  <a:pt x="64297" y="126063"/>
                </a:cubicBezTo>
                <a:cubicBezTo>
                  <a:pt x="68646" y="122086"/>
                  <a:pt x="70820" y="117457"/>
                  <a:pt x="70820" y="112177"/>
                </a:cubicBezTo>
                <a:cubicBezTo>
                  <a:pt x="70820" y="109048"/>
                  <a:pt x="69986" y="106018"/>
                  <a:pt x="68319" y="103085"/>
                </a:cubicBezTo>
                <a:cubicBezTo>
                  <a:pt x="66651" y="100151"/>
                  <a:pt x="64117" y="97363"/>
                  <a:pt x="60717" y="94723"/>
                </a:cubicBezTo>
                <a:cubicBezTo>
                  <a:pt x="57317" y="92083"/>
                  <a:pt x="51300" y="88645"/>
                  <a:pt x="42669" y="84409"/>
                </a:cubicBezTo>
                <a:cubicBezTo>
                  <a:pt x="30571" y="78476"/>
                  <a:pt x="21874" y="73421"/>
                  <a:pt x="16577" y="69242"/>
                </a:cubicBezTo>
                <a:cubicBezTo>
                  <a:pt x="11280" y="65063"/>
                  <a:pt x="7210" y="60394"/>
                  <a:pt x="4365" y="55236"/>
                </a:cubicBezTo>
                <a:cubicBezTo>
                  <a:pt x="1520" y="50078"/>
                  <a:pt x="98" y="44398"/>
                  <a:pt x="98" y="38196"/>
                </a:cubicBezTo>
                <a:cubicBezTo>
                  <a:pt x="98" y="27619"/>
                  <a:pt x="3989" y="18609"/>
                  <a:pt x="11771" y="11167"/>
                </a:cubicBezTo>
                <a:cubicBezTo>
                  <a:pt x="19552" y="3722"/>
                  <a:pt x="29361" y="0"/>
                  <a:pt x="41197" y="0"/>
                </a:cubicBezTo>
                <a:cubicBezTo>
                  <a:pt x="45513" y="0"/>
                  <a:pt x="49698" y="529"/>
                  <a:pt x="53753" y="1588"/>
                </a:cubicBezTo>
                <a:cubicBezTo>
                  <a:pt x="56826" y="2381"/>
                  <a:pt x="60570" y="3851"/>
                  <a:pt x="64984" y="5999"/>
                </a:cubicBezTo>
                <a:cubicBezTo>
                  <a:pt x="69398" y="8146"/>
                  <a:pt x="72488" y="9220"/>
                  <a:pt x="74253" y="9220"/>
                </a:cubicBezTo>
                <a:cubicBezTo>
                  <a:pt x="75953" y="9220"/>
                  <a:pt x="77294" y="8692"/>
                  <a:pt x="78275" y="7636"/>
                </a:cubicBezTo>
                <a:cubicBezTo>
                  <a:pt x="79256" y="6577"/>
                  <a:pt x="80171" y="4032"/>
                  <a:pt x="81021" y="0"/>
                </a:cubicBezTo>
                <a:lnTo>
                  <a:pt x="83964" y="0"/>
                </a:lnTo>
                <a:close/>
                <a:moveTo>
                  <a:pt x="185549" y="86711"/>
                </a:moveTo>
                <a:lnTo>
                  <a:pt x="135229" y="86711"/>
                </a:lnTo>
                <a:cubicBezTo>
                  <a:pt x="135818" y="98906"/>
                  <a:pt x="139055" y="108545"/>
                  <a:pt x="144940" y="115625"/>
                </a:cubicBezTo>
                <a:cubicBezTo>
                  <a:pt x="149452" y="121067"/>
                  <a:pt x="154880" y="123788"/>
                  <a:pt x="161223" y="123788"/>
                </a:cubicBezTo>
                <a:cubicBezTo>
                  <a:pt x="165146" y="123788"/>
                  <a:pt x="168710" y="122693"/>
                  <a:pt x="171914" y="120502"/>
                </a:cubicBezTo>
                <a:cubicBezTo>
                  <a:pt x="175119" y="118312"/>
                  <a:pt x="178552" y="114372"/>
                  <a:pt x="182214" y="108682"/>
                </a:cubicBezTo>
                <a:lnTo>
                  <a:pt x="185549" y="110840"/>
                </a:lnTo>
                <a:cubicBezTo>
                  <a:pt x="180579" y="120976"/>
                  <a:pt x="175086" y="128153"/>
                  <a:pt x="169070" y="132371"/>
                </a:cubicBezTo>
                <a:cubicBezTo>
                  <a:pt x="163054" y="136589"/>
                  <a:pt x="156089" y="138698"/>
                  <a:pt x="148177" y="138698"/>
                </a:cubicBezTo>
                <a:cubicBezTo>
                  <a:pt x="134575" y="138698"/>
                  <a:pt x="124276" y="133461"/>
                  <a:pt x="117279" y="122988"/>
                </a:cubicBezTo>
                <a:cubicBezTo>
                  <a:pt x="111655" y="114544"/>
                  <a:pt x="108843" y="104071"/>
                  <a:pt x="108843" y="91569"/>
                </a:cubicBezTo>
                <a:cubicBezTo>
                  <a:pt x="108843" y="76251"/>
                  <a:pt x="112979" y="64059"/>
                  <a:pt x="121251" y="54994"/>
                </a:cubicBezTo>
                <a:cubicBezTo>
                  <a:pt x="129524" y="45927"/>
                  <a:pt x="139218" y="41394"/>
                  <a:pt x="150335" y="41394"/>
                </a:cubicBezTo>
                <a:cubicBezTo>
                  <a:pt x="159621" y="41394"/>
                  <a:pt x="167680" y="45203"/>
                  <a:pt x="174514" y="52821"/>
                </a:cubicBezTo>
                <a:cubicBezTo>
                  <a:pt x="181347" y="60439"/>
                  <a:pt x="185026" y="71736"/>
                  <a:pt x="185549" y="86711"/>
                </a:cubicBezTo>
                <a:moveTo>
                  <a:pt x="161419" y="80237"/>
                </a:moveTo>
                <a:cubicBezTo>
                  <a:pt x="161419" y="69708"/>
                  <a:pt x="160847" y="62483"/>
                  <a:pt x="159702" y="58559"/>
                </a:cubicBezTo>
                <a:cubicBezTo>
                  <a:pt x="158558" y="54635"/>
                  <a:pt x="156776" y="51660"/>
                  <a:pt x="154356" y="49633"/>
                </a:cubicBezTo>
                <a:cubicBezTo>
                  <a:pt x="152983" y="48456"/>
                  <a:pt x="151152" y="47867"/>
                  <a:pt x="148864" y="47867"/>
                </a:cubicBezTo>
                <a:cubicBezTo>
                  <a:pt x="145463" y="47867"/>
                  <a:pt x="142684" y="49535"/>
                  <a:pt x="140526" y="52870"/>
                </a:cubicBezTo>
                <a:cubicBezTo>
                  <a:pt x="136668" y="58690"/>
                  <a:pt x="134739" y="66668"/>
                  <a:pt x="134739" y="76804"/>
                </a:cubicBezTo>
                <a:lnTo>
                  <a:pt x="134739" y="80237"/>
                </a:lnTo>
                <a:lnTo>
                  <a:pt x="161419" y="80237"/>
                </a:lnTo>
                <a:close/>
                <a:moveTo>
                  <a:pt x="248473" y="122415"/>
                </a:moveTo>
                <a:cubicBezTo>
                  <a:pt x="237291" y="132355"/>
                  <a:pt x="227253" y="137324"/>
                  <a:pt x="218360" y="137324"/>
                </a:cubicBezTo>
                <a:cubicBezTo>
                  <a:pt x="213128" y="137324"/>
                  <a:pt x="208780" y="135603"/>
                  <a:pt x="205314" y="132159"/>
                </a:cubicBezTo>
                <a:cubicBezTo>
                  <a:pt x="201848" y="128714"/>
                  <a:pt x="200115" y="124400"/>
                  <a:pt x="200115" y="119218"/>
                </a:cubicBezTo>
                <a:cubicBezTo>
                  <a:pt x="200115" y="112196"/>
                  <a:pt x="203123" y="105881"/>
                  <a:pt x="209140" y="100271"/>
                </a:cubicBezTo>
                <a:cubicBezTo>
                  <a:pt x="215156" y="94662"/>
                  <a:pt x="228267" y="87199"/>
                  <a:pt x="248473" y="77883"/>
                </a:cubicBezTo>
                <a:lnTo>
                  <a:pt x="248473" y="68662"/>
                </a:lnTo>
                <a:cubicBezTo>
                  <a:pt x="248473" y="61731"/>
                  <a:pt x="248097" y="57366"/>
                  <a:pt x="247345" y="55567"/>
                </a:cubicBezTo>
                <a:cubicBezTo>
                  <a:pt x="246593" y="53769"/>
                  <a:pt x="245171" y="52200"/>
                  <a:pt x="243078" y="50859"/>
                </a:cubicBezTo>
                <a:cubicBezTo>
                  <a:pt x="240986" y="49519"/>
                  <a:pt x="238632" y="48848"/>
                  <a:pt x="236016" y="48848"/>
                </a:cubicBezTo>
                <a:cubicBezTo>
                  <a:pt x="231765" y="48848"/>
                  <a:pt x="228267" y="49796"/>
                  <a:pt x="225520" y="51693"/>
                </a:cubicBezTo>
                <a:cubicBezTo>
                  <a:pt x="223820" y="52870"/>
                  <a:pt x="222970" y="54243"/>
                  <a:pt x="222970" y="55813"/>
                </a:cubicBezTo>
                <a:cubicBezTo>
                  <a:pt x="222970" y="57186"/>
                  <a:pt x="223886" y="58886"/>
                  <a:pt x="225717" y="60913"/>
                </a:cubicBezTo>
                <a:cubicBezTo>
                  <a:pt x="228201" y="63725"/>
                  <a:pt x="229444" y="66439"/>
                  <a:pt x="229444" y="69055"/>
                </a:cubicBezTo>
                <a:cubicBezTo>
                  <a:pt x="229444" y="72259"/>
                  <a:pt x="228251" y="74989"/>
                  <a:pt x="225864" y="77245"/>
                </a:cubicBezTo>
                <a:cubicBezTo>
                  <a:pt x="223477" y="79501"/>
                  <a:pt x="220354" y="80629"/>
                  <a:pt x="216496" y="80629"/>
                </a:cubicBezTo>
                <a:cubicBezTo>
                  <a:pt x="212376" y="80629"/>
                  <a:pt x="208927" y="79387"/>
                  <a:pt x="206148" y="76902"/>
                </a:cubicBezTo>
                <a:cubicBezTo>
                  <a:pt x="203369" y="74417"/>
                  <a:pt x="201979" y="71507"/>
                  <a:pt x="201979" y="68172"/>
                </a:cubicBezTo>
                <a:cubicBezTo>
                  <a:pt x="201979" y="63464"/>
                  <a:pt x="203843" y="58968"/>
                  <a:pt x="207570" y="54685"/>
                </a:cubicBezTo>
                <a:cubicBezTo>
                  <a:pt x="211297" y="50401"/>
                  <a:pt x="216496" y="47115"/>
                  <a:pt x="223166" y="44827"/>
                </a:cubicBezTo>
                <a:cubicBezTo>
                  <a:pt x="229836" y="42538"/>
                  <a:pt x="236768" y="41394"/>
                  <a:pt x="243961" y="41394"/>
                </a:cubicBezTo>
                <a:cubicBezTo>
                  <a:pt x="252658" y="41394"/>
                  <a:pt x="259541" y="43246"/>
                  <a:pt x="264609" y="46951"/>
                </a:cubicBezTo>
                <a:cubicBezTo>
                  <a:pt x="269677" y="50654"/>
                  <a:pt x="272963" y="54668"/>
                  <a:pt x="274467" y="58994"/>
                </a:cubicBezTo>
                <a:cubicBezTo>
                  <a:pt x="275382" y="61747"/>
                  <a:pt x="275840" y="68072"/>
                  <a:pt x="275840" y="77968"/>
                </a:cubicBezTo>
                <a:lnTo>
                  <a:pt x="275840" y="113657"/>
                </a:lnTo>
                <a:cubicBezTo>
                  <a:pt x="275840" y="117853"/>
                  <a:pt x="276003" y="120492"/>
                  <a:pt x="276330" y="121575"/>
                </a:cubicBezTo>
                <a:cubicBezTo>
                  <a:pt x="276657" y="122656"/>
                  <a:pt x="277148" y="123459"/>
                  <a:pt x="277802" y="123984"/>
                </a:cubicBezTo>
                <a:cubicBezTo>
                  <a:pt x="278456" y="124507"/>
                  <a:pt x="279208" y="124769"/>
                  <a:pt x="280058" y="124769"/>
                </a:cubicBezTo>
                <a:cubicBezTo>
                  <a:pt x="281758" y="124769"/>
                  <a:pt x="283491" y="123559"/>
                  <a:pt x="285257" y="121140"/>
                </a:cubicBezTo>
                <a:lnTo>
                  <a:pt x="288199" y="123494"/>
                </a:lnTo>
                <a:cubicBezTo>
                  <a:pt x="284930" y="128333"/>
                  <a:pt x="281545" y="131848"/>
                  <a:pt x="278047" y="134038"/>
                </a:cubicBezTo>
                <a:cubicBezTo>
                  <a:pt x="274548" y="136229"/>
                  <a:pt x="270576" y="137324"/>
                  <a:pt x="266129" y="137324"/>
                </a:cubicBezTo>
                <a:cubicBezTo>
                  <a:pt x="260898" y="137324"/>
                  <a:pt x="256811" y="136090"/>
                  <a:pt x="253868" y="133622"/>
                </a:cubicBezTo>
                <a:cubicBezTo>
                  <a:pt x="250925" y="131153"/>
                  <a:pt x="249127" y="127417"/>
                  <a:pt x="248473" y="122415"/>
                </a:cubicBezTo>
                <a:moveTo>
                  <a:pt x="248473" y="115156"/>
                </a:moveTo>
                <a:lnTo>
                  <a:pt x="248473" y="84473"/>
                </a:lnTo>
                <a:cubicBezTo>
                  <a:pt x="240561" y="89138"/>
                  <a:pt x="234675" y="94133"/>
                  <a:pt x="230817" y="99456"/>
                </a:cubicBezTo>
                <a:cubicBezTo>
                  <a:pt x="228267" y="103004"/>
                  <a:pt x="226992" y="106585"/>
                  <a:pt x="226992" y="110200"/>
                </a:cubicBezTo>
                <a:cubicBezTo>
                  <a:pt x="226992" y="113222"/>
                  <a:pt x="228071" y="115884"/>
                  <a:pt x="230229" y="118185"/>
                </a:cubicBezTo>
                <a:cubicBezTo>
                  <a:pt x="231863" y="119959"/>
                  <a:pt x="234152" y="120845"/>
                  <a:pt x="237095" y="120845"/>
                </a:cubicBezTo>
                <a:cubicBezTo>
                  <a:pt x="240365" y="120845"/>
                  <a:pt x="244157" y="118949"/>
                  <a:pt x="248473" y="115156"/>
                </a:cubicBezTo>
                <a:close/>
                <a:moveTo>
                  <a:pt x="336562" y="44140"/>
                </a:moveTo>
                <a:lnTo>
                  <a:pt x="336562" y="64935"/>
                </a:lnTo>
                <a:cubicBezTo>
                  <a:pt x="342643" y="55453"/>
                  <a:pt x="347973" y="49159"/>
                  <a:pt x="352550" y="46053"/>
                </a:cubicBezTo>
                <a:cubicBezTo>
                  <a:pt x="357128" y="42947"/>
                  <a:pt x="361542" y="41394"/>
                  <a:pt x="365792" y="41394"/>
                </a:cubicBezTo>
                <a:cubicBezTo>
                  <a:pt x="369454" y="41394"/>
                  <a:pt x="372381" y="42526"/>
                  <a:pt x="374571" y="44790"/>
                </a:cubicBezTo>
                <a:cubicBezTo>
                  <a:pt x="376762" y="47054"/>
                  <a:pt x="377857" y="50253"/>
                  <a:pt x="377857" y="54387"/>
                </a:cubicBezTo>
                <a:cubicBezTo>
                  <a:pt x="377857" y="58785"/>
                  <a:pt x="376795" y="62199"/>
                  <a:pt x="374669" y="64628"/>
                </a:cubicBezTo>
                <a:cubicBezTo>
                  <a:pt x="372544" y="67056"/>
                  <a:pt x="369977" y="68270"/>
                  <a:pt x="366969" y="68270"/>
                </a:cubicBezTo>
                <a:cubicBezTo>
                  <a:pt x="363504" y="68270"/>
                  <a:pt x="360495" y="67158"/>
                  <a:pt x="357945" y="64935"/>
                </a:cubicBezTo>
                <a:cubicBezTo>
                  <a:pt x="355395" y="62711"/>
                  <a:pt x="353891" y="61469"/>
                  <a:pt x="353433" y="61207"/>
                </a:cubicBezTo>
                <a:cubicBezTo>
                  <a:pt x="352779" y="60815"/>
                  <a:pt x="352027" y="60619"/>
                  <a:pt x="351177" y="60619"/>
                </a:cubicBezTo>
                <a:cubicBezTo>
                  <a:pt x="349281" y="60619"/>
                  <a:pt x="347482" y="61338"/>
                  <a:pt x="345782" y="62777"/>
                </a:cubicBezTo>
                <a:cubicBezTo>
                  <a:pt x="343101" y="65000"/>
                  <a:pt x="341074" y="68172"/>
                  <a:pt x="339701" y="72291"/>
                </a:cubicBezTo>
                <a:cubicBezTo>
                  <a:pt x="337608" y="78635"/>
                  <a:pt x="336562" y="85632"/>
                  <a:pt x="336562" y="93283"/>
                </a:cubicBezTo>
                <a:lnTo>
                  <a:pt x="336562" y="114372"/>
                </a:lnTo>
                <a:lnTo>
                  <a:pt x="336660" y="119865"/>
                </a:lnTo>
                <a:cubicBezTo>
                  <a:pt x="336660" y="123592"/>
                  <a:pt x="336889" y="125979"/>
                  <a:pt x="337346" y="127025"/>
                </a:cubicBezTo>
                <a:cubicBezTo>
                  <a:pt x="338131" y="128791"/>
                  <a:pt x="339292" y="130082"/>
                  <a:pt x="340829" y="130900"/>
                </a:cubicBezTo>
                <a:cubicBezTo>
                  <a:pt x="342365" y="131717"/>
                  <a:pt x="344965" y="132224"/>
                  <a:pt x="348627" y="132420"/>
                </a:cubicBezTo>
                <a:lnTo>
                  <a:pt x="348627" y="135951"/>
                </a:lnTo>
                <a:lnTo>
                  <a:pt x="299092" y="135951"/>
                </a:lnTo>
                <a:lnTo>
                  <a:pt x="299092" y="132420"/>
                </a:lnTo>
                <a:cubicBezTo>
                  <a:pt x="303081" y="132093"/>
                  <a:pt x="305778" y="130998"/>
                  <a:pt x="307184" y="129134"/>
                </a:cubicBezTo>
                <a:cubicBezTo>
                  <a:pt x="308590" y="127270"/>
                  <a:pt x="309293" y="122350"/>
                  <a:pt x="309293" y="114372"/>
                </a:cubicBezTo>
                <a:lnTo>
                  <a:pt x="309293" y="63562"/>
                </a:lnTo>
                <a:cubicBezTo>
                  <a:pt x="309293" y="58297"/>
                  <a:pt x="309032" y="54942"/>
                  <a:pt x="308508" y="53495"/>
                </a:cubicBezTo>
                <a:cubicBezTo>
                  <a:pt x="307854" y="51652"/>
                  <a:pt x="306906" y="50303"/>
                  <a:pt x="305664" y="49449"/>
                </a:cubicBezTo>
                <a:cubicBezTo>
                  <a:pt x="304421" y="48593"/>
                  <a:pt x="302231" y="48000"/>
                  <a:pt x="299092" y="47671"/>
                </a:cubicBezTo>
                <a:lnTo>
                  <a:pt x="299092" y="44140"/>
                </a:lnTo>
                <a:lnTo>
                  <a:pt x="336562" y="44140"/>
                </a:lnTo>
                <a:close/>
                <a:moveTo>
                  <a:pt x="459525" y="112235"/>
                </a:moveTo>
                <a:lnTo>
                  <a:pt x="462566" y="114586"/>
                </a:lnTo>
                <a:cubicBezTo>
                  <a:pt x="458250" y="122721"/>
                  <a:pt x="452872" y="128774"/>
                  <a:pt x="446430" y="132745"/>
                </a:cubicBezTo>
                <a:cubicBezTo>
                  <a:pt x="439989" y="136713"/>
                  <a:pt x="433139" y="138698"/>
                  <a:pt x="425881" y="138698"/>
                </a:cubicBezTo>
                <a:cubicBezTo>
                  <a:pt x="413652" y="138698"/>
                  <a:pt x="403876" y="134083"/>
                  <a:pt x="396552" y="124855"/>
                </a:cubicBezTo>
                <a:cubicBezTo>
                  <a:pt x="389228" y="115624"/>
                  <a:pt x="385566" y="104529"/>
                  <a:pt x="385566" y="91569"/>
                </a:cubicBezTo>
                <a:cubicBezTo>
                  <a:pt x="385566" y="79065"/>
                  <a:pt x="388901" y="68068"/>
                  <a:pt x="395571" y="58577"/>
                </a:cubicBezTo>
                <a:cubicBezTo>
                  <a:pt x="403615" y="47121"/>
                  <a:pt x="414699" y="41394"/>
                  <a:pt x="428823" y="41394"/>
                </a:cubicBezTo>
                <a:cubicBezTo>
                  <a:pt x="438305" y="41394"/>
                  <a:pt x="445842" y="43787"/>
                  <a:pt x="451433" y="48575"/>
                </a:cubicBezTo>
                <a:cubicBezTo>
                  <a:pt x="457024" y="53361"/>
                  <a:pt x="459820" y="58705"/>
                  <a:pt x="459820" y="64607"/>
                </a:cubicBezTo>
                <a:cubicBezTo>
                  <a:pt x="459820" y="68344"/>
                  <a:pt x="458692" y="71328"/>
                  <a:pt x="456436" y="73557"/>
                </a:cubicBezTo>
                <a:cubicBezTo>
                  <a:pt x="454179" y="75787"/>
                  <a:pt x="451220" y="76902"/>
                  <a:pt x="447558" y="76902"/>
                </a:cubicBezTo>
                <a:cubicBezTo>
                  <a:pt x="443700" y="76902"/>
                  <a:pt x="440512" y="75622"/>
                  <a:pt x="437995" y="73064"/>
                </a:cubicBezTo>
                <a:cubicBezTo>
                  <a:pt x="435477" y="70503"/>
                  <a:pt x="433924" y="65942"/>
                  <a:pt x="433336" y="59381"/>
                </a:cubicBezTo>
                <a:cubicBezTo>
                  <a:pt x="432943" y="55247"/>
                  <a:pt x="431995" y="52359"/>
                  <a:pt x="430491" y="50718"/>
                </a:cubicBezTo>
                <a:cubicBezTo>
                  <a:pt x="428987" y="49079"/>
                  <a:pt x="427221" y="48260"/>
                  <a:pt x="425194" y="48260"/>
                </a:cubicBezTo>
                <a:cubicBezTo>
                  <a:pt x="422055" y="48260"/>
                  <a:pt x="419374" y="49927"/>
                  <a:pt x="417151" y="53262"/>
                </a:cubicBezTo>
                <a:cubicBezTo>
                  <a:pt x="413751" y="58297"/>
                  <a:pt x="412050" y="66014"/>
                  <a:pt x="412050" y="76411"/>
                </a:cubicBezTo>
                <a:cubicBezTo>
                  <a:pt x="412050" y="85043"/>
                  <a:pt x="413424" y="93299"/>
                  <a:pt x="416170" y="101179"/>
                </a:cubicBezTo>
                <a:cubicBezTo>
                  <a:pt x="418917" y="109058"/>
                  <a:pt x="422677" y="114927"/>
                  <a:pt x="427450" y="118786"/>
                </a:cubicBezTo>
                <a:cubicBezTo>
                  <a:pt x="431047" y="121598"/>
                  <a:pt x="435297" y="123003"/>
                  <a:pt x="440202" y="123003"/>
                </a:cubicBezTo>
                <a:cubicBezTo>
                  <a:pt x="443406" y="123003"/>
                  <a:pt x="446447" y="122253"/>
                  <a:pt x="449324" y="120754"/>
                </a:cubicBezTo>
                <a:cubicBezTo>
                  <a:pt x="452201" y="119252"/>
                  <a:pt x="455602" y="116412"/>
                  <a:pt x="459525" y="112235"/>
                </a:cubicBezTo>
                <a:close/>
                <a:moveTo>
                  <a:pt x="512150" y="2943"/>
                </a:moveTo>
                <a:lnTo>
                  <a:pt x="512150" y="56009"/>
                </a:lnTo>
                <a:cubicBezTo>
                  <a:pt x="517186" y="50675"/>
                  <a:pt x="521796" y="46906"/>
                  <a:pt x="525981" y="44701"/>
                </a:cubicBezTo>
                <a:cubicBezTo>
                  <a:pt x="530166" y="42496"/>
                  <a:pt x="534515" y="41394"/>
                  <a:pt x="539027" y="41394"/>
                </a:cubicBezTo>
                <a:cubicBezTo>
                  <a:pt x="544781" y="41394"/>
                  <a:pt x="549702" y="43028"/>
                  <a:pt x="553789" y="46298"/>
                </a:cubicBezTo>
                <a:cubicBezTo>
                  <a:pt x="557876" y="49568"/>
                  <a:pt x="560590" y="53409"/>
                  <a:pt x="561930" y="57823"/>
                </a:cubicBezTo>
                <a:cubicBezTo>
                  <a:pt x="563271" y="62237"/>
                  <a:pt x="563941" y="69676"/>
                  <a:pt x="563941" y="80139"/>
                </a:cubicBezTo>
                <a:lnTo>
                  <a:pt x="563941" y="115941"/>
                </a:lnTo>
                <a:cubicBezTo>
                  <a:pt x="563941" y="122981"/>
                  <a:pt x="564595" y="127372"/>
                  <a:pt x="565903" y="129116"/>
                </a:cubicBezTo>
                <a:cubicBezTo>
                  <a:pt x="567211" y="130859"/>
                  <a:pt x="569859" y="131960"/>
                  <a:pt x="573848" y="132420"/>
                </a:cubicBezTo>
                <a:lnTo>
                  <a:pt x="573848" y="135951"/>
                </a:lnTo>
                <a:lnTo>
                  <a:pt x="527354" y="135951"/>
                </a:lnTo>
                <a:lnTo>
                  <a:pt x="527354" y="132420"/>
                </a:lnTo>
                <a:cubicBezTo>
                  <a:pt x="530624" y="131960"/>
                  <a:pt x="533076" y="130644"/>
                  <a:pt x="534711" y="128472"/>
                </a:cubicBezTo>
                <a:cubicBezTo>
                  <a:pt x="535888" y="126761"/>
                  <a:pt x="536476" y="122585"/>
                  <a:pt x="536476" y="115941"/>
                </a:cubicBezTo>
                <a:lnTo>
                  <a:pt x="536476" y="75102"/>
                </a:lnTo>
                <a:cubicBezTo>
                  <a:pt x="536476" y="67529"/>
                  <a:pt x="536182" y="62780"/>
                  <a:pt x="535594" y="60855"/>
                </a:cubicBezTo>
                <a:cubicBezTo>
                  <a:pt x="535005" y="58928"/>
                  <a:pt x="534008" y="57426"/>
                  <a:pt x="532602" y="56349"/>
                </a:cubicBezTo>
                <a:cubicBezTo>
                  <a:pt x="531196" y="55272"/>
                  <a:pt x="529610" y="54734"/>
                  <a:pt x="527845" y="54734"/>
                </a:cubicBezTo>
                <a:cubicBezTo>
                  <a:pt x="525229" y="54734"/>
                  <a:pt x="522679" y="55633"/>
                  <a:pt x="520194" y="57431"/>
                </a:cubicBezTo>
                <a:cubicBezTo>
                  <a:pt x="517709" y="59229"/>
                  <a:pt x="515028" y="62385"/>
                  <a:pt x="512150" y="66897"/>
                </a:cubicBezTo>
                <a:lnTo>
                  <a:pt x="512150" y="115941"/>
                </a:lnTo>
                <a:cubicBezTo>
                  <a:pt x="512150" y="122519"/>
                  <a:pt x="512641" y="126631"/>
                  <a:pt x="513622" y="128276"/>
                </a:cubicBezTo>
                <a:cubicBezTo>
                  <a:pt x="514864" y="130511"/>
                  <a:pt x="517414" y="131893"/>
                  <a:pt x="521273" y="132420"/>
                </a:cubicBezTo>
                <a:lnTo>
                  <a:pt x="521273" y="135951"/>
                </a:lnTo>
                <a:lnTo>
                  <a:pt x="474778" y="135951"/>
                </a:lnTo>
                <a:lnTo>
                  <a:pt x="474778" y="132420"/>
                </a:lnTo>
                <a:cubicBezTo>
                  <a:pt x="478637" y="132026"/>
                  <a:pt x="481383" y="130776"/>
                  <a:pt x="483018" y="128671"/>
                </a:cubicBezTo>
                <a:cubicBezTo>
                  <a:pt x="484130" y="127224"/>
                  <a:pt x="484685" y="122981"/>
                  <a:pt x="484685" y="115941"/>
                </a:cubicBezTo>
                <a:lnTo>
                  <a:pt x="484685" y="22953"/>
                </a:lnTo>
                <a:cubicBezTo>
                  <a:pt x="484685" y="15937"/>
                  <a:pt x="484048" y="11569"/>
                  <a:pt x="482773" y="9849"/>
                </a:cubicBezTo>
                <a:cubicBezTo>
                  <a:pt x="481498" y="8128"/>
                  <a:pt x="478833" y="7003"/>
                  <a:pt x="474778" y="6474"/>
                </a:cubicBezTo>
                <a:lnTo>
                  <a:pt x="474778" y="2943"/>
                </a:lnTo>
                <a:lnTo>
                  <a:pt x="512150" y="29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abfde5f774b63"/>
          <a:stretch xmlns:a="http://schemas.openxmlformats.org/drawingml/2006/main"/>
        </p:blipFill>
        <p:spPr>
          <a:xfrm xmlns:a="http://schemas.openxmlformats.org/drawingml/2006/main">
            <a:off x="6730045" y="757709"/>
            <a:ext cx="1013846" cy="1009901"/>
          </a:xfrm>
          <a:prstGeom xmlns:a="http://schemas.openxmlformats.org/drawingml/2006/main" prst="rect">
            <a:avLst/>
          </a:prstGeom>
        </p:spPr>
      </p:pic>
      <p:sp>
        <p:nvSpPr>
          <p:cNvPr id="23" name="Text AICodingAssistant">
            <a:extLst xmlns:a="http://schemas.openxmlformats.org/drawingml/2006/main">
              <a:ext uri="{FF2B5EF4-FFF2-40B4-BE49-F238E27FC236}">
                <a16:creationId xmlns:a16="http://schemas.microsoft.com/office/drawing/2014/main" id="{C5972886-C9DD-405E-8DD2-93360DC5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156" y="1885262"/>
            <a:ext cx="1721036" cy="179306"/>
          </a:xfrm>
          <a:custGeom xmlns:a="http://schemas.openxmlformats.org/drawingml/2006/main">
            <a:pathLst>
              <a:path w="1721036" h="179306">
                <a:moveTo>
                  <a:pt x="82002" y="97893"/>
                </a:moveTo>
                <a:lnTo>
                  <a:pt x="35018" y="97893"/>
                </a:lnTo>
                <a:lnTo>
                  <a:pt x="29427" y="110905"/>
                </a:lnTo>
                <a:cubicBezTo>
                  <a:pt x="27596" y="115268"/>
                  <a:pt x="26680" y="118870"/>
                  <a:pt x="26680" y="121713"/>
                </a:cubicBezTo>
                <a:cubicBezTo>
                  <a:pt x="26680" y="125479"/>
                  <a:pt x="28184" y="128255"/>
                  <a:pt x="31192" y="130041"/>
                </a:cubicBezTo>
                <a:cubicBezTo>
                  <a:pt x="32958" y="131098"/>
                  <a:pt x="37306" y="131891"/>
                  <a:pt x="44238" y="132420"/>
                </a:cubicBezTo>
                <a:lnTo>
                  <a:pt x="44238" y="135951"/>
                </a:lnTo>
                <a:lnTo>
                  <a:pt x="0" y="135951"/>
                </a:lnTo>
                <a:lnTo>
                  <a:pt x="0" y="132420"/>
                </a:lnTo>
                <a:cubicBezTo>
                  <a:pt x="4774" y="131695"/>
                  <a:pt x="8697" y="129698"/>
                  <a:pt x="11771" y="126430"/>
                </a:cubicBezTo>
                <a:cubicBezTo>
                  <a:pt x="14844" y="123161"/>
                  <a:pt x="18637" y="116409"/>
                  <a:pt x="23149" y="106175"/>
                </a:cubicBezTo>
                <a:lnTo>
                  <a:pt x="70722" y="0"/>
                </a:lnTo>
                <a:lnTo>
                  <a:pt x="72586" y="0"/>
                </a:lnTo>
                <a:lnTo>
                  <a:pt x="120551" y="109133"/>
                </a:lnTo>
                <a:cubicBezTo>
                  <a:pt x="125129" y="119571"/>
                  <a:pt x="128889" y="126144"/>
                  <a:pt x="131831" y="128852"/>
                </a:cubicBezTo>
                <a:cubicBezTo>
                  <a:pt x="134055" y="130900"/>
                  <a:pt x="137194" y="132089"/>
                  <a:pt x="141248" y="132420"/>
                </a:cubicBezTo>
                <a:lnTo>
                  <a:pt x="141248" y="135951"/>
                </a:lnTo>
                <a:lnTo>
                  <a:pt x="76902" y="135951"/>
                </a:lnTo>
                <a:lnTo>
                  <a:pt x="76902" y="132420"/>
                </a:lnTo>
                <a:lnTo>
                  <a:pt x="79550" y="132420"/>
                </a:lnTo>
                <a:cubicBezTo>
                  <a:pt x="84716" y="132420"/>
                  <a:pt x="88345" y="131688"/>
                  <a:pt x="90438" y="130225"/>
                </a:cubicBezTo>
                <a:cubicBezTo>
                  <a:pt x="91877" y="129163"/>
                  <a:pt x="92596" y="127633"/>
                  <a:pt x="92596" y="125637"/>
                </a:cubicBezTo>
                <a:cubicBezTo>
                  <a:pt x="92596" y="124441"/>
                  <a:pt x="92400" y="123211"/>
                  <a:pt x="92007" y="121946"/>
                </a:cubicBezTo>
                <a:cubicBezTo>
                  <a:pt x="91877" y="121349"/>
                  <a:pt x="90896" y="118856"/>
                  <a:pt x="89065" y="114467"/>
                </a:cubicBezTo>
                <a:lnTo>
                  <a:pt x="82002" y="97893"/>
                </a:lnTo>
                <a:moveTo>
                  <a:pt x="78667" y="90634"/>
                </a:moveTo>
                <a:lnTo>
                  <a:pt x="58853" y="44771"/>
                </a:lnTo>
                <a:lnTo>
                  <a:pt x="38451" y="90634"/>
                </a:lnTo>
                <a:lnTo>
                  <a:pt x="78667" y="90634"/>
                </a:lnTo>
                <a:close/>
                <a:moveTo>
                  <a:pt x="217660" y="132420"/>
                </a:moveTo>
                <a:lnTo>
                  <a:pt x="217660" y="135951"/>
                </a:lnTo>
                <a:lnTo>
                  <a:pt x="148115" y="135951"/>
                </a:lnTo>
                <a:lnTo>
                  <a:pt x="148115" y="132420"/>
                </a:lnTo>
                <a:lnTo>
                  <a:pt x="152529" y="132420"/>
                </a:lnTo>
                <a:cubicBezTo>
                  <a:pt x="156387" y="132420"/>
                  <a:pt x="159493" y="131730"/>
                  <a:pt x="161847" y="130351"/>
                </a:cubicBezTo>
                <a:cubicBezTo>
                  <a:pt x="163547" y="129429"/>
                  <a:pt x="164855" y="127852"/>
                  <a:pt x="165771" y="125618"/>
                </a:cubicBezTo>
                <a:cubicBezTo>
                  <a:pt x="166490" y="124041"/>
                  <a:pt x="166850" y="119899"/>
                  <a:pt x="166850" y="113195"/>
                </a:cubicBezTo>
                <a:lnTo>
                  <a:pt x="166850" y="25699"/>
                </a:lnTo>
                <a:cubicBezTo>
                  <a:pt x="166850" y="18864"/>
                  <a:pt x="166490" y="14592"/>
                  <a:pt x="165771" y="12883"/>
                </a:cubicBezTo>
                <a:cubicBezTo>
                  <a:pt x="165051" y="11173"/>
                  <a:pt x="163596" y="9677"/>
                  <a:pt x="161406" y="8396"/>
                </a:cubicBezTo>
                <a:cubicBezTo>
                  <a:pt x="159215" y="7115"/>
                  <a:pt x="156256" y="6474"/>
                  <a:pt x="152529" y="6474"/>
                </a:cubicBezTo>
                <a:lnTo>
                  <a:pt x="148115" y="6474"/>
                </a:lnTo>
                <a:lnTo>
                  <a:pt x="148115" y="2943"/>
                </a:lnTo>
                <a:lnTo>
                  <a:pt x="217660" y="2943"/>
                </a:lnTo>
                <a:lnTo>
                  <a:pt x="217660" y="6474"/>
                </a:lnTo>
                <a:lnTo>
                  <a:pt x="213246" y="6474"/>
                </a:lnTo>
                <a:cubicBezTo>
                  <a:pt x="209388" y="6474"/>
                  <a:pt x="206281" y="7164"/>
                  <a:pt x="203927" y="8543"/>
                </a:cubicBezTo>
                <a:cubicBezTo>
                  <a:pt x="202227" y="9465"/>
                  <a:pt x="200887" y="11042"/>
                  <a:pt x="199906" y="13276"/>
                </a:cubicBezTo>
                <a:cubicBezTo>
                  <a:pt x="199186" y="14853"/>
                  <a:pt x="198827" y="18994"/>
                  <a:pt x="198827" y="25699"/>
                </a:cubicBezTo>
                <a:lnTo>
                  <a:pt x="198827" y="113195"/>
                </a:lnTo>
                <a:cubicBezTo>
                  <a:pt x="198827" y="120030"/>
                  <a:pt x="199203" y="124303"/>
                  <a:pt x="199955" y="126014"/>
                </a:cubicBezTo>
                <a:cubicBezTo>
                  <a:pt x="200707" y="127722"/>
                  <a:pt x="202178" y="129217"/>
                  <a:pt x="204369" y="130498"/>
                </a:cubicBezTo>
                <a:cubicBezTo>
                  <a:pt x="206559" y="131779"/>
                  <a:pt x="209518" y="132420"/>
                  <a:pt x="213246" y="132420"/>
                </a:cubicBezTo>
                <a:lnTo>
                  <a:pt x="217660" y="132420"/>
                </a:lnTo>
                <a:close/>
                <a:moveTo>
                  <a:pt x="407792" y="0"/>
                </a:moveTo>
                <a:lnTo>
                  <a:pt x="407792" y="46102"/>
                </a:lnTo>
                <a:lnTo>
                  <a:pt x="403967" y="46102"/>
                </a:lnTo>
                <a:cubicBezTo>
                  <a:pt x="401089" y="34006"/>
                  <a:pt x="395727" y="24738"/>
                  <a:pt x="387880" y="18297"/>
                </a:cubicBezTo>
                <a:cubicBezTo>
                  <a:pt x="380033" y="11853"/>
                  <a:pt x="371140" y="8632"/>
                  <a:pt x="361200" y="8632"/>
                </a:cubicBezTo>
                <a:cubicBezTo>
                  <a:pt x="352895" y="8632"/>
                  <a:pt x="345277" y="11019"/>
                  <a:pt x="338345" y="15792"/>
                </a:cubicBezTo>
                <a:cubicBezTo>
                  <a:pt x="331414" y="20566"/>
                  <a:pt x="326346" y="26811"/>
                  <a:pt x="323141" y="34527"/>
                </a:cubicBezTo>
                <a:cubicBezTo>
                  <a:pt x="319022" y="44402"/>
                  <a:pt x="316962" y="55388"/>
                  <a:pt x="316962" y="67485"/>
                </a:cubicBezTo>
                <a:cubicBezTo>
                  <a:pt x="316962" y="79387"/>
                  <a:pt x="318466" y="90225"/>
                  <a:pt x="321474" y="100002"/>
                </a:cubicBezTo>
                <a:cubicBezTo>
                  <a:pt x="324482" y="109778"/>
                  <a:pt x="329190" y="117167"/>
                  <a:pt x="335599" y="122170"/>
                </a:cubicBezTo>
                <a:cubicBezTo>
                  <a:pt x="342007" y="127172"/>
                  <a:pt x="350312" y="129673"/>
                  <a:pt x="360513" y="129673"/>
                </a:cubicBezTo>
                <a:cubicBezTo>
                  <a:pt x="368884" y="129673"/>
                  <a:pt x="376551" y="127843"/>
                  <a:pt x="383515" y="124181"/>
                </a:cubicBezTo>
                <a:cubicBezTo>
                  <a:pt x="390480" y="120519"/>
                  <a:pt x="397820" y="114208"/>
                  <a:pt x="405536" y="105249"/>
                </a:cubicBezTo>
                <a:lnTo>
                  <a:pt x="405536" y="116726"/>
                </a:lnTo>
                <a:cubicBezTo>
                  <a:pt x="398081" y="124507"/>
                  <a:pt x="390316" y="130148"/>
                  <a:pt x="382240" y="133646"/>
                </a:cubicBezTo>
                <a:cubicBezTo>
                  <a:pt x="374164" y="137145"/>
                  <a:pt x="364731" y="138894"/>
                  <a:pt x="353941" y="138894"/>
                </a:cubicBezTo>
                <a:cubicBezTo>
                  <a:pt x="339751" y="138894"/>
                  <a:pt x="327147" y="136053"/>
                  <a:pt x="316128" y="130372"/>
                </a:cubicBezTo>
                <a:cubicBezTo>
                  <a:pt x="305109" y="124691"/>
                  <a:pt x="296608" y="116530"/>
                  <a:pt x="290625" y="105887"/>
                </a:cubicBezTo>
                <a:cubicBezTo>
                  <a:pt x="284642" y="95242"/>
                  <a:pt x="281650" y="83912"/>
                  <a:pt x="281650" y="71896"/>
                </a:cubicBezTo>
                <a:cubicBezTo>
                  <a:pt x="281650" y="59228"/>
                  <a:pt x="284969" y="47213"/>
                  <a:pt x="291606" y="35851"/>
                </a:cubicBezTo>
                <a:cubicBezTo>
                  <a:pt x="298243" y="24487"/>
                  <a:pt x="307202" y="15672"/>
                  <a:pt x="318482" y="9404"/>
                </a:cubicBezTo>
                <a:cubicBezTo>
                  <a:pt x="329762" y="3135"/>
                  <a:pt x="341746" y="0"/>
                  <a:pt x="354432" y="0"/>
                </a:cubicBezTo>
                <a:cubicBezTo>
                  <a:pt x="363783" y="0"/>
                  <a:pt x="373657" y="2027"/>
                  <a:pt x="384055" y="6082"/>
                </a:cubicBezTo>
                <a:cubicBezTo>
                  <a:pt x="390071" y="8436"/>
                  <a:pt x="393896" y="9613"/>
                  <a:pt x="395531" y="9613"/>
                </a:cubicBezTo>
                <a:cubicBezTo>
                  <a:pt x="397624" y="9613"/>
                  <a:pt x="399438" y="8844"/>
                  <a:pt x="400975" y="7308"/>
                </a:cubicBezTo>
                <a:cubicBezTo>
                  <a:pt x="402512" y="5771"/>
                  <a:pt x="403509" y="3335"/>
                  <a:pt x="403967" y="0"/>
                </a:cubicBezTo>
                <a:lnTo>
                  <a:pt x="407792" y="0"/>
                </a:lnTo>
                <a:close/>
                <a:moveTo>
                  <a:pt x="469393" y="41394"/>
                </a:moveTo>
                <a:cubicBezTo>
                  <a:pt x="477370" y="41394"/>
                  <a:pt x="484792" y="43455"/>
                  <a:pt x="491659" y="47579"/>
                </a:cubicBezTo>
                <a:cubicBezTo>
                  <a:pt x="498525" y="51703"/>
                  <a:pt x="503740" y="57562"/>
                  <a:pt x="507304" y="65156"/>
                </a:cubicBezTo>
                <a:cubicBezTo>
                  <a:pt x="510868" y="72749"/>
                  <a:pt x="512650" y="81062"/>
                  <a:pt x="512650" y="90095"/>
                </a:cubicBezTo>
                <a:cubicBezTo>
                  <a:pt x="512650" y="103120"/>
                  <a:pt x="509347" y="114019"/>
                  <a:pt x="502743" y="122792"/>
                </a:cubicBezTo>
                <a:cubicBezTo>
                  <a:pt x="494765" y="133396"/>
                  <a:pt x="483746" y="138698"/>
                  <a:pt x="469687" y="138698"/>
                </a:cubicBezTo>
                <a:cubicBezTo>
                  <a:pt x="455889" y="138698"/>
                  <a:pt x="445263" y="133854"/>
                  <a:pt x="437808" y="124165"/>
                </a:cubicBezTo>
                <a:cubicBezTo>
                  <a:pt x="430353" y="114477"/>
                  <a:pt x="426626" y="103251"/>
                  <a:pt x="426626" y="90487"/>
                </a:cubicBezTo>
                <a:cubicBezTo>
                  <a:pt x="426626" y="77331"/>
                  <a:pt x="430435" y="65860"/>
                  <a:pt x="438053" y="56073"/>
                </a:cubicBezTo>
                <a:cubicBezTo>
                  <a:pt x="445671" y="46287"/>
                  <a:pt x="456118" y="41394"/>
                  <a:pt x="469393" y="41394"/>
                </a:cubicBezTo>
                <a:moveTo>
                  <a:pt x="469785" y="48260"/>
                </a:moveTo>
                <a:cubicBezTo>
                  <a:pt x="466450" y="48260"/>
                  <a:pt x="463589" y="49521"/>
                  <a:pt x="461202" y="52042"/>
                </a:cubicBezTo>
                <a:cubicBezTo>
                  <a:pt x="458815" y="54562"/>
                  <a:pt x="457246" y="59537"/>
                  <a:pt x="456494" y="66967"/>
                </a:cubicBezTo>
                <a:cubicBezTo>
                  <a:pt x="455742" y="74397"/>
                  <a:pt x="455366" y="84725"/>
                  <a:pt x="455366" y="97951"/>
                </a:cubicBezTo>
                <a:cubicBezTo>
                  <a:pt x="455366" y="104956"/>
                  <a:pt x="455824" y="111504"/>
                  <a:pt x="456739" y="117593"/>
                </a:cubicBezTo>
                <a:cubicBezTo>
                  <a:pt x="457458" y="122240"/>
                  <a:pt x="458995" y="125775"/>
                  <a:pt x="461349" y="128199"/>
                </a:cubicBezTo>
                <a:cubicBezTo>
                  <a:pt x="463703" y="130621"/>
                  <a:pt x="466384" y="131831"/>
                  <a:pt x="469393" y="131831"/>
                </a:cubicBezTo>
                <a:cubicBezTo>
                  <a:pt x="472335" y="131831"/>
                  <a:pt x="474787" y="131013"/>
                  <a:pt x="476749" y="129376"/>
                </a:cubicBezTo>
                <a:cubicBezTo>
                  <a:pt x="479299" y="127151"/>
                  <a:pt x="481000" y="124041"/>
                  <a:pt x="481850" y="120045"/>
                </a:cubicBezTo>
                <a:cubicBezTo>
                  <a:pt x="483158" y="113827"/>
                  <a:pt x="483812" y="101257"/>
                  <a:pt x="483812" y="82336"/>
                </a:cubicBezTo>
                <a:cubicBezTo>
                  <a:pt x="483812" y="71207"/>
                  <a:pt x="483190" y="63565"/>
                  <a:pt x="481948" y="59408"/>
                </a:cubicBezTo>
                <a:cubicBezTo>
                  <a:pt x="480705" y="55250"/>
                  <a:pt x="478874" y="52221"/>
                  <a:pt x="476455" y="50323"/>
                </a:cubicBezTo>
                <a:cubicBezTo>
                  <a:pt x="474755" y="48947"/>
                  <a:pt x="472531" y="48260"/>
                  <a:pt x="469785" y="48260"/>
                </a:cubicBezTo>
                <a:close/>
                <a:moveTo>
                  <a:pt x="615962" y="2943"/>
                </a:moveTo>
                <a:lnTo>
                  <a:pt x="615962" y="108486"/>
                </a:lnTo>
                <a:cubicBezTo>
                  <a:pt x="615962" y="115543"/>
                  <a:pt x="616158" y="119717"/>
                  <a:pt x="616551" y="121011"/>
                </a:cubicBezTo>
                <a:cubicBezTo>
                  <a:pt x="617074" y="123149"/>
                  <a:pt x="618071" y="124735"/>
                  <a:pt x="619542" y="125771"/>
                </a:cubicBezTo>
                <a:cubicBezTo>
                  <a:pt x="621014" y="126805"/>
                  <a:pt x="623580" y="127452"/>
                  <a:pt x="627242" y="127712"/>
                </a:cubicBezTo>
                <a:lnTo>
                  <a:pt x="627242" y="131243"/>
                </a:lnTo>
                <a:lnTo>
                  <a:pt x="588497" y="138698"/>
                </a:lnTo>
                <a:lnTo>
                  <a:pt x="588497" y="124181"/>
                </a:lnTo>
                <a:cubicBezTo>
                  <a:pt x="583854" y="129804"/>
                  <a:pt x="579718" y="133630"/>
                  <a:pt x="576089" y="135657"/>
                </a:cubicBezTo>
                <a:cubicBezTo>
                  <a:pt x="572460" y="137684"/>
                  <a:pt x="568356" y="138698"/>
                  <a:pt x="563779" y="138698"/>
                </a:cubicBezTo>
                <a:cubicBezTo>
                  <a:pt x="552074" y="138698"/>
                  <a:pt x="542821" y="133461"/>
                  <a:pt x="536020" y="122988"/>
                </a:cubicBezTo>
                <a:cubicBezTo>
                  <a:pt x="530527" y="114479"/>
                  <a:pt x="527780" y="104039"/>
                  <a:pt x="527780" y="91667"/>
                </a:cubicBezTo>
                <a:cubicBezTo>
                  <a:pt x="527780" y="81783"/>
                  <a:pt x="529480" y="72929"/>
                  <a:pt x="532881" y="65106"/>
                </a:cubicBezTo>
                <a:cubicBezTo>
                  <a:pt x="536281" y="57284"/>
                  <a:pt x="540940" y="51376"/>
                  <a:pt x="546859" y="47383"/>
                </a:cubicBezTo>
                <a:cubicBezTo>
                  <a:pt x="552777" y="43390"/>
                  <a:pt x="559136" y="41394"/>
                  <a:pt x="565937" y="41394"/>
                </a:cubicBezTo>
                <a:cubicBezTo>
                  <a:pt x="570318" y="41394"/>
                  <a:pt x="574209" y="42251"/>
                  <a:pt x="577609" y="43965"/>
                </a:cubicBezTo>
                <a:cubicBezTo>
                  <a:pt x="581010" y="45680"/>
                  <a:pt x="584639" y="48681"/>
                  <a:pt x="588497" y="52968"/>
                </a:cubicBezTo>
                <a:lnTo>
                  <a:pt x="588497" y="25307"/>
                </a:lnTo>
                <a:cubicBezTo>
                  <a:pt x="588497" y="18310"/>
                  <a:pt x="588203" y="14092"/>
                  <a:pt x="587614" y="12653"/>
                </a:cubicBezTo>
                <a:cubicBezTo>
                  <a:pt x="586830" y="10757"/>
                  <a:pt x="585653" y="9351"/>
                  <a:pt x="584083" y="8436"/>
                </a:cubicBezTo>
                <a:cubicBezTo>
                  <a:pt x="582514" y="7520"/>
                  <a:pt x="579571" y="7062"/>
                  <a:pt x="575255" y="7062"/>
                </a:cubicBezTo>
                <a:lnTo>
                  <a:pt x="575255" y="2943"/>
                </a:lnTo>
                <a:lnTo>
                  <a:pt x="615962" y="2943"/>
                </a:lnTo>
                <a:moveTo>
                  <a:pt x="588497" y="64935"/>
                </a:moveTo>
                <a:cubicBezTo>
                  <a:pt x="583658" y="55780"/>
                  <a:pt x="577740" y="51202"/>
                  <a:pt x="570743" y="51202"/>
                </a:cubicBezTo>
                <a:cubicBezTo>
                  <a:pt x="568324" y="51202"/>
                  <a:pt x="566329" y="51856"/>
                  <a:pt x="564760" y="53164"/>
                </a:cubicBezTo>
                <a:cubicBezTo>
                  <a:pt x="562340" y="55191"/>
                  <a:pt x="560362" y="58755"/>
                  <a:pt x="558825" y="63856"/>
                </a:cubicBezTo>
                <a:cubicBezTo>
                  <a:pt x="557289" y="68956"/>
                  <a:pt x="556520" y="76771"/>
                  <a:pt x="556520" y="87299"/>
                </a:cubicBezTo>
                <a:cubicBezTo>
                  <a:pt x="556520" y="98874"/>
                  <a:pt x="557370" y="107440"/>
                  <a:pt x="559071" y="112998"/>
                </a:cubicBezTo>
                <a:cubicBezTo>
                  <a:pt x="560771" y="118557"/>
                  <a:pt x="563092" y="122578"/>
                  <a:pt x="566035" y="125063"/>
                </a:cubicBezTo>
                <a:cubicBezTo>
                  <a:pt x="567539" y="126306"/>
                  <a:pt x="569599" y="126927"/>
                  <a:pt x="572214" y="126927"/>
                </a:cubicBezTo>
                <a:cubicBezTo>
                  <a:pt x="577969" y="126927"/>
                  <a:pt x="583397" y="122401"/>
                  <a:pt x="588497" y="113348"/>
                </a:cubicBezTo>
                <a:lnTo>
                  <a:pt x="588497" y="64935"/>
                </a:lnTo>
                <a:close/>
                <a:moveTo>
                  <a:pt x="660381" y="0"/>
                </a:moveTo>
                <a:cubicBezTo>
                  <a:pt x="664631" y="0"/>
                  <a:pt x="668228" y="1493"/>
                  <a:pt x="671171" y="4478"/>
                </a:cubicBezTo>
                <a:cubicBezTo>
                  <a:pt x="674113" y="7462"/>
                  <a:pt x="675585" y="11053"/>
                  <a:pt x="675585" y="15253"/>
                </a:cubicBezTo>
                <a:cubicBezTo>
                  <a:pt x="675585" y="19452"/>
                  <a:pt x="674097" y="23028"/>
                  <a:pt x="671122" y="25981"/>
                </a:cubicBezTo>
                <a:cubicBezTo>
                  <a:pt x="668146" y="28932"/>
                  <a:pt x="664566" y="30408"/>
                  <a:pt x="660381" y="30408"/>
                </a:cubicBezTo>
                <a:cubicBezTo>
                  <a:pt x="656196" y="30408"/>
                  <a:pt x="652632" y="28932"/>
                  <a:pt x="649689" y="25981"/>
                </a:cubicBezTo>
                <a:cubicBezTo>
                  <a:pt x="646747" y="23028"/>
                  <a:pt x="645275" y="19452"/>
                  <a:pt x="645275" y="15253"/>
                </a:cubicBezTo>
                <a:cubicBezTo>
                  <a:pt x="645275" y="11053"/>
                  <a:pt x="646747" y="7462"/>
                  <a:pt x="649689" y="4478"/>
                </a:cubicBezTo>
                <a:cubicBezTo>
                  <a:pt x="652632" y="1493"/>
                  <a:pt x="656196" y="0"/>
                  <a:pt x="660381" y="0"/>
                </a:cubicBezTo>
                <a:moveTo>
                  <a:pt x="674113" y="44140"/>
                </a:moveTo>
                <a:lnTo>
                  <a:pt x="674113" y="116922"/>
                </a:lnTo>
                <a:cubicBezTo>
                  <a:pt x="674113" y="123396"/>
                  <a:pt x="674865" y="127532"/>
                  <a:pt x="676369" y="129330"/>
                </a:cubicBezTo>
                <a:cubicBezTo>
                  <a:pt x="677873" y="131128"/>
                  <a:pt x="680816" y="132158"/>
                  <a:pt x="685197" y="132420"/>
                </a:cubicBezTo>
                <a:lnTo>
                  <a:pt x="685197" y="135951"/>
                </a:lnTo>
                <a:lnTo>
                  <a:pt x="635663" y="135951"/>
                </a:lnTo>
                <a:lnTo>
                  <a:pt x="635663" y="132420"/>
                </a:lnTo>
                <a:cubicBezTo>
                  <a:pt x="639717" y="132289"/>
                  <a:pt x="642725" y="131112"/>
                  <a:pt x="644687" y="128889"/>
                </a:cubicBezTo>
                <a:cubicBezTo>
                  <a:pt x="645995" y="127385"/>
                  <a:pt x="646649" y="123396"/>
                  <a:pt x="646649" y="116922"/>
                </a:cubicBezTo>
                <a:lnTo>
                  <a:pt x="646649" y="63365"/>
                </a:lnTo>
                <a:cubicBezTo>
                  <a:pt x="646649" y="56810"/>
                  <a:pt x="645897" y="52622"/>
                  <a:pt x="644392" y="50801"/>
                </a:cubicBezTo>
                <a:cubicBezTo>
                  <a:pt x="642888" y="48980"/>
                  <a:pt x="639978" y="47937"/>
                  <a:pt x="635663" y="47671"/>
                </a:cubicBezTo>
                <a:lnTo>
                  <a:pt x="635663" y="44140"/>
                </a:lnTo>
                <a:lnTo>
                  <a:pt x="674113" y="44140"/>
                </a:lnTo>
                <a:close/>
                <a:moveTo>
                  <a:pt x="731447" y="44140"/>
                </a:moveTo>
                <a:lnTo>
                  <a:pt x="731447" y="56107"/>
                </a:lnTo>
                <a:cubicBezTo>
                  <a:pt x="736155" y="50971"/>
                  <a:pt x="740667" y="47236"/>
                  <a:pt x="744983" y="44900"/>
                </a:cubicBezTo>
                <a:cubicBezTo>
                  <a:pt x="749299" y="42562"/>
                  <a:pt x="753942" y="41394"/>
                  <a:pt x="758912" y="41394"/>
                </a:cubicBezTo>
                <a:cubicBezTo>
                  <a:pt x="764862" y="41394"/>
                  <a:pt x="769799" y="43047"/>
                  <a:pt x="773723" y="46353"/>
                </a:cubicBezTo>
                <a:cubicBezTo>
                  <a:pt x="777647" y="49660"/>
                  <a:pt x="780262" y="53768"/>
                  <a:pt x="781570" y="58679"/>
                </a:cubicBezTo>
                <a:cubicBezTo>
                  <a:pt x="782616" y="62412"/>
                  <a:pt x="783140" y="69583"/>
                  <a:pt x="783140" y="80191"/>
                </a:cubicBezTo>
                <a:lnTo>
                  <a:pt x="783140" y="115941"/>
                </a:lnTo>
                <a:cubicBezTo>
                  <a:pt x="783140" y="123003"/>
                  <a:pt x="783777" y="127401"/>
                  <a:pt x="785052" y="129134"/>
                </a:cubicBezTo>
                <a:cubicBezTo>
                  <a:pt x="786327" y="130867"/>
                  <a:pt x="788992" y="131962"/>
                  <a:pt x="793047" y="132420"/>
                </a:cubicBezTo>
                <a:lnTo>
                  <a:pt x="793047" y="135951"/>
                </a:lnTo>
                <a:lnTo>
                  <a:pt x="746651" y="135951"/>
                </a:lnTo>
                <a:lnTo>
                  <a:pt x="746651" y="132420"/>
                </a:lnTo>
                <a:cubicBezTo>
                  <a:pt x="750116" y="131962"/>
                  <a:pt x="752601" y="130524"/>
                  <a:pt x="754105" y="128104"/>
                </a:cubicBezTo>
                <a:cubicBezTo>
                  <a:pt x="755152" y="126469"/>
                  <a:pt x="755675" y="122415"/>
                  <a:pt x="755675" y="115941"/>
                </a:cubicBezTo>
                <a:lnTo>
                  <a:pt x="755675" y="75136"/>
                </a:lnTo>
                <a:cubicBezTo>
                  <a:pt x="755675" y="67616"/>
                  <a:pt x="755380" y="62875"/>
                  <a:pt x="754792" y="60913"/>
                </a:cubicBezTo>
                <a:cubicBezTo>
                  <a:pt x="754203" y="58951"/>
                  <a:pt x="753206" y="57431"/>
                  <a:pt x="751800" y="56352"/>
                </a:cubicBezTo>
                <a:cubicBezTo>
                  <a:pt x="750394" y="55273"/>
                  <a:pt x="748841" y="54734"/>
                  <a:pt x="747141" y="54734"/>
                </a:cubicBezTo>
                <a:cubicBezTo>
                  <a:pt x="741517" y="54734"/>
                  <a:pt x="736286" y="58788"/>
                  <a:pt x="731447" y="66897"/>
                </a:cubicBezTo>
                <a:lnTo>
                  <a:pt x="731447" y="115941"/>
                </a:lnTo>
                <a:cubicBezTo>
                  <a:pt x="731447" y="122807"/>
                  <a:pt x="732084" y="127156"/>
                  <a:pt x="733359" y="128987"/>
                </a:cubicBezTo>
                <a:cubicBezTo>
                  <a:pt x="734635" y="130818"/>
                  <a:pt x="737005" y="131962"/>
                  <a:pt x="740471" y="132420"/>
                </a:cubicBezTo>
                <a:lnTo>
                  <a:pt x="740471" y="135951"/>
                </a:lnTo>
                <a:lnTo>
                  <a:pt x="694075" y="135951"/>
                </a:lnTo>
                <a:lnTo>
                  <a:pt x="694075" y="132420"/>
                </a:lnTo>
                <a:cubicBezTo>
                  <a:pt x="697933" y="132028"/>
                  <a:pt x="700680" y="130785"/>
                  <a:pt x="702314" y="128693"/>
                </a:cubicBezTo>
                <a:cubicBezTo>
                  <a:pt x="703426" y="127254"/>
                  <a:pt x="703982" y="123003"/>
                  <a:pt x="703982" y="115941"/>
                </a:cubicBezTo>
                <a:lnTo>
                  <a:pt x="703982" y="64150"/>
                </a:lnTo>
                <a:cubicBezTo>
                  <a:pt x="703982" y="57135"/>
                  <a:pt x="703344" y="52767"/>
                  <a:pt x="702069" y="51046"/>
                </a:cubicBezTo>
                <a:cubicBezTo>
                  <a:pt x="700794" y="49325"/>
                  <a:pt x="698129" y="48200"/>
                  <a:pt x="694075" y="47671"/>
                </a:cubicBezTo>
                <a:lnTo>
                  <a:pt x="694075" y="44140"/>
                </a:lnTo>
                <a:lnTo>
                  <a:pt x="731447" y="44140"/>
                </a:lnTo>
                <a:close/>
                <a:moveTo>
                  <a:pt x="864341" y="45317"/>
                </a:moveTo>
                <a:lnTo>
                  <a:pt x="895239" y="45317"/>
                </a:lnTo>
                <a:lnTo>
                  <a:pt x="895239" y="56107"/>
                </a:lnTo>
                <a:lnTo>
                  <a:pt x="877682" y="56107"/>
                </a:lnTo>
                <a:cubicBezTo>
                  <a:pt x="880886" y="59311"/>
                  <a:pt x="883109" y="62221"/>
                  <a:pt x="884352" y="64837"/>
                </a:cubicBezTo>
                <a:cubicBezTo>
                  <a:pt x="885921" y="68368"/>
                  <a:pt x="886706" y="72063"/>
                  <a:pt x="886706" y="75921"/>
                </a:cubicBezTo>
                <a:cubicBezTo>
                  <a:pt x="886706" y="82460"/>
                  <a:pt x="884891" y="88133"/>
                  <a:pt x="881262" y="92939"/>
                </a:cubicBezTo>
                <a:cubicBezTo>
                  <a:pt x="877633" y="97746"/>
                  <a:pt x="872695" y="101506"/>
                  <a:pt x="866450" y="104219"/>
                </a:cubicBezTo>
                <a:cubicBezTo>
                  <a:pt x="860205" y="106933"/>
                  <a:pt x="854663" y="108290"/>
                  <a:pt x="849824" y="108290"/>
                </a:cubicBezTo>
                <a:cubicBezTo>
                  <a:pt x="849432" y="108290"/>
                  <a:pt x="845508" y="108127"/>
                  <a:pt x="838054" y="107800"/>
                </a:cubicBezTo>
                <a:cubicBezTo>
                  <a:pt x="835111" y="107800"/>
                  <a:pt x="832642" y="108759"/>
                  <a:pt x="830648" y="110678"/>
                </a:cubicBezTo>
                <a:cubicBezTo>
                  <a:pt x="828653" y="112597"/>
                  <a:pt x="827656" y="114889"/>
                  <a:pt x="827656" y="117553"/>
                </a:cubicBezTo>
                <a:cubicBezTo>
                  <a:pt x="827656" y="119895"/>
                  <a:pt x="828555" y="121814"/>
                  <a:pt x="830354" y="123310"/>
                </a:cubicBezTo>
                <a:cubicBezTo>
                  <a:pt x="832152" y="124806"/>
                  <a:pt x="835078" y="125554"/>
                  <a:pt x="839133" y="125554"/>
                </a:cubicBezTo>
                <a:lnTo>
                  <a:pt x="856102" y="125358"/>
                </a:lnTo>
                <a:cubicBezTo>
                  <a:pt x="869834" y="125358"/>
                  <a:pt x="879284" y="126865"/>
                  <a:pt x="884450" y="129879"/>
                </a:cubicBezTo>
                <a:cubicBezTo>
                  <a:pt x="891839" y="134070"/>
                  <a:pt x="895534" y="140523"/>
                  <a:pt x="895534" y="149236"/>
                </a:cubicBezTo>
                <a:cubicBezTo>
                  <a:pt x="895534" y="154805"/>
                  <a:pt x="893834" y="159865"/>
                  <a:pt x="890433" y="164418"/>
                </a:cubicBezTo>
                <a:cubicBezTo>
                  <a:pt x="887033" y="168971"/>
                  <a:pt x="882553" y="172329"/>
                  <a:pt x="876995" y="174491"/>
                </a:cubicBezTo>
                <a:cubicBezTo>
                  <a:pt x="868559" y="177701"/>
                  <a:pt x="858849" y="179306"/>
                  <a:pt x="847863" y="179306"/>
                </a:cubicBezTo>
                <a:cubicBezTo>
                  <a:pt x="839623" y="179306"/>
                  <a:pt x="832103" y="178505"/>
                  <a:pt x="825302" y="176903"/>
                </a:cubicBezTo>
                <a:cubicBezTo>
                  <a:pt x="818501" y="175301"/>
                  <a:pt x="813630" y="173077"/>
                  <a:pt x="810687" y="170230"/>
                </a:cubicBezTo>
                <a:cubicBezTo>
                  <a:pt x="807744" y="167386"/>
                  <a:pt x="806273" y="164393"/>
                  <a:pt x="806273" y="161252"/>
                </a:cubicBezTo>
                <a:cubicBezTo>
                  <a:pt x="806273" y="158244"/>
                  <a:pt x="807401" y="155545"/>
                  <a:pt x="809657" y="153157"/>
                </a:cubicBezTo>
                <a:cubicBezTo>
                  <a:pt x="811913" y="150770"/>
                  <a:pt x="816114" y="148759"/>
                  <a:pt x="822261" y="147124"/>
                </a:cubicBezTo>
                <a:cubicBezTo>
                  <a:pt x="813760" y="142939"/>
                  <a:pt x="809510" y="137120"/>
                  <a:pt x="809510" y="129667"/>
                </a:cubicBezTo>
                <a:cubicBezTo>
                  <a:pt x="809510" y="125155"/>
                  <a:pt x="811243" y="120775"/>
                  <a:pt x="814709" y="116527"/>
                </a:cubicBezTo>
                <a:cubicBezTo>
                  <a:pt x="818174" y="112276"/>
                  <a:pt x="823667" y="108581"/>
                  <a:pt x="831187" y="105442"/>
                </a:cubicBezTo>
                <a:cubicBezTo>
                  <a:pt x="822425" y="102234"/>
                  <a:pt x="816082" y="98010"/>
                  <a:pt x="812158" y="92771"/>
                </a:cubicBezTo>
                <a:cubicBezTo>
                  <a:pt x="808235" y="87531"/>
                  <a:pt x="806273" y="81473"/>
                  <a:pt x="806273" y="74597"/>
                </a:cubicBezTo>
                <a:cubicBezTo>
                  <a:pt x="806273" y="65626"/>
                  <a:pt x="809935" y="57849"/>
                  <a:pt x="817259" y="51267"/>
                </a:cubicBezTo>
                <a:cubicBezTo>
                  <a:pt x="824583" y="44685"/>
                  <a:pt x="833999" y="41394"/>
                  <a:pt x="845508" y="41394"/>
                </a:cubicBezTo>
                <a:cubicBezTo>
                  <a:pt x="851590" y="41394"/>
                  <a:pt x="857868" y="42701"/>
                  <a:pt x="864341" y="45317"/>
                </a:cubicBezTo>
                <a:moveTo>
                  <a:pt x="847372" y="47671"/>
                </a:moveTo>
                <a:cubicBezTo>
                  <a:pt x="843579" y="47671"/>
                  <a:pt x="840375" y="49581"/>
                  <a:pt x="837759" y="53400"/>
                </a:cubicBezTo>
                <a:cubicBezTo>
                  <a:pt x="835144" y="57217"/>
                  <a:pt x="833836" y="65132"/>
                  <a:pt x="833836" y="77144"/>
                </a:cubicBezTo>
                <a:cubicBezTo>
                  <a:pt x="833836" y="86869"/>
                  <a:pt x="835127" y="93543"/>
                  <a:pt x="837710" y="97166"/>
                </a:cubicBezTo>
                <a:cubicBezTo>
                  <a:pt x="840293" y="100789"/>
                  <a:pt x="843350" y="102601"/>
                  <a:pt x="846882" y="102601"/>
                </a:cubicBezTo>
                <a:cubicBezTo>
                  <a:pt x="850805" y="102601"/>
                  <a:pt x="854075" y="100806"/>
                  <a:pt x="856691" y="97215"/>
                </a:cubicBezTo>
                <a:cubicBezTo>
                  <a:pt x="859306" y="93625"/>
                  <a:pt x="860614" y="86640"/>
                  <a:pt x="860614" y="76261"/>
                </a:cubicBezTo>
                <a:cubicBezTo>
                  <a:pt x="860614" y="64578"/>
                  <a:pt x="859143" y="56615"/>
                  <a:pt x="856200" y="52370"/>
                </a:cubicBezTo>
                <a:cubicBezTo>
                  <a:pt x="854108" y="49238"/>
                  <a:pt x="851165" y="47671"/>
                  <a:pt x="847372" y="47671"/>
                </a:cubicBezTo>
                <a:moveTo>
                  <a:pt x="841585" y="149487"/>
                </a:moveTo>
                <a:cubicBezTo>
                  <a:pt x="834915" y="149487"/>
                  <a:pt x="830501" y="150041"/>
                  <a:pt x="828343" y="151149"/>
                </a:cubicBezTo>
                <a:cubicBezTo>
                  <a:pt x="824615" y="153166"/>
                  <a:pt x="822752" y="155900"/>
                  <a:pt x="822752" y="159352"/>
                </a:cubicBezTo>
                <a:cubicBezTo>
                  <a:pt x="822752" y="162672"/>
                  <a:pt x="824681" y="165683"/>
                  <a:pt x="828539" y="168385"/>
                </a:cubicBezTo>
                <a:cubicBezTo>
                  <a:pt x="832397" y="171088"/>
                  <a:pt x="839656" y="172440"/>
                  <a:pt x="850315" y="172440"/>
                </a:cubicBezTo>
                <a:cubicBezTo>
                  <a:pt x="859404" y="172440"/>
                  <a:pt x="866548" y="171236"/>
                  <a:pt x="871747" y="168826"/>
                </a:cubicBezTo>
                <a:cubicBezTo>
                  <a:pt x="876946" y="166417"/>
                  <a:pt x="879545" y="163031"/>
                  <a:pt x="879545" y="158668"/>
                </a:cubicBezTo>
                <a:cubicBezTo>
                  <a:pt x="879545" y="157041"/>
                  <a:pt x="879055" y="155674"/>
                  <a:pt x="878074" y="154567"/>
                </a:cubicBezTo>
                <a:cubicBezTo>
                  <a:pt x="876308" y="152613"/>
                  <a:pt x="873644" y="151278"/>
                  <a:pt x="870080" y="150560"/>
                </a:cubicBezTo>
                <a:cubicBezTo>
                  <a:pt x="866516" y="149845"/>
                  <a:pt x="857018" y="149487"/>
                  <a:pt x="841585" y="149487"/>
                </a:cubicBezTo>
                <a:close/>
                <a:moveTo>
                  <a:pt x="1022149" y="97893"/>
                </a:moveTo>
                <a:lnTo>
                  <a:pt x="975164" y="97893"/>
                </a:lnTo>
                <a:lnTo>
                  <a:pt x="969573" y="110905"/>
                </a:lnTo>
                <a:cubicBezTo>
                  <a:pt x="967742" y="115268"/>
                  <a:pt x="966827" y="118870"/>
                  <a:pt x="966827" y="121713"/>
                </a:cubicBezTo>
                <a:cubicBezTo>
                  <a:pt x="966827" y="125479"/>
                  <a:pt x="968331" y="128255"/>
                  <a:pt x="971339" y="130041"/>
                </a:cubicBezTo>
                <a:cubicBezTo>
                  <a:pt x="973105" y="131098"/>
                  <a:pt x="977453" y="131891"/>
                  <a:pt x="984385" y="132420"/>
                </a:cubicBezTo>
                <a:lnTo>
                  <a:pt x="984385" y="135951"/>
                </a:lnTo>
                <a:lnTo>
                  <a:pt x="940147" y="135951"/>
                </a:lnTo>
                <a:lnTo>
                  <a:pt x="940147" y="132420"/>
                </a:lnTo>
                <a:cubicBezTo>
                  <a:pt x="944920" y="131695"/>
                  <a:pt x="948844" y="129698"/>
                  <a:pt x="951917" y="126430"/>
                </a:cubicBezTo>
                <a:cubicBezTo>
                  <a:pt x="954991" y="123161"/>
                  <a:pt x="958784" y="116409"/>
                  <a:pt x="963296" y="106175"/>
                </a:cubicBezTo>
                <a:lnTo>
                  <a:pt x="1010869" y="0"/>
                </a:lnTo>
                <a:lnTo>
                  <a:pt x="1012732" y="0"/>
                </a:lnTo>
                <a:lnTo>
                  <a:pt x="1060698" y="109133"/>
                </a:lnTo>
                <a:cubicBezTo>
                  <a:pt x="1065275" y="119571"/>
                  <a:pt x="1069035" y="126144"/>
                  <a:pt x="1071978" y="128852"/>
                </a:cubicBezTo>
                <a:cubicBezTo>
                  <a:pt x="1074201" y="130900"/>
                  <a:pt x="1077340" y="132089"/>
                  <a:pt x="1081395" y="132420"/>
                </a:cubicBezTo>
                <a:lnTo>
                  <a:pt x="1081395" y="135951"/>
                </a:lnTo>
                <a:lnTo>
                  <a:pt x="1017048" y="135951"/>
                </a:lnTo>
                <a:lnTo>
                  <a:pt x="1017048" y="132420"/>
                </a:lnTo>
                <a:lnTo>
                  <a:pt x="1019697" y="132420"/>
                </a:lnTo>
                <a:cubicBezTo>
                  <a:pt x="1024863" y="132420"/>
                  <a:pt x="1028492" y="131688"/>
                  <a:pt x="1030585" y="130225"/>
                </a:cubicBezTo>
                <a:cubicBezTo>
                  <a:pt x="1032023" y="129163"/>
                  <a:pt x="1032743" y="127633"/>
                  <a:pt x="1032743" y="125637"/>
                </a:cubicBezTo>
                <a:cubicBezTo>
                  <a:pt x="1032743" y="124441"/>
                  <a:pt x="1032546" y="123211"/>
                  <a:pt x="1032154" y="121946"/>
                </a:cubicBezTo>
                <a:cubicBezTo>
                  <a:pt x="1032023" y="121349"/>
                  <a:pt x="1031042" y="118856"/>
                  <a:pt x="1029211" y="114467"/>
                </a:cubicBezTo>
                <a:lnTo>
                  <a:pt x="1022149" y="97893"/>
                </a:lnTo>
                <a:moveTo>
                  <a:pt x="1018814" y="90634"/>
                </a:moveTo>
                <a:lnTo>
                  <a:pt x="999000" y="44771"/>
                </a:lnTo>
                <a:lnTo>
                  <a:pt x="978597" y="90634"/>
                </a:lnTo>
                <a:lnTo>
                  <a:pt x="1018814" y="90634"/>
                </a:lnTo>
                <a:close/>
                <a:moveTo>
                  <a:pt x="1148979" y="41786"/>
                </a:moveTo>
                <a:lnTo>
                  <a:pt x="1150450" y="73174"/>
                </a:lnTo>
                <a:lnTo>
                  <a:pt x="1147115" y="73174"/>
                </a:lnTo>
                <a:cubicBezTo>
                  <a:pt x="1143126" y="63813"/>
                  <a:pt x="1138990" y="57419"/>
                  <a:pt x="1134707" y="53992"/>
                </a:cubicBezTo>
                <a:cubicBezTo>
                  <a:pt x="1130424" y="50563"/>
                  <a:pt x="1126157" y="48848"/>
                  <a:pt x="1121906" y="48848"/>
                </a:cubicBezTo>
                <a:cubicBezTo>
                  <a:pt x="1119225" y="48848"/>
                  <a:pt x="1116936" y="49747"/>
                  <a:pt x="1115040" y="51546"/>
                </a:cubicBezTo>
                <a:cubicBezTo>
                  <a:pt x="1113144" y="53344"/>
                  <a:pt x="1112195" y="55420"/>
                  <a:pt x="1112195" y="57774"/>
                </a:cubicBezTo>
                <a:cubicBezTo>
                  <a:pt x="1112195" y="59540"/>
                  <a:pt x="1112849" y="61240"/>
                  <a:pt x="1114157" y="62875"/>
                </a:cubicBezTo>
                <a:cubicBezTo>
                  <a:pt x="1116250" y="65556"/>
                  <a:pt x="1122102" y="70150"/>
                  <a:pt x="1131715" y="76656"/>
                </a:cubicBezTo>
                <a:cubicBezTo>
                  <a:pt x="1141328" y="83163"/>
                  <a:pt x="1147654" y="88689"/>
                  <a:pt x="1150695" y="93233"/>
                </a:cubicBezTo>
                <a:cubicBezTo>
                  <a:pt x="1153736" y="97778"/>
                  <a:pt x="1155256" y="102863"/>
                  <a:pt x="1155256" y="108486"/>
                </a:cubicBezTo>
                <a:cubicBezTo>
                  <a:pt x="1155256" y="113587"/>
                  <a:pt x="1153981" y="118589"/>
                  <a:pt x="1151431" y="123494"/>
                </a:cubicBezTo>
                <a:cubicBezTo>
                  <a:pt x="1148881" y="128398"/>
                  <a:pt x="1145284" y="132158"/>
                  <a:pt x="1140641" y="134774"/>
                </a:cubicBezTo>
                <a:cubicBezTo>
                  <a:pt x="1135998" y="137390"/>
                  <a:pt x="1130865" y="138698"/>
                  <a:pt x="1125241" y="138698"/>
                </a:cubicBezTo>
                <a:cubicBezTo>
                  <a:pt x="1120860" y="138698"/>
                  <a:pt x="1115007" y="137299"/>
                  <a:pt x="1107683" y="134501"/>
                </a:cubicBezTo>
                <a:cubicBezTo>
                  <a:pt x="1105721" y="133768"/>
                  <a:pt x="1104381" y="133401"/>
                  <a:pt x="1103662" y="133401"/>
                </a:cubicBezTo>
                <a:cubicBezTo>
                  <a:pt x="1101504" y="133401"/>
                  <a:pt x="1099705" y="135036"/>
                  <a:pt x="1098267" y="138305"/>
                </a:cubicBezTo>
                <a:lnTo>
                  <a:pt x="1095030" y="138305"/>
                </a:lnTo>
                <a:lnTo>
                  <a:pt x="1093460" y="105347"/>
                </a:lnTo>
                <a:lnTo>
                  <a:pt x="1096795" y="105347"/>
                </a:lnTo>
                <a:cubicBezTo>
                  <a:pt x="1099738" y="113979"/>
                  <a:pt x="1103776" y="120453"/>
                  <a:pt x="1108909" y="124769"/>
                </a:cubicBezTo>
                <a:cubicBezTo>
                  <a:pt x="1114043" y="129085"/>
                  <a:pt x="1118898" y="131243"/>
                  <a:pt x="1123476" y="131243"/>
                </a:cubicBezTo>
                <a:cubicBezTo>
                  <a:pt x="1126614" y="131243"/>
                  <a:pt x="1129181" y="130278"/>
                  <a:pt x="1131176" y="128349"/>
                </a:cubicBezTo>
                <a:cubicBezTo>
                  <a:pt x="1133170" y="126420"/>
                  <a:pt x="1134167" y="124082"/>
                  <a:pt x="1134167" y="121336"/>
                </a:cubicBezTo>
                <a:cubicBezTo>
                  <a:pt x="1134167" y="118197"/>
                  <a:pt x="1133186" y="115483"/>
                  <a:pt x="1131225" y="113195"/>
                </a:cubicBezTo>
                <a:cubicBezTo>
                  <a:pt x="1129263" y="110906"/>
                  <a:pt x="1124881" y="107440"/>
                  <a:pt x="1118081" y="102797"/>
                </a:cubicBezTo>
                <a:cubicBezTo>
                  <a:pt x="1108076" y="95866"/>
                  <a:pt x="1101602" y="90569"/>
                  <a:pt x="1098659" y="86907"/>
                </a:cubicBezTo>
                <a:cubicBezTo>
                  <a:pt x="1094343" y="81545"/>
                  <a:pt x="1092185" y="75627"/>
                  <a:pt x="1092185" y="69153"/>
                </a:cubicBezTo>
                <a:cubicBezTo>
                  <a:pt x="1092185" y="62090"/>
                  <a:pt x="1094621" y="55698"/>
                  <a:pt x="1099493" y="49976"/>
                </a:cubicBezTo>
                <a:cubicBezTo>
                  <a:pt x="1104365" y="44254"/>
                  <a:pt x="1111411" y="41394"/>
                  <a:pt x="1120631" y="41394"/>
                </a:cubicBezTo>
                <a:cubicBezTo>
                  <a:pt x="1125601" y="41394"/>
                  <a:pt x="1130407" y="42650"/>
                  <a:pt x="1135050" y="45164"/>
                </a:cubicBezTo>
                <a:cubicBezTo>
                  <a:pt x="1136816" y="46181"/>
                  <a:pt x="1138254" y="46690"/>
                  <a:pt x="1139366" y="46690"/>
                </a:cubicBezTo>
                <a:cubicBezTo>
                  <a:pt x="1140543" y="46690"/>
                  <a:pt x="1141491" y="46445"/>
                  <a:pt x="1142211" y="45955"/>
                </a:cubicBezTo>
                <a:cubicBezTo>
                  <a:pt x="1142930" y="45464"/>
                  <a:pt x="1144074" y="44075"/>
                  <a:pt x="1145644" y="41786"/>
                </a:cubicBezTo>
                <a:lnTo>
                  <a:pt x="1148979" y="41786"/>
                </a:lnTo>
                <a:close/>
                <a:moveTo>
                  <a:pt x="1228147" y="41786"/>
                </a:moveTo>
                <a:lnTo>
                  <a:pt x="1229618" y="73174"/>
                </a:lnTo>
                <a:lnTo>
                  <a:pt x="1226283" y="73174"/>
                </a:lnTo>
                <a:cubicBezTo>
                  <a:pt x="1222294" y="63813"/>
                  <a:pt x="1218158" y="57419"/>
                  <a:pt x="1213875" y="53992"/>
                </a:cubicBezTo>
                <a:cubicBezTo>
                  <a:pt x="1209592" y="50563"/>
                  <a:pt x="1205325" y="48848"/>
                  <a:pt x="1201075" y="48848"/>
                </a:cubicBezTo>
                <a:cubicBezTo>
                  <a:pt x="1198393" y="48848"/>
                  <a:pt x="1196105" y="49747"/>
                  <a:pt x="1194208" y="51546"/>
                </a:cubicBezTo>
                <a:cubicBezTo>
                  <a:pt x="1192312" y="53344"/>
                  <a:pt x="1191364" y="55420"/>
                  <a:pt x="1191364" y="57774"/>
                </a:cubicBezTo>
                <a:cubicBezTo>
                  <a:pt x="1191364" y="59540"/>
                  <a:pt x="1192018" y="61240"/>
                  <a:pt x="1193326" y="62875"/>
                </a:cubicBezTo>
                <a:cubicBezTo>
                  <a:pt x="1195418" y="65556"/>
                  <a:pt x="1201271" y="70150"/>
                  <a:pt x="1210883" y="76656"/>
                </a:cubicBezTo>
                <a:cubicBezTo>
                  <a:pt x="1220496" y="83163"/>
                  <a:pt x="1226823" y="88689"/>
                  <a:pt x="1229864" y="93233"/>
                </a:cubicBezTo>
                <a:cubicBezTo>
                  <a:pt x="1232904" y="97778"/>
                  <a:pt x="1234425" y="102863"/>
                  <a:pt x="1234425" y="108486"/>
                </a:cubicBezTo>
                <a:cubicBezTo>
                  <a:pt x="1234425" y="113587"/>
                  <a:pt x="1233150" y="118589"/>
                  <a:pt x="1230599" y="123494"/>
                </a:cubicBezTo>
                <a:cubicBezTo>
                  <a:pt x="1228049" y="128398"/>
                  <a:pt x="1224452" y="132158"/>
                  <a:pt x="1219810" y="134774"/>
                </a:cubicBezTo>
                <a:cubicBezTo>
                  <a:pt x="1215167" y="137390"/>
                  <a:pt x="1210033" y="138698"/>
                  <a:pt x="1204410" y="138698"/>
                </a:cubicBezTo>
                <a:cubicBezTo>
                  <a:pt x="1200028" y="138698"/>
                  <a:pt x="1194176" y="137299"/>
                  <a:pt x="1186852" y="134501"/>
                </a:cubicBezTo>
                <a:cubicBezTo>
                  <a:pt x="1184890" y="133768"/>
                  <a:pt x="1183549" y="133401"/>
                  <a:pt x="1182830" y="133401"/>
                </a:cubicBezTo>
                <a:cubicBezTo>
                  <a:pt x="1180672" y="133401"/>
                  <a:pt x="1178874" y="135036"/>
                  <a:pt x="1177435" y="138305"/>
                </a:cubicBezTo>
                <a:lnTo>
                  <a:pt x="1174198" y="138305"/>
                </a:lnTo>
                <a:lnTo>
                  <a:pt x="1172629" y="105347"/>
                </a:lnTo>
                <a:lnTo>
                  <a:pt x="1175964" y="105347"/>
                </a:lnTo>
                <a:cubicBezTo>
                  <a:pt x="1178907" y="113979"/>
                  <a:pt x="1182945" y="120453"/>
                  <a:pt x="1188078" y="124769"/>
                </a:cubicBezTo>
                <a:cubicBezTo>
                  <a:pt x="1193211" y="129085"/>
                  <a:pt x="1198067" y="131243"/>
                  <a:pt x="1202644" y="131243"/>
                </a:cubicBezTo>
                <a:cubicBezTo>
                  <a:pt x="1205783" y="131243"/>
                  <a:pt x="1208350" y="130278"/>
                  <a:pt x="1210344" y="128349"/>
                </a:cubicBezTo>
                <a:cubicBezTo>
                  <a:pt x="1212338" y="126420"/>
                  <a:pt x="1213336" y="124082"/>
                  <a:pt x="1213336" y="121336"/>
                </a:cubicBezTo>
                <a:cubicBezTo>
                  <a:pt x="1213336" y="118197"/>
                  <a:pt x="1212355" y="115483"/>
                  <a:pt x="1210393" y="113195"/>
                </a:cubicBezTo>
                <a:cubicBezTo>
                  <a:pt x="1208431" y="110906"/>
                  <a:pt x="1204050" y="107440"/>
                  <a:pt x="1197249" y="102797"/>
                </a:cubicBezTo>
                <a:cubicBezTo>
                  <a:pt x="1187244" y="95866"/>
                  <a:pt x="1180770" y="90569"/>
                  <a:pt x="1177828" y="86907"/>
                </a:cubicBezTo>
                <a:cubicBezTo>
                  <a:pt x="1173512" y="81545"/>
                  <a:pt x="1171354" y="75627"/>
                  <a:pt x="1171354" y="69153"/>
                </a:cubicBezTo>
                <a:cubicBezTo>
                  <a:pt x="1171354" y="62090"/>
                  <a:pt x="1173790" y="55698"/>
                  <a:pt x="1178661" y="49976"/>
                </a:cubicBezTo>
                <a:cubicBezTo>
                  <a:pt x="1183533" y="44254"/>
                  <a:pt x="1190579" y="41394"/>
                  <a:pt x="1199799" y="41394"/>
                </a:cubicBezTo>
                <a:cubicBezTo>
                  <a:pt x="1204769" y="41394"/>
                  <a:pt x="1209576" y="42650"/>
                  <a:pt x="1214219" y="45164"/>
                </a:cubicBezTo>
                <a:cubicBezTo>
                  <a:pt x="1215984" y="46181"/>
                  <a:pt x="1217423" y="46690"/>
                  <a:pt x="1218534" y="46690"/>
                </a:cubicBezTo>
                <a:cubicBezTo>
                  <a:pt x="1219711" y="46690"/>
                  <a:pt x="1220660" y="46445"/>
                  <a:pt x="1221379" y="45955"/>
                </a:cubicBezTo>
                <a:cubicBezTo>
                  <a:pt x="1222098" y="45464"/>
                  <a:pt x="1223243" y="44075"/>
                  <a:pt x="1224812" y="41786"/>
                </a:cubicBezTo>
                <a:lnTo>
                  <a:pt x="1228147" y="41786"/>
                </a:lnTo>
                <a:close/>
                <a:moveTo>
                  <a:pt x="1271416" y="0"/>
                </a:moveTo>
                <a:cubicBezTo>
                  <a:pt x="1275666" y="0"/>
                  <a:pt x="1279263" y="1493"/>
                  <a:pt x="1282206" y="4478"/>
                </a:cubicBezTo>
                <a:cubicBezTo>
                  <a:pt x="1285148" y="7462"/>
                  <a:pt x="1286620" y="11053"/>
                  <a:pt x="1286620" y="15253"/>
                </a:cubicBezTo>
                <a:cubicBezTo>
                  <a:pt x="1286620" y="19452"/>
                  <a:pt x="1285132" y="23028"/>
                  <a:pt x="1282157" y="25981"/>
                </a:cubicBezTo>
                <a:cubicBezTo>
                  <a:pt x="1279181" y="28932"/>
                  <a:pt x="1275601" y="30408"/>
                  <a:pt x="1271416" y="30408"/>
                </a:cubicBezTo>
                <a:cubicBezTo>
                  <a:pt x="1267231" y="30408"/>
                  <a:pt x="1263667" y="28932"/>
                  <a:pt x="1260724" y="25981"/>
                </a:cubicBezTo>
                <a:cubicBezTo>
                  <a:pt x="1257782" y="23028"/>
                  <a:pt x="1256310" y="19452"/>
                  <a:pt x="1256310" y="15253"/>
                </a:cubicBezTo>
                <a:cubicBezTo>
                  <a:pt x="1256310" y="11053"/>
                  <a:pt x="1257782" y="7462"/>
                  <a:pt x="1260724" y="4478"/>
                </a:cubicBezTo>
                <a:cubicBezTo>
                  <a:pt x="1263667" y="1493"/>
                  <a:pt x="1267231" y="0"/>
                  <a:pt x="1271416" y="0"/>
                </a:cubicBezTo>
                <a:moveTo>
                  <a:pt x="1285148" y="44140"/>
                </a:moveTo>
                <a:lnTo>
                  <a:pt x="1285148" y="116922"/>
                </a:lnTo>
                <a:cubicBezTo>
                  <a:pt x="1285148" y="123396"/>
                  <a:pt x="1285900" y="127532"/>
                  <a:pt x="1287404" y="129330"/>
                </a:cubicBezTo>
                <a:cubicBezTo>
                  <a:pt x="1288908" y="131128"/>
                  <a:pt x="1291851" y="132158"/>
                  <a:pt x="1296232" y="132420"/>
                </a:cubicBezTo>
                <a:lnTo>
                  <a:pt x="1296232" y="135951"/>
                </a:lnTo>
                <a:lnTo>
                  <a:pt x="1246698" y="135951"/>
                </a:lnTo>
                <a:lnTo>
                  <a:pt x="1246698" y="132420"/>
                </a:lnTo>
                <a:cubicBezTo>
                  <a:pt x="1250752" y="132289"/>
                  <a:pt x="1253760" y="131112"/>
                  <a:pt x="1255722" y="128889"/>
                </a:cubicBezTo>
                <a:cubicBezTo>
                  <a:pt x="1257030" y="127385"/>
                  <a:pt x="1257683" y="123396"/>
                  <a:pt x="1257683" y="116922"/>
                </a:cubicBezTo>
                <a:lnTo>
                  <a:pt x="1257683" y="63365"/>
                </a:lnTo>
                <a:cubicBezTo>
                  <a:pt x="1257683" y="56810"/>
                  <a:pt x="1256931" y="52622"/>
                  <a:pt x="1255427" y="50801"/>
                </a:cubicBezTo>
                <a:cubicBezTo>
                  <a:pt x="1253923" y="48980"/>
                  <a:pt x="1251013" y="47937"/>
                  <a:pt x="1246698" y="47671"/>
                </a:cubicBezTo>
                <a:lnTo>
                  <a:pt x="1246698" y="44140"/>
                </a:lnTo>
                <a:lnTo>
                  <a:pt x="1285148" y="44140"/>
                </a:lnTo>
                <a:close/>
                <a:moveTo>
                  <a:pt x="1362982" y="41786"/>
                </a:moveTo>
                <a:lnTo>
                  <a:pt x="1364454" y="73174"/>
                </a:lnTo>
                <a:lnTo>
                  <a:pt x="1361119" y="73174"/>
                </a:lnTo>
                <a:cubicBezTo>
                  <a:pt x="1357130" y="63813"/>
                  <a:pt x="1352994" y="57419"/>
                  <a:pt x="1348710" y="53992"/>
                </a:cubicBezTo>
                <a:cubicBezTo>
                  <a:pt x="1344427" y="50563"/>
                  <a:pt x="1340160" y="48848"/>
                  <a:pt x="1335910" y="48848"/>
                </a:cubicBezTo>
                <a:cubicBezTo>
                  <a:pt x="1333229" y="48848"/>
                  <a:pt x="1330940" y="49747"/>
                  <a:pt x="1329044" y="51546"/>
                </a:cubicBezTo>
                <a:cubicBezTo>
                  <a:pt x="1327147" y="53344"/>
                  <a:pt x="1326199" y="55420"/>
                  <a:pt x="1326199" y="57774"/>
                </a:cubicBezTo>
                <a:cubicBezTo>
                  <a:pt x="1326199" y="59540"/>
                  <a:pt x="1326853" y="61240"/>
                  <a:pt x="1328161" y="62875"/>
                </a:cubicBezTo>
                <a:cubicBezTo>
                  <a:pt x="1330253" y="65556"/>
                  <a:pt x="1336106" y="70150"/>
                  <a:pt x="1345719" y="76656"/>
                </a:cubicBezTo>
                <a:cubicBezTo>
                  <a:pt x="1355331" y="83163"/>
                  <a:pt x="1361658" y="88689"/>
                  <a:pt x="1364699" y="93233"/>
                </a:cubicBezTo>
                <a:cubicBezTo>
                  <a:pt x="1367740" y="97778"/>
                  <a:pt x="1369260" y="102863"/>
                  <a:pt x="1369260" y="108486"/>
                </a:cubicBezTo>
                <a:cubicBezTo>
                  <a:pt x="1369260" y="113587"/>
                  <a:pt x="1367985" y="118589"/>
                  <a:pt x="1365434" y="123494"/>
                </a:cubicBezTo>
                <a:cubicBezTo>
                  <a:pt x="1362884" y="128398"/>
                  <a:pt x="1359288" y="132158"/>
                  <a:pt x="1354645" y="134774"/>
                </a:cubicBezTo>
                <a:cubicBezTo>
                  <a:pt x="1350002" y="137390"/>
                  <a:pt x="1344869" y="138698"/>
                  <a:pt x="1339245" y="138698"/>
                </a:cubicBezTo>
                <a:cubicBezTo>
                  <a:pt x="1334863" y="138698"/>
                  <a:pt x="1329011" y="137299"/>
                  <a:pt x="1321687" y="134501"/>
                </a:cubicBezTo>
                <a:cubicBezTo>
                  <a:pt x="1319725" y="133768"/>
                  <a:pt x="1318385" y="133401"/>
                  <a:pt x="1317665" y="133401"/>
                </a:cubicBezTo>
                <a:cubicBezTo>
                  <a:pt x="1315507" y="133401"/>
                  <a:pt x="1313709" y="135036"/>
                  <a:pt x="1312270" y="138305"/>
                </a:cubicBezTo>
                <a:lnTo>
                  <a:pt x="1309033" y="138305"/>
                </a:lnTo>
                <a:lnTo>
                  <a:pt x="1307464" y="105347"/>
                </a:lnTo>
                <a:lnTo>
                  <a:pt x="1310799" y="105347"/>
                </a:lnTo>
                <a:cubicBezTo>
                  <a:pt x="1313742" y="113979"/>
                  <a:pt x="1317780" y="120453"/>
                  <a:pt x="1322913" y="124769"/>
                </a:cubicBezTo>
                <a:cubicBezTo>
                  <a:pt x="1328046" y="129085"/>
                  <a:pt x="1332902" y="131243"/>
                  <a:pt x="1337479" y="131243"/>
                </a:cubicBezTo>
                <a:cubicBezTo>
                  <a:pt x="1340618" y="131243"/>
                  <a:pt x="1343185" y="130278"/>
                  <a:pt x="1345179" y="128349"/>
                </a:cubicBezTo>
                <a:cubicBezTo>
                  <a:pt x="1347174" y="126420"/>
                  <a:pt x="1348171" y="124082"/>
                  <a:pt x="1348171" y="121336"/>
                </a:cubicBezTo>
                <a:cubicBezTo>
                  <a:pt x="1348171" y="118197"/>
                  <a:pt x="1347190" y="115483"/>
                  <a:pt x="1345228" y="113195"/>
                </a:cubicBezTo>
                <a:cubicBezTo>
                  <a:pt x="1343266" y="110906"/>
                  <a:pt x="1338885" y="107440"/>
                  <a:pt x="1332084" y="102797"/>
                </a:cubicBezTo>
                <a:cubicBezTo>
                  <a:pt x="1322079" y="95866"/>
                  <a:pt x="1315605" y="90569"/>
                  <a:pt x="1312663" y="86907"/>
                </a:cubicBezTo>
                <a:cubicBezTo>
                  <a:pt x="1308347" y="81545"/>
                  <a:pt x="1306189" y="75627"/>
                  <a:pt x="1306189" y="69153"/>
                </a:cubicBezTo>
                <a:cubicBezTo>
                  <a:pt x="1306189" y="62090"/>
                  <a:pt x="1308625" y="55698"/>
                  <a:pt x="1313496" y="49976"/>
                </a:cubicBezTo>
                <a:cubicBezTo>
                  <a:pt x="1318368" y="44254"/>
                  <a:pt x="1325414" y="41394"/>
                  <a:pt x="1334635" y="41394"/>
                </a:cubicBezTo>
                <a:cubicBezTo>
                  <a:pt x="1339604" y="41394"/>
                  <a:pt x="1344411" y="42650"/>
                  <a:pt x="1349054" y="45164"/>
                </a:cubicBezTo>
                <a:cubicBezTo>
                  <a:pt x="1350819" y="46181"/>
                  <a:pt x="1352258" y="46690"/>
                  <a:pt x="1353370" y="46690"/>
                </a:cubicBezTo>
                <a:cubicBezTo>
                  <a:pt x="1354547" y="46690"/>
                  <a:pt x="1355495" y="46445"/>
                  <a:pt x="1356214" y="45955"/>
                </a:cubicBezTo>
                <a:cubicBezTo>
                  <a:pt x="1356933" y="45464"/>
                  <a:pt x="1358078" y="44075"/>
                  <a:pt x="1359647" y="41786"/>
                </a:cubicBezTo>
                <a:lnTo>
                  <a:pt x="1362982" y="41786"/>
                </a:lnTo>
                <a:close/>
                <a:moveTo>
                  <a:pt x="1420571" y="10397"/>
                </a:moveTo>
                <a:lnTo>
                  <a:pt x="1420571" y="44140"/>
                </a:lnTo>
                <a:lnTo>
                  <a:pt x="1442347" y="44140"/>
                </a:lnTo>
                <a:lnTo>
                  <a:pt x="1442347" y="53753"/>
                </a:lnTo>
                <a:lnTo>
                  <a:pt x="1420571" y="53753"/>
                </a:lnTo>
                <a:lnTo>
                  <a:pt x="1420571" y="110503"/>
                </a:lnTo>
                <a:cubicBezTo>
                  <a:pt x="1420571" y="115814"/>
                  <a:pt x="1420817" y="119240"/>
                  <a:pt x="1421307" y="120781"/>
                </a:cubicBezTo>
                <a:cubicBezTo>
                  <a:pt x="1421798" y="122322"/>
                  <a:pt x="1422664" y="123568"/>
                  <a:pt x="1423906" y="124521"/>
                </a:cubicBezTo>
                <a:cubicBezTo>
                  <a:pt x="1425149" y="125471"/>
                  <a:pt x="1426293" y="125946"/>
                  <a:pt x="1427340" y="125946"/>
                </a:cubicBezTo>
                <a:cubicBezTo>
                  <a:pt x="1431590" y="125946"/>
                  <a:pt x="1435612" y="122676"/>
                  <a:pt x="1439405" y="116137"/>
                </a:cubicBezTo>
                <a:lnTo>
                  <a:pt x="1442347" y="118317"/>
                </a:lnTo>
                <a:cubicBezTo>
                  <a:pt x="1437050" y="130988"/>
                  <a:pt x="1428451" y="137324"/>
                  <a:pt x="1416550" y="137324"/>
                </a:cubicBezTo>
                <a:cubicBezTo>
                  <a:pt x="1410730" y="137324"/>
                  <a:pt x="1405809" y="135701"/>
                  <a:pt x="1401787" y="132454"/>
                </a:cubicBezTo>
                <a:cubicBezTo>
                  <a:pt x="1397766" y="129205"/>
                  <a:pt x="1395199" y="125578"/>
                  <a:pt x="1394087" y="121575"/>
                </a:cubicBezTo>
                <a:cubicBezTo>
                  <a:pt x="1393434" y="119344"/>
                  <a:pt x="1393107" y="113306"/>
                  <a:pt x="1393107" y="103462"/>
                </a:cubicBezTo>
                <a:lnTo>
                  <a:pt x="1393107" y="53753"/>
                </a:lnTo>
                <a:lnTo>
                  <a:pt x="1381140" y="53753"/>
                </a:lnTo>
                <a:lnTo>
                  <a:pt x="1381140" y="50310"/>
                </a:lnTo>
                <a:cubicBezTo>
                  <a:pt x="1389379" y="44478"/>
                  <a:pt x="1396393" y="38351"/>
                  <a:pt x="1402180" y="31928"/>
                </a:cubicBezTo>
                <a:cubicBezTo>
                  <a:pt x="1407967" y="25505"/>
                  <a:pt x="1413019" y="18328"/>
                  <a:pt x="1417335" y="10397"/>
                </a:cubicBezTo>
                <a:lnTo>
                  <a:pt x="1420571" y="10397"/>
                </a:lnTo>
                <a:close/>
                <a:moveTo>
                  <a:pt x="1501308" y="122415"/>
                </a:moveTo>
                <a:cubicBezTo>
                  <a:pt x="1490126" y="132355"/>
                  <a:pt x="1480088" y="137324"/>
                  <a:pt x="1471195" y="137324"/>
                </a:cubicBezTo>
                <a:cubicBezTo>
                  <a:pt x="1465963" y="137324"/>
                  <a:pt x="1461615" y="135603"/>
                  <a:pt x="1458149" y="132159"/>
                </a:cubicBezTo>
                <a:cubicBezTo>
                  <a:pt x="1454683" y="128714"/>
                  <a:pt x="1452950" y="124400"/>
                  <a:pt x="1452950" y="119218"/>
                </a:cubicBezTo>
                <a:cubicBezTo>
                  <a:pt x="1452950" y="112196"/>
                  <a:pt x="1455958" y="105881"/>
                  <a:pt x="1461974" y="100271"/>
                </a:cubicBezTo>
                <a:cubicBezTo>
                  <a:pt x="1467990" y="94662"/>
                  <a:pt x="1481101" y="87199"/>
                  <a:pt x="1501308" y="77883"/>
                </a:cubicBezTo>
                <a:lnTo>
                  <a:pt x="1501308" y="68662"/>
                </a:lnTo>
                <a:cubicBezTo>
                  <a:pt x="1501308" y="61731"/>
                  <a:pt x="1500932" y="57366"/>
                  <a:pt x="1500180" y="55567"/>
                </a:cubicBezTo>
                <a:cubicBezTo>
                  <a:pt x="1499428" y="53769"/>
                  <a:pt x="1498005" y="52200"/>
                  <a:pt x="1495913" y="50859"/>
                </a:cubicBezTo>
                <a:cubicBezTo>
                  <a:pt x="1493820" y="49519"/>
                  <a:pt x="1491466" y="48848"/>
                  <a:pt x="1488851" y="48848"/>
                </a:cubicBezTo>
                <a:cubicBezTo>
                  <a:pt x="1484600" y="48848"/>
                  <a:pt x="1481101" y="49796"/>
                  <a:pt x="1478355" y="51693"/>
                </a:cubicBezTo>
                <a:cubicBezTo>
                  <a:pt x="1476655" y="52870"/>
                  <a:pt x="1475805" y="54243"/>
                  <a:pt x="1475805" y="55813"/>
                </a:cubicBezTo>
                <a:cubicBezTo>
                  <a:pt x="1475805" y="57186"/>
                  <a:pt x="1476720" y="58886"/>
                  <a:pt x="1478551" y="60913"/>
                </a:cubicBezTo>
                <a:cubicBezTo>
                  <a:pt x="1481036" y="63725"/>
                  <a:pt x="1482279" y="66439"/>
                  <a:pt x="1482279" y="69055"/>
                </a:cubicBezTo>
                <a:cubicBezTo>
                  <a:pt x="1482279" y="72259"/>
                  <a:pt x="1481085" y="74989"/>
                  <a:pt x="1478698" y="77245"/>
                </a:cubicBezTo>
                <a:cubicBezTo>
                  <a:pt x="1476311" y="79501"/>
                  <a:pt x="1473189" y="80629"/>
                  <a:pt x="1469331" y="80629"/>
                </a:cubicBezTo>
                <a:cubicBezTo>
                  <a:pt x="1465211" y="80629"/>
                  <a:pt x="1461762" y="79387"/>
                  <a:pt x="1458982" y="76902"/>
                </a:cubicBezTo>
                <a:cubicBezTo>
                  <a:pt x="1456203" y="74417"/>
                  <a:pt x="1454814" y="71507"/>
                  <a:pt x="1454814" y="68172"/>
                </a:cubicBezTo>
                <a:cubicBezTo>
                  <a:pt x="1454814" y="63464"/>
                  <a:pt x="1456677" y="58968"/>
                  <a:pt x="1460405" y="54685"/>
                </a:cubicBezTo>
                <a:cubicBezTo>
                  <a:pt x="1464132" y="50401"/>
                  <a:pt x="1469331" y="47115"/>
                  <a:pt x="1476001" y="44827"/>
                </a:cubicBezTo>
                <a:cubicBezTo>
                  <a:pt x="1482671" y="42538"/>
                  <a:pt x="1489603" y="41394"/>
                  <a:pt x="1496796" y="41394"/>
                </a:cubicBezTo>
                <a:cubicBezTo>
                  <a:pt x="1505493" y="41394"/>
                  <a:pt x="1512376" y="43246"/>
                  <a:pt x="1517443" y="46951"/>
                </a:cubicBezTo>
                <a:cubicBezTo>
                  <a:pt x="1522511" y="50654"/>
                  <a:pt x="1525797" y="54668"/>
                  <a:pt x="1527301" y="58994"/>
                </a:cubicBezTo>
                <a:cubicBezTo>
                  <a:pt x="1528217" y="61747"/>
                  <a:pt x="1528675" y="68072"/>
                  <a:pt x="1528675" y="77968"/>
                </a:cubicBezTo>
                <a:lnTo>
                  <a:pt x="1528675" y="113657"/>
                </a:lnTo>
                <a:cubicBezTo>
                  <a:pt x="1528675" y="117853"/>
                  <a:pt x="1528838" y="120492"/>
                  <a:pt x="1529165" y="121575"/>
                </a:cubicBezTo>
                <a:cubicBezTo>
                  <a:pt x="1529492" y="122656"/>
                  <a:pt x="1529982" y="123459"/>
                  <a:pt x="1530636" y="123984"/>
                </a:cubicBezTo>
                <a:cubicBezTo>
                  <a:pt x="1531290" y="124507"/>
                  <a:pt x="1532042" y="124769"/>
                  <a:pt x="1532892" y="124769"/>
                </a:cubicBezTo>
                <a:cubicBezTo>
                  <a:pt x="1534593" y="124769"/>
                  <a:pt x="1536326" y="123559"/>
                  <a:pt x="1538091" y="121140"/>
                </a:cubicBezTo>
                <a:lnTo>
                  <a:pt x="1541034" y="123494"/>
                </a:lnTo>
                <a:cubicBezTo>
                  <a:pt x="1537764" y="128333"/>
                  <a:pt x="1534380" y="131848"/>
                  <a:pt x="1530882" y="134038"/>
                </a:cubicBezTo>
                <a:cubicBezTo>
                  <a:pt x="1527383" y="136229"/>
                  <a:pt x="1523411" y="137324"/>
                  <a:pt x="1518964" y="137324"/>
                </a:cubicBezTo>
                <a:cubicBezTo>
                  <a:pt x="1513732" y="137324"/>
                  <a:pt x="1509645" y="136090"/>
                  <a:pt x="1506703" y="133622"/>
                </a:cubicBezTo>
                <a:cubicBezTo>
                  <a:pt x="1503760" y="131153"/>
                  <a:pt x="1501962" y="127417"/>
                  <a:pt x="1501308" y="122415"/>
                </a:cubicBezTo>
                <a:moveTo>
                  <a:pt x="1501308" y="115156"/>
                </a:moveTo>
                <a:lnTo>
                  <a:pt x="1501308" y="84473"/>
                </a:lnTo>
                <a:cubicBezTo>
                  <a:pt x="1493395" y="89138"/>
                  <a:pt x="1487510" y="94133"/>
                  <a:pt x="1483652" y="99456"/>
                </a:cubicBezTo>
                <a:cubicBezTo>
                  <a:pt x="1481101" y="103004"/>
                  <a:pt x="1479826" y="106585"/>
                  <a:pt x="1479826" y="110200"/>
                </a:cubicBezTo>
                <a:cubicBezTo>
                  <a:pt x="1479826" y="113222"/>
                  <a:pt x="1480905" y="115884"/>
                  <a:pt x="1483063" y="118185"/>
                </a:cubicBezTo>
                <a:cubicBezTo>
                  <a:pt x="1484698" y="119959"/>
                  <a:pt x="1486987" y="120845"/>
                  <a:pt x="1489929" y="120845"/>
                </a:cubicBezTo>
                <a:cubicBezTo>
                  <a:pt x="1493199" y="120845"/>
                  <a:pt x="1496992" y="118949"/>
                  <a:pt x="1501308" y="115156"/>
                </a:cubicBezTo>
                <a:close/>
                <a:moveTo>
                  <a:pt x="1588828" y="44140"/>
                </a:moveTo>
                <a:lnTo>
                  <a:pt x="1588828" y="56107"/>
                </a:lnTo>
                <a:cubicBezTo>
                  <a:pt x="1593536" y="50971"/>
                  <a:pt x="1598048" y="47236"/>
                  <a:pt x="1602364" y="44900"/>
                </a:cubicBezTo>
                <a:cubicBezTo>
                  <a:pt x="1606680" y="42562"/>
                  <a:pt x="1611323" y="41394"/>
                  <a:pt x="1616293" y="41394"/>
                </a:cubicBezTo>
                <a:cubicBezTo>
                  <a:pt x="1622244" y="41394"/>
                  <a:pt x="1627181" y="43047"/>
                  <a:pt x="1631104" y="46353"/>
                </a:cubicBezTo>
                <a:cubicBezTo>
                  <a:pt x="1635028" y="49660"/>
                  <a:pt x="1637643" y="53768"/>
                  <a:pt x="1638951" y="58679"/>
                </a:cubicBezTo>
                <a:cubicBezTo>
                  <a:pt x="1639998" y="62412"/>
                  <a:pt x="1640521" y="69583"/>
                  <a:pt x="1640521" y="80191"/>
                </a:cubicBezTo>
                <a:lnTo>
                  <a:pt x="1640521" y="115941"/>
                </a:lnTo>
                <a:cubicBezTo>
                  <a:pt x="1640521" y="123003"/>
                  <a:pt x="1641158" y="127401"/>
                  <a:pt x="1642433" y="129134"/>
                </a:cubicBezTo>
                <a:cubicBezTo>
                  <a:pt x="1643709" y="130867"/>
                  <a:pt x="1646373" y="131962"/>
                  <a:pt x="1650428" y="132420"/>
                </a:cubicBezTo>
                <a:lnTo>
                  <a:pt x="1650428" y="135951"/>
                </a:lnTo>
                <a:lnTo>
                  <a:pt x="1604032" y="135951"/>
                </a:lnTo>
                <a:lnTo>
                  <a:pt x="1604032" y="132420"/>
                </a:lnTo>
                <a:cubicBezTo>
                  <a:pt x="1607497" y="131962"/>
                  <a:pt x="1609982" y="130524"/>
                  <a:pt x="1611486" y="128104"/>
                </a:cubicBezTo>
                <a:cubicBezTo>
                  <a:pt x="1612533" y="126469"/>
                  <a:pt x="1613056" y="122415"/>
                  <a:pt x="1613056" y="115941"/>
                </a:cubicBezTo>
                <a:lnTo>
                  <a:pt x="1613056" y="75136"/>
                </a:lnTo>
                <a:cubicBezTo>
                  <a:pt x="1613056" y="67616"/>
                  <a:pt x="1612762" y="62875"/>
                  <a:pt x="1612173" y="60913"/>
                </a:cubicBezTo>
                <a:cubicBezTo>
                  <a:pt x="1611585" y="58951"/>
                  <a:pt x="1610587" y="57431"/>
                  <a:pt x="1609181" y="56352"/>
                </a:cubicBezTo>
                <a:cubicBezTo>
                  <a:pt x="1607775" y="55273"/>
                  <a:pt x="1606222" y="54734"/>
                  <a:pt x="1604522" y="54734"/>
                </a:cubicBezTo>
                <a:cubicBezTo>
                  <a:pt x="1598898" y="54734"/>
                  <a:pt x="1593667" y="58788"/>
                  <a:pt x="1588828" y="66897"/>
                </a:cubicBezTo>
                <a:lnTo>
                  <a:pt x="1588828" y="115941"/>
                </a:lnTo>
                <a:cubicBezTo>
                  <a:pt x="1588828" y="122807"/>
                  <a:pt x="1589465" y="127156"/>
                  <a:pt x="1590741" y="128987"/>
                </a:cubicBezTo>
                <a:cubicBezTo>
                  <a:pt x="1592016" y="130818"/>
                  <a:pt x="1594386" y="131962"/>
                  <a:pt x="1597852" y="132420"/>
                </a:cubicBezTo>
                <a:lnTo>
                  <a:pt x="1597852" y="135951"/>
                </a:lnTo>
                <a:lnTo>
                  <a:pt x="1551456" y="135951"/>
                </a:lnTo>
                <a:lnTo>
                  <a:pt x="1551456" y="132420"/>
                </a:lnTo>
                <a:cubicBezTo>
                  <a:pt x="1555314" y="132028"/>
                  <a:pt x="1558061" y="130785"/>
                  <a:pt x="1559696" y="128693"/>
                </a:cubicBezTo>
                <a:cubicBezTo>
                  <a:pt x="1560807" y="127254"/>
                  <a:pt x="1561363" y="123003"/>
                  <a:pt x="1561363" y="115941"/>
                </a:cubicBezTo>
                <a:lnTo>
                  <a:pt x="1561363" y="64150"/>
                </a:lnTo>
                <a:cubicBezTo>
                  <a:pt x="1561363" y="57135"/>
                  <a:pt x="1560725" y="52767"/>
                  <a:pt x="1559450" y="51046"/>
                </a:cubicBezTo>
                <a:cubicBezTo>
                  <a:pt x="1558175" y="49325"/>
                  <a:pt x="1555510" y="48200"/>
                  <a:pt x="1551456" y="47671"/>
                </a:cubicBezTo>
                <a:lnTo>
                  <a:pt x="1551456" y="44140"/>
                </a:lnTo>
                <a:lnTo>
                  <a:pt x="1588828" y="44140"/>
                </a:lnTo>
                <a:close/>
                <a:moveTo>
                  <a:pt x="1699261" y="10397"/>
                </a:moveTo>
                <a:lnTo>
                  <a:pt x="1699261" y="44140"/>
                </a:lnTo>
                <a:lnTo>
                  <a:pt x="1721036" y="44140"/>
                </a:lnTo>
                <a:lnTo>
                  <a:pt x="1721036" y="53753"/>
                </a:lnTo>
                <a:lnTo>
                  <a:pt x="1699261" y="53753"/>
                </a:lnTo>
                <a:lnTo>
                  <a:pt x="1699261" y="110503"/>
                </a:lnTo>
                <a:cubicBezTo>
                  <a:pt x="1699261" y="115814"/>
                  <a:pt x="1699506" y="119240"/>
                  <a:pt x="1699996" y="120781"/>
                </a:cubicBezTo>
                <a:cubicBezTo>
                  <a:pt x="1700487" y="122322"/>
                  <a:pt x="1701353" y="123568"/>
                  <a:pt x="1702596" y="124521"/>
                </a:cubicBezTo>
                <a:cubicBezTo>
                  <a:pt x="1703838" y="125471"/>
                  <a:pt x="1704982" y="125946"/>
                  <a:pt x="1706029" y="125946"/>
                </a:cubicBezTo>
                <a:cubicBezTo>
                  <a:pt x="1710279" y="125946"/>
                  <a:pt x="1714301" y="122676"/>
                  <a:pt x="1718094" y="116137"/>
                </a:cubicBezTo>
                <a:lnTo>
                  <a:pt x="1721036" y="118317"/>
                </a:lnTo>
                <a:cubicBezTo>
                  <a:pt x="1715740" y="130988"/>
                  <a:pt x="1707140" y="137324"/>
                  <a:pt x="1695239" y="137324"/>
                </a:cubicBezTo>
                <a:cubicBezTo>
                  <a:pt x="1689419" y="137324"/>
                  <a:pt x="1684498" y="135701"/>
                  <a:pt x="1680477" y="132454"/>
                </a:cubicBezTo>
                <a:cubicBezTo>
                  <a:pt x="1676455" y="129205"/>
                  <a:pt x="1673888" y="125578"/>
                  <a:pt x="1672777" y="121575"/>
                </a:cubicBezTo>
                <a:cubicBezTo>
                  <a:pt x="1672123" y="119344"/>
                  <a:pt x="1671796" y="113306"/>
                  <a:pt x="1671796" y="103462"/>
                </a:cubicBezTo>
                <a:lnTo>
                  <a:pt x="1671796" y="53753"/>
                </a:lnTo>
                <a:lnTo>
                  <a:pt x="1659829" y="53753"/>
                </a:lnTo>
                <a:lnTo>
                  <a:pt x="1659829" y="50310"/>
                </a:lnTo>
                <a:cubicBezTo>
                  <a:pt x="1668068" y="44478"/>
                  <a:pt x="1675082" y="38351"/>
                  <a:pt x="1680869" y="31928"/>
                </a:cubicBezTo>
                <a:cubicBezTo>
                  <a:pt x="1686656" y="25505"/>
                  <a:pt x="1691708" y="18328"/>
                  <a:pt x="1696024" y="10397"/>
                </a:cubicBezTo>
                <a:lnTo>
                  <a:pt x="1699261" y="103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PotentialAI">
            <a:extLst xmlns:a="http://schemas.openxmlformats.org/drawingml/2006/main">
              <a:ext uri="{FF2B5EF4-FFF2-40B4-BE49-F238E27FC236}">
                <a16:creationId xmlns:a16="http://schemas.microsoft.com/office/drawing/2014/main" id="{6F3B53FE-0D73-4927-A272-DA4DA23D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820" y="1671821"/>
            <a:ext cx="1023016" cy="138698"/>
          </a:xfrm>
          <a:custGeom xmlns:a="http://schemas.openxmlformats.org/drawingml/2006/main">
            <a:pathLst>
              <a:path w="1023016" h="138698">
                <a:moveTo>
                  <a:pt x="49143" y="75725"/>
                </a:moveTo>
                <a:lnTo>
                  <a:pt x="49143" y="112606"/>
                </a:lnTo>
                <a:cubicBezTo>
                  <a:pt x="49143" y="119836"/>
                  <a:pt x="49584" y="124388"/>
                  <a:pt x="50467" y="126262"/>
                </a:cubicBezTo>
                <a:cubicBezTo>
                  <a:pt x="51350" y="128134"/>
                  <a:pt x="52919" y="129629"/>
                  <a:pt x="55175" y="130746"/>
                </a:cubicBezTo>
                <a:cubicBezTo>
                  <a:pt x="57431" y="131862"/>
                  <a:pt x="61567" y="132420"/>
                  <a:pt x="67583" y="132420"/>
                </a:cubicBezTo>
                <a:lnTo>
                  <a:pt x="67583" y="135951"/>
                </a:lnTo>
                <a:lnTo>
                  <a:pt x="0" y="135951"/>
                </a:lnTo>
                <a:lnTo>
                  <a:pt x="0" y="132420"/>
                </a:lnTo>
                <a:cubicBezTo>
                  <a:pt x="6147" y="132420"/>
                  <a:pt x="10316" y="131845"/>
                  <a:pt x="12506" y="130694"/>
                </a:cubicBezTo>
                <a:cubicBezTo>
                  <a:pt x="14697" y="129544"/>
                  <a:pt x="16234" y="128049"/>
                  <a:pt x="17117" y="126210"/>
                </a:cubicBezTo>
                <a:cubicBezTo>
                  <a:pt x="17999" y="124371"/>
                  <a:pt x="18441" y="119836"/>
                  <a:pt x="18441" y="112606"/>
                </a:cubicBezTo>
                <a:lnTo>
                  <a:pt x="18441" y="26288"/>
                </a:lnTo>
                <a:cubicBezTo>
                  <a:pt x="18441" y="19058"/>
                  <a:pt x="17999" y="14507"/>
                  <a:pt x="17117" y="12635"/>
                </a:cubicBezTo>
                <a:cubicBezTo>
                  <a:pt x="16234" y="10761"/>
                  <a:pt x="14681" y="9266"/>
                  <a:pt x="12457" y="8151"/>
                </a:cubicBezTo>
                <a:cubicBezTo>
                  <a:pt x="10234" y="7033"/>
                  <a:pt x="6082" y="6474"/>
                  <a:pt x="0" y="6474"/>
                </a:cubicBezTo>
                <a:lnTo>
                  <a:pt x="0" y="2943"/>
                </a:lnTo>
                <a:lnTo>
                  <a:pt x="57971" y="2943"/>
                </a:lnTo>
                <a:cubicBezTo>
                  <a:pt x="77065" y="2943"/>
                  <a:pt x="90765" y="6343"/>
                  <a:pt x="99070" y="13144"/>
                </a:cubicBezTo>
                <a:cubicBezTo>
                  <a:pt x="107375" y="19945"/>
                  <a:pt x="111527" y="28446"/>
                  <a:pt x="111527" y="38647"/>
                </a:cubicBezTo>
                <a:cubicBezTo>
                  <a:pt x="111527" y="47279"/>
                  <a:pt x="108846" y="54668"/>
                  <a:pt x="103484" y="60815"/>
                </a:cubicBezTo>
                <a:cubicBezTo>
                  <a:pt x="98122" y="66962"/>
                  <a:pt x="90732" y="71147"/>
                  <a:pt x="81316" y="73370"/>
                </a:cubicBezTo>
                <a:cubicBezTo>
                  <a:pt x="74973" y="74940"/>
                  <a:pt x="64248" y="75725"/>
                  <a:pt x="49143" y="75725"/>
                </a:cubicBezTo>
                <a:moveTo>
                  <a:pt x="49143" y="10594"/>
                </a:moveTo>
                <a:lnTo>
                  <a:pt x="49143" y="68074"/>
                </a:lnTo>
                <a:cubicBezTo>
                  <a:pt x="51300" y="68204"/>
                  <a:pt x="52935" y="68270"/>
                  <a:pt x="54047" y="68270"/>
                </a:cubicBezTo>
                <a:cubicBezTo>
                  <a:pt x="62025" y="68270"/>
                  <a:pt x="68172" y="65899"/>
                  <a:pt x="72488" y="61158"/>
                </a:cubicBezTo>
                <a:cubicBezTo>
                  <a:pt x="76804" y="56417"/>
                  <a:pt x="78962" y="49077"/>
                  <a:pt x="78962" y="39137"/>
                </a:cubicBezTo>
                <a:cubicBezTo>
                  <a:pt x="78962" y="29263"/>
                  <a:pt x="76804" y="22037"/>
                  <a:pt x="72488" y="17460"/>
                </a:cubicBezTo>
                <a:cubicBezTo>
                  <a:pt x="68172" y="12882"/>
                  <a:pt x="61731" y="10594"/>
                  <a:pt x="53164" y="10594"/>
                </a:cubicBezTo>
                <a:lnTo>
                  <a:pt x="49143" y="10594"/>
                </a:lnTo>
                <a:close/>
                <a:moveTo>
                  <a:pt x="167204" y="41394"/>
                </a:moveTo>
                <a:cubicBezTo>
                  <a:pt x="175182" y="41394"/>
                  <a:pt x="182604" y="43455"/>
                  <a:pt x="189470" y="47579"/>
                </a:cubicBezTo>
                <a:cubicBezTo>
                  <a:pt x="196336" y="51703"/>
                  <a:pt x="201551" y="57562"/>
                  <a:pt x="205115" y="65156"/>
                </a:cubicBezTo>
                <a:cubicBezTo>
                  <a:pt x="208679" y="72749"/>
                  <a:pt x="210461" y="81062"/>
                  <a:pt x="210461" y="90095"/>
                </a:cubicBezTo>
                <a:cubicBezTo>
                  <a:pt x="210461" y="103120"/>
                  <a:pt x="207159" y="114019"/>
                  <a:pt x="200554" y="122792"/>
                </a:cubicBezTo>
                <a:cubicBezTo>
                  <a:pt x="192576" y="133396"/>
                  <a:pt x="181558" y="138698"/>
                  <a:pt x="167498" y="138698"/>
                </a:cubicBezTo>
                <a:cubicBezTo>
                  <a:pt x="153700" y="138698"/>
                  <a:pt x="143074" y="133854"/>
                  <a:pt x="135619" y="124165"/>
                </a:cubicBezTo>
                <a:cubicBezTo>
                  <a:pt x="128165" y="114477"/>
                  <a:pt x="124437" y="103251"/>
                  <a:pt x="124437" y="90487"/>
                </a:cubicBezTo>
                <a:cubicBezTo>
                  <a:pt x="124437" y="77331"/>
                  <a:pt x="128246" y="65860"/>
                  <a:pt x="135865" y="56073"/>
                </a:cubicBezTo>
                <a:cubicBezTo>
                  <a:pt x="143483" y="46287"/>
                  <a:pt x="153929" y="41394"/>
                  <a:pt x="167204" y="41394"/>
                </a:cubicBezTo>
                <a:moveTo>
                  <a:pt x="167596" y="48260"/>
                </a:moveTo>
                <a:cubicBezTo>
                  <a:pt x="164261" y="48260"/>
                  <a:pt x="161400" y="49521"/>
                  <a:pt x="159014" y="52042"/>
                </a:cubicBezTo>
                <a:cubicBezTo>
                  <a:pt x="156627" y="54562"/>
                  <a:pt x="155057" y="59537"/>
                  <a:pt x="154305" y="66967"/>
                </a:cubicBezTo>
                <a:cubicBezTo>
                  <a:pt x="153553" y="74397"/>
                  <a:pt x="153177" y="84725"/>
                  <a:pt x="153177" y="97951"/>
                </a:cubicBezTo>
                <a:cubicBezTo>
                  <a:pt x="153177" y="104956"/>
                  <a:pt x="153635" y="111504"/>
                  <a:pt x="154551" y="117593"/>
                </a:cubicBezTo>
                <a:cubicBezTo>
                  <a:pt x="155270" y="122240"/>
                  <a:pt x="156807" y="125775"/>
                  <a:pt x="159161" y="128199"/>
                </a:cubicBezTo>
                <a:cubicBezTo>
                  <a:pt x="161515" y="130621"/>
                  <a:pt x="164196" y="131831"/>
                  <a:pt x="167204" y="131831"/>
                </a:cubicBezTo>
                <a:cubicBezTo>
                  <a:pt x="170147" y="131831"/>
                  <a:pt x="172599" y="131013"/>
                  <a:pt x="174561" y="129376"/>
                </a:cubicBezTo>
                <a:cubicBezTo>
                  <a:pt x="177111" y="127151"/>
                  <a:pt x="178811" y="124041"/>
                  <a:pt x="179661" y="120045"/>
                </a:cubicBezTo>
                <a:cubicBezTo>
                  <a:pt x="180969" y="113827"/>
                  <a:pt x="181623" y="101257"/>
                  <a:pt x="181623" y="82336"/>
                </a:cubicBezTo>
                <a:cubicBezTo>
                  <a:pt x="181623" y="71207"/>
                  <a:pt x="181002" y="63565"/>
                  <a:pt x="179759" y="59408"/>
                </a:cubicBezTo>
                <a:cubicBezTo>
                  <a:pt x="178517" y="55250"/>
                  <a:pt x="176686" y="52221"/>
                  <a:pt x="174266" y="50323"/>
                </a:cubicBezTo>
                <a:cubicBezTo>
                  <a:pt x="172566" y="48947"/>
                  <a:pt x="170343" y="48260"/>
                  <a:pt x="167596" y="48260"/>
                </a:cubicBezTo>
                <a:close/>
                <a:moveTo>
                  <a:pt x="261122" y="10397"/>
                </a:moveTo>
                <a:lnTo>
                  <a:pt x="261122" y="44140"/>
                </a:lnTo>
                <a:lnTo>
                  <a:pt x="282898" y="44140"/>
                </a:lnTo>
                <a:lnTo>
                  <a:pt x="282898" y="53753"/>
                </a:lnTo>
                <a:lnTo>
                  <a:pt x="261122" y="53753"/>
                </a:lnTo>
                <a:lnTo>
                  <a:pt x="261122" y="110503"/>
                </a:lnTo>
                <a:cubicBezTo>
                  <a:pt x="261122" y="115814"/>
                  <a:pt x="261368" y="119240"/>
                  <a:pt x="261858" y="120781"/>
                </a:cubicBezTo>
                <a:cubicBezTo>
                  <a:pt x="262348" y="122322"/>
                  <a:pt x="263215" y="123568"/>
                  <a:pt x="264457" y="124521"/>
                </a:cubicBezTo>
                <a:cubicBezTo>
                  <a:pt x="265700" y="125471"/>
                  <a:pt x="266844" y="125946"/>
                  <a:pt x="267890" y="125946"/>
                </a:cubicBezTo>
                <a:cubicBezTo>
                  <a:pt x="272141" y="125946"/>
                  <a:pt x="276163" y="122676"/>
                  <a:pt x="279955" y="116137"/>
                </a:cubicBezTo>
                <a:lnTo>
                  <a:pt x="282898" y="118317"/>
                </a:lnTo>
                <a:cubicBezTo>
                  <a:pt x="277601" y="130988"/>
                  <a:pt x="269002" y="137324"/>
                  <a:pt x="257101" y="137324"/>
                </a:cubicBezTo>
                <a:cubicBezTo>
                  <a:pt x="251281" y="137324"/>
                  <a:pt x="246360" y="135701"/>
                  <a:pt x="242338" y="132454"/>
                </a:cubicBezTo>
                <a:cubicBezTo>
                  <a:pt x="238317" y="129205"/>
                  <a:pt x="235750" y="125578"/>
                  <a:pt x="234638" y="121575"/>
                </a:cubicBezTo>
                <a:cubicBezTo>
                  <a:pt x="233984" y="119344"/>
                  <a:pt x="233657" y="113306"/>
                  <a:pt x="233657" y="103462"/>
                </a:cubicBezTo>
                <a:lnTo>
                  <a:pt x="233657" y="53753"/>
                </a:lnTo>
                <a:lnTo>
                  <a:pt x="221691" y="53753"/>
                </a:lnTo>
                <a:lnTo>
                  <a:pt x="221691" y="50310"/>
                </a:lnTo>
                <a:cubicBezTo>
                  <a:pt x="229930" y="44478"/>
                  <a:pt x="236943" y="38351"/>
                  <a:pt x="242731" y="31928"/>
                </a:cubicBezTo>
                <a:cubicBezTo>
                  <a:pt x="248518" y="25505"/>
                  <a:pt x="253570" y="18328"/>
                  <a:pt x="257885" y="10397"/>
                </a:cubicBezTo>
                <a:lnTo>
                  <a:pt x="261122" y="10397"/>
                </a:lnTo>
                <a:close/>
                <a:moveTo>
                  <a:pt x="368851" y="86711"/>
                </a:moveTo>
                <a:lnTo>
                  <a:pt x="318531" y="86711"/>
                </a:lnTo>
                <a:cubicBezTo>
                  <a:pt x="319120" y="98906"/>
                  <a:pt x="322357" y="108545"/>
                  <a:pt x="328242" y="115625"/>
                </a:cubicBezTo>
                <a:cubicBezTo>
                  <a:pt x="332754" y="121067"/>
                  <a:pt x="338182" y="123788"/>
                  <a:pt x="344525" y="123788"/>
                </a:cubicBezTo>
                <a:cubicBezTo>
                  <a:pt x="348448" y="123788"/>
                  <a:pt x="352012" y="122693"/>
                  <a:pt x="355216" y="120502"/>
                </a:cubicBezTo>
                <a:cubicBezTo>
                  <a:pt x="358421" y="118312"/>
                  <a:pt x="361854" y="114372"/>
                  <a:pt x="365516" y="108682"/>
                </a:cubicBezTo>
                <a:lnTo>
                  <a:pt x="368851" y="110840"/>
                </a:lnTo>
                <a:cubicBezTo>
                  <a:pt x="363881" y="120976"/>
                  <a:pt x="358388" y="128153"/>
                  <a:pt x="352372" y="132371"/>
                </a:cubicBezTo>
                <a:cubicBezTo>
                  <a:pt x="346356" y="136589"/>
                  <a:pt x="339391" y="138698"/>
                  <a:pt x="331479" y="138698"/>
                </a:cubicBezTo>
                <a:cubicBezTo>
                  <a:pt x="317877" y="138698"/>
                  <a:pt x="307578" y="133461"/>
                  <a:pt x="300581" y="122988"/>
                </a:cubicBezTo>
                <a:cubicBezTo>
                  <a:pt x="294957" y="114544"/>
                  <a:pt x="292145" y="104071"/>
                  <a:pt x="292145" y="91569"/>
                </a:cubicBezTo>
                <a:cubicBezTo>
                  <a:pt x="292145" y="76251"/>
                  <a:pt x="296281" y="64059"/>
                  <a:pt x="304553" y="54994"/>
                </a:cubicBezTo>
                <a:cubicBezTo>
                  <a:pt x="312826" y="45927"/>
                  <a:pt x="322520" y="41394"/>
                  <a:pt x="333637" y="41394"/>
                </a:cubicBezTo>
                <a:cubicBezTo>
                  <a:pt x="342923" y="41394"/>
                  <a:pt x="350982" y="45203"/>
                  <a:pt x="357816" y="52821"/>
                </a:cubicBezTo>
                <a:cubicBezTo>
                  <a:pt x="364649" y="60439"/>
                  <a:pt x="368328" y="71736"/>
                  <a:pt x="368851" y="86711"/>
                </a:cubicBezTo>
                <a:moveTo>
                  <a:pt x="344721" y="80237"/>
                </a:moveTo>
                <a:cubicBezTo>
                  <a:pt x="344721" y="69708"/>
                  <a:pt x="344149" y="62483"/>
                  <a:pt x="343004" y="58559"/>
                </a:cubicBezTo>
                <a:cubicBezTo>
                  <a:pt x="341860" y="54635"/>
                  <a:pt x="340078" y="51660"/>
                  <a:pt x="337658" y="49633"/>
                </a:cubicBezTo>
                <a:cubicBezTo>
                  <a:pt x="336285" y="48456"/>
                  <a:pt x="334454" y="47867"/>
                  <a:pt x="332165" y="47867"/>
                </a:cubicBezTo>
                <a:cubicBezTo>
                  <a:pt x="328765" y="47867"/>
                  <a:pt x="325986" y="49535"/>
                  <a:pt x="323828" y="52870"/>
                </a:cubicBezTo>
                <a:cubicBezTo>
                  <a:pt x="319970" y="58690"/>
                  <a:pt x="318041" y="66668"/>
                  <a:pt x="318041" y="76804"/>
                </a:cubicBezTo>
                <a:lnTo>
                  <a:pt x="318041" y="80237"/>
                </a:lnTo>
                <a:lnTo>
                  <a:pt x="344721" y="80237"/>
                </a:lnTo>
                <a:close/>
                <a:moveTo>
                  <a:pt x="418571" y="44140"/>
                </a:moveTo>
                <a:lnTo>
                  <a:pt x="418571" y="56107"/>
                </a:lnTo>
                <a:cubicBezTo>
                  <a:pt x="423279" y="50971"/>
                  <a:pt x="427792" y="47236"/>
                  <a:pt x="432107" y="44900"/>
                </a:cubicBezTo>
                <a:cubicBezTo>
                  <a:pt x="436423" y="42562"/>
                  <a:pt x="441066" y="41394"/>
                  <a:pt x="446036" y="41394"/>
                </a:cubicBezTo>
                <a:cubicBezTo>
                  <a:pt x="451987" y="41394"/>
                  <a:pt x="456924" y="43047"/>
                  <a:pt x="460847" y="46353"/>
                </a:cubicBezTo>
                <a:cubicBezTo>
                  <a:pt x="464771" y="49660"/>
                  <a:pt x="467387" y="53768"/>
                  <a:pt x="468695" y="58679"/>
                </a:cubicBezTo>
                <a:cubicBezTo>
                  <a:pt x="469741" y="62412"/>
                  <a:pt x="470264" y="69583"/>
                  <a:pt x="470264" y="80191"/>
                </a:cubicBezTo>
                <a:lnTo>
                  <a:pt x="470264" y="115941"/>
                </a:lnTo>
                <a:cubicBezTo>
                  <a:pt x="470264" y="123003"/>
                  <a:pt x="470902" y="127401"/>
                  <a:pt x="472177" y="129134"/>
                </a:cubicBezTo>
                <a:cubicBezTo>
                  <a:pt x="473452" y="130867"/>
                  <a:pt x="476117" y="131962"/>
                  <a:pt x="480171" y="132420"/>
                </a:cubicBezTo>
                <a:lnTo>
                  <a:pt x="480171" y="135951"/>
                </a:lnTo>
                <a:lnTo>
                  <a:pt x="433775" y="135951"/>
                </a:lnTo>
                <a:lnTo>
                  <a:pt x="433775" y="132420"/>
                </a:lnTo>
                <a:cubicBezTo>
                  <a:pt x="437241" y="131962"/>
                  <a:pt x="439726" y="130524"/>
                  <a:pt x="441230" y="128104"/>
                </a:cubicBezTo>
                <a:cubicBezTo>
                  <a:pt x="442276" y="126469"/>
                  <a:pt x="442799" y="122415"/>
                  <a:pt x="442799" y="115941"/>
                </a:cubicBezTo>
                <a:lnTo>
                  <a:pt x="442799" y="75136"/>
                </a:lnTo>
                <a:cubicBezTo>
                  <a:pt x="442799" y="67616"/>
                  <a:pt x="442505" y="62875"/>
                  <a:pt x="441916" y="60913"/>
                </a:cubicBezTo>
                <a:cubicBezTo>
                  <a:pt x="441328" y="58951"/>
                  <a:pt x="440331" y="57431"/>
                  <a:pt x="438925" y="56352"/>
                </a:cubicBezTo>
                <a:cubicBezTo>
                  <a:pt x="437519" y="55273"/>
                  <a:pt x="435966" y="54734"/>
                  <a:pt x="434265" y="54734"/>
                </a:cubicBezTo>
                <a:cubicBezTo>
                  <a:pt x="428642" y="54734"/>
                  <a:pt x="423410" y="58788"/>
                  <a:pt x="418571" y="66897"/>
                </a:cubicBezTo>
                <a:lnTo>
                  <a:pt x="418571" y="115941"/>
                </a:lnTo>
                <a:cubicBezTo>
                  <a:pt x="418571" y="122807"/>
                  <a:pt x="419209" y="127156"/>
                  <a:pt x="420484" y="128987"/>
                </a:cubicBezTo>
                <a:cubicBezTo>
                  <a:pt x="421759" y="130818"/>
                  <a:pt x="424130" y="131962"/>
                  <a:pt x="427595" y="132420"/>
                </a:cubicBezTo>
                <a:lnTo>
                  <a:pt x="427595" y="135951"/>
                </a:lnTo>
                <a:lnTo>
                  <a:pt x="381199" y="135951"/>
                </a:lnTo>
                <a:lnTo>
                  <a:pt x="381199" y="132420"/>
                </a:lnTo>
                <a:cubicBezTo>
                  <a:pt x="385057" y="132028"/>
                  <a:pt x="387804" y="130785"/>
                  <a:pt x="389439" y="128693"/>
                </a:cubicBezTo>
                <a:cubicBezTo>
                  <a:pt x="390550" y="127254"/>
                  <a:pt x="391106" y="123003"/>
                  <a:pt x="391106" y="115941"/>
                </a:cubicBezTo>
                <a:lnTo>
                  <a:pt x="391106" y="64150"/>
                </a:lnTo>
                <a:cubicBezTo>
                  <a:pt x="391106" y="57135"/>
                  <a:pt x="390469" y="52767"/>
                  <a:pt x="389194" y="51046"/>
                </a:cubicBezTo>
                <a:cubicBezTo>
                  <a:pt x="387918" y="49325"/>
                  <a:pt x="385254" y="48200"/>
                  <a:pt x="381199" y="47671"/>
                </a:cubicBezTo>
                <a:lnTo>
                  <a:pt x="381199" y="44140"/>
                </a:lnTo>
                <a:lnTo>
                  <a:pt x="418571" y="44140"/>
                </a:lnTo>
                <a:close/>
                <a:moveTo>
                  <a:pt x="528924" y="10397"/>
                </a:moveTo>
                <a:lnTo>
                  <a:pt x="528924" y="44140"/>
                </a:lnTo>
                <a:lnTo>
                  <a:pt x="550699" y="44140"/>
                </a:lnTo>
                <a:lnTo>
                  <a:pt x="550699" y="53753"/>
                </a:lnTo>
                <a:lnTo>
                  <a:pt x="528924" y="53753"/>
                </a:lnTo>
                <a:lnTo>
                  <a:pt x="528924" y="110503"/>
                </a:lnTo>
                <a:cubicBezTo>
                  <a:pt x="528924" y="115814"/>
                  <a:pt x="529169" y="119240"/>
                  <a:pt x="529659" y="120781"/>
                </a:cubicBezTo>
                <a:cubicBezTo>
                  <a:pt x="530150" y="122322"/>
                  <a:pt x="531016" y="123568"/>
                  <a:pt x="532259" y="124521"/>
                </a:cubicBezTo>
                <a:cubicBezTo>
                  <a:pt x="533501" y="125471"/>
                  <a:pt x="534645" y="125946"/>
                  <a:pt x="535692" y="125946"/>
                </a:cubicBezTo>
                <a:cubicBezTo>
                  <a:pt x="539942" y="125946"/>
                  <a:pt x="543964" y="122676"/>
                  <a:pt x="547757" y="116137"/>
                </a:cubicBezTo>
                <a:lnTo>
                  <a:pt x="550699" y="118317"/>
                </a:lnTo>
                <a:cubicBezTo>
                  <a:pt x="545402" y="130988"/>
                  <a:pt x="536803" y="137324"/>
                  <a:pt x="524902" y="137324"/>
                </a:cubicBezTo>
                <a:cubicBezTo>
                  <a:pt x="519082" y="137324"/>
                  <a:pt x="514161" y="135701"/>
                  <a:pt x="510140" y="132454"/>
                </a:cubicBezTo>
                <a:cubicBezTo>
                  <a:pt x="506118" y="129205"/>
                  <a:pt x="503551" y="125578"/>
                  <a:pt x="502440" y="121575"/>
                </a:cubicBezTo>
                <a:cubicBezTo>
                  <a:pt x="501786" y="119344"/>
                  <a:pt x="501459" y="113306"/>
                  <a:pt x="501459" y="103462"/>
                </a:cubicBezTo>
                <a:lnTo>
                  <a:pt x="501459" y="53753"/>
                </a:lnTo>
                <a:lnTo>
                  <a:pt x="489492" y="53753"/>
                </a:lnTo>
                <a:lnTo>
                  <a:pt x="489492" y="50310"/>
                </a:lnTo>
                <a:cubicBezTo>
                  <a:pt x="497731" y="44478"/>
                  <a:pt x="504745" y="38351"/>
                  <a:pt x="510532" y="31928"/>
                </a:cubicBezTo>
                <a:cubicBezTo>
                  <a:pt x="516319" y="25505"/>
                  <a:pt x="521371" y="18328"/>
                  <a:pt x="525687" y="10397"/>
                </a:cubicBezTo>
                <a:lnTo>
                  <a:pt x="528924" y="10397"/>
                </a:lnTo>
                <a:close/>
                <a:moveTo>
                  <a:pt x="581035" y="0"/>
                </a:moveTo>
                <a:cubicBezTo>
                  <a:pt x="585286" y="0"/>
                  <a:pt x="588883" y="1493"/>
                  <a:pt x="591825" y="4478"/>
                </a:cubicBezTo>
                <a:cubicBezTo>
                  <a:pt x="594768" y="7462"/>
                  <a:pt x="596239" y="11053"/>
                  <a:pt x="596239" y="15253"/>
                </a:cubicBezTo>
                <a:cubicBezTo>
                  <a:pt x="596239" y="19452"/>
                  <a:pt x="594752" y="23028"/>
                  <a:pt x="591776" y="25981"/>
                </a:cubicBezTo>
                <a:cubicBezTo>
                  <a:pt x="588801" y="28932"/>
                  <a:pt x="585221" y="30408"/>
                  <a:pt x="581035" y="30408"/>
                </a:cubicBezTo>
                <a:cubicBezTo>
                  <a:pt x="576850" y="30408"/>
                  <a:pt x="573286" y="28932"/>
                  <a:pt x="570344" y="25981"/>
                </a:cubicBezTo>
                <a:cubicBezTo>
                  <a:pt x="567401" y="23028"/>
                  <a:pt x="565930" y="19452"/>
                  <a:pt x="565930" y="15253"/>
                </a:cubicBezTo>
                <a:cubicBezTo>
                  <a:pt x="565930" y="11053"/>
                  <a:pt x="567401" y="7462"/>
                  <a:pt x="570344" y="4478"/>
                </a:cubicBezTo>
                <a:cubicBezTo>
                  <a:pt x="573286" y="1493"/>
                  <a:pt x="576850" y="0"/>
                  <a:pt x="581035" y="0"/>
                </a:cubicBezTo>
                <a:moveTo>
                  <a:pt x="594768" y="44140"/>
                </a:moveTo>
                <a:lnTo>
                  <a:pt x="594768" y="116922"/>
                </a:lnTo>
                <a:cubicBezTo>
                  <a:pt x="594768" y="123396"/>
                  <a:pt x="595520" y="127532"/>
                  <a:pt x="597024" y="129330"/>
                </a:cubicBezTo>
                <a:cubicBezTo>
                  <a:pt x="598528" y="131128"/>
                  <a:pt x="601471" y="132158"/>
                  <a:pt x="605852" y="132420"/>
                </a:cubicBezTo>
                <a:lnTo>
                  <a:pt x="605852" y="135951"/>
                </a:lnTo>
                <a:lnTo>
                  <a:pt x="556317" y="135951"/>
                </a:lnTo>
                <a:lnTo>
                  <a:pt x="556317" y="132420"/>
                </a:lnTo>
                <a:cubicBezTo>
                  <a:pt x="560371" y="132289"/>
                  <a:pt x="563379" y="131112"/>
                  <a:pt x="565341" y="128889"/>
                </a:cubicBezTo>
                <a:cubicBezTo>
                  <a:pt x="566649" y="127385"/>
                  <a:pt x="567303" y="123396"/>
                  <a:pt x="567303" y="116922"/>
                </a:cubicBezTo>
                <a:lnTo>
                  <a:pt x="567303" y="63365"/>
                </a:lnTo>
                <a:cubicBezTo>
                  <a:pt x="567303" y="56810"/>
                  <a:pt x="566551" y="52622"/>
                  <a:pt x="565047" y="50801"/>
                </a:cubicBezTo>
                <a:cubicBezTo>
                  <a:pt x="563543" y="48980"/>
                  <a:pt x="560633" y="47937"/>
                  <a:pt x="556317" y="47671"/>
                </a:cubicBezTo>
                <a:lnTo>
                  <a:pt x="556317" y="44140"/>
                </a:lnTo>
                <a:lnTo>
                  <a:pt x="594768" y="44140"/>
                </a:lnTo>
                <a:close/>
                <a:moveTo>
                  <a:pt x="665365" y="122415"/>
                </a:moveTo>
                <a:cubicBezTo>
                  <a:pt x="654183" y="132355"/>
                  <a:pt x="644146" y="137324"/>
                  <a:pt x="635252" y="137324"/>
                </a:cubicBezTo>
                <a:cubicBezTo>
                  <a:pt x="630021" y="137324"/>
                  <a:pt x="625672" y="135603"/>
                  <a:pt x="622206" y="132159"/>
                </a:cubicBezTo>
                <a:cubicBezTo>
                  <a:pt x="618741" y="128714"/>
                  <a:pt x="617008" y="124400"/>
                  <a:pt x="617008" y="119218"/>
                </a:cubicBezTo>
                <a:cubicBezTo>
                  <a:pt x="617008" y="112196"/>
                  <a:pt x="620016" y="105881"/>
                  <a:pt x="626032" y="100271"/>
                </a:cubicBezTo>
                <a:cubicBezTo>
                  <a:pt x="632048" y="94662"/>
                  <a:pt x="645159" y="87199"/>
                  <a:pt x="665365" y="77883"/>
                </a:cubicBezTo>
                <a:lnTo>
                  <a:pt x="665365" y="68662"/>
                </a:lnTo>
                <a:cubicBezTo>
                  <a:pt x="665365" y="61731"/>
                  <a:pt x="664989" y="57366"/>
                  <a:pt x="664237" y="55567"/>
                </a:cubicBezTo>
                <a:cubicBezTo>
                  <a:pt x="663485" y="53769"/>
                  <a:pt x="662063" y="52200"/>
                  <a:pt x="659971" y="50859"/>
                </a:cubicBezTo>
                <a:cubicBezTo>
                  <a:pt x="657878" y="49519"/>
                  <a:pt x="655524" y="48848"/>
                  <a:pt x="652908" y="48848"/>
                </a:cubicBezTo>
                <a:cubicBezTo>
                  <a:pt x="648658" y="48848"/>
                  <a:pt x="645159" y="49796"/>
                  <a:pt x="642413" y="51693"/>
                </a:cubicBezTo>
                <a:cubicBezTo>
                  <a:pt x="640712" y="52870"/>
                  <a:pt x="639862" y="54243"/>
                  <a:pt x="639862" y="55813"/>
                </a:cubicBezTo>
                <a:cubicBezTo>
                  <a:pt x="639862" y="57186"/>
                  <a:pt x="640778" y="58886"/>
                  <a:pt x="642609" y="60913"/>
                </a:cubicBezTo>
                <a:cubicBezTo>
                  <a:pt x="645094" y="63725"/>
                  <a:pt x="646336" y="66439"/>
                  <a:pt x="646336" y="69055"/>
                </a:cubicBezTo>
                <a:cubicBezTo>
                  <a:pt x="646336" y="72259"/>
                  <a:pt x="645143" y="74989"/>
                  <a:pt x="642756" y="77245"/>
                </a:cubicBezTo>
                <a:cubicBezTo>
                  <a:pt x="640369" y="79501"/>
                  <a:pt x="637247" y="80629"/>
                  <a:pt x="633388" y="80629"/>
                </a:cubicBezTo>
                <a:cubicBezTo>
                  <a:pt x="629269" y="80629"/>
                  <a:pt x="625819" y="79387"/>
                  <a:pt x="623040" y="76902"/>
                </a:cubicBezTo>
                <a:cubicBezTo>
                  <a:pt x="620261" y="74417"/>
                  <a:pt x="618871" y="71507"/>
                  <a:pt x="618871" y="68172"/>
                </a:cubicBezTo>
                <a:cubicBezTo>
                  <a:pt x="618871" y="63464"/>
                  <a:pt x="620735" y="58968"/>
                  <a:pt x="624462" y="54685"/>
                </a:cubicBezTo>
                <a:cubicBezTo>
                  <a:pt x="628190" y="50401"/>
                  <a:pt x="633388" y="47115"/>
                  <a:pt x="640058" y="44827"/>
                </a:cubicBezTo>
                <a:cubicBezTo>
                  <a:pt x="646729" y="42538"/>
                  <a:pt x="653660" y="41394"/>
                  <a:pt x="660853" y="41394"/>
                </a:cubicBezTo>
                <a:cubicBezTo>
                  <a:pt x="669551" y="41394"/>
                  <a:pt x="676433" y="43246"/>
                  <a:pt x="681501" y="46951"/>
                </a:cubicBezTo>
                <a:cubicBezTo>
                  <a:pt x="686569" y="50654"/>
                  <a:pt x="689855" y="54668"/>
                  <a:pt x="691359" y="58994"/>
                </a:cubicBezTo>
                <a:cubicBezTo>
                  <a:pt x="692274" y="61747"/>
                  <a:pt x="692732" y="68072"/>
                  <a:pt x="692732" y="77968"/>
                </a:cubicBezTo>
                <a:lnTo>
                  <a:pt x="692732" y="113657"/>
                </a:lnTo>
                <a:cubicBezTo>
                  <a:pt x="692732" y="117853"/>
                  <a:pt x="692896" y="120492"/>
                  <a:pt x="693223" y="121575"/>
                </a:cubicBezTo>
                <a:cubicBezTo>
                  <a:pt x="693550" y="122656"/>
                  <a:pt x="694040" y="123459"/>
                  <a:pt x="694694" y="123984"/>
                </a:cubicBezTo>
                <a:cubicBezTo>
                  <a:pt x="695348" y="124507"/>
                  <a:pt x="696100" y="124769"/>
                  <a:pt x="696950" y="124769"/>
                </a:cubicBezTo>
                <a:cubicBezTo>
                  <a:pt x="698650" y="124769"/>
                  <a:pt x="700383" y="123559"/>
                  <a:pt x="702149" y="121140"/>
                </a:cubicBezTo>
                <a:lnTo>
                  <a:pt x="705091" y="123494"/>
                </a:lnTo>
                <a:cubicBezTo>
                  <a:pt x="701822" y="128333"/>
                  <a:pt x="698438" y="131848"/>
                  <a:pt x="694939" y="134038"/>
                </a:cubicBezTo>
                <a:cubicBezTo>
                  <a:pt x="691441" y="136229"/>
                  <a:pt x="687468" y="137324"/>
                  <a:pt x="683021" y="137324"/>
                </a:cubicBezTo>
                <a:cubicBezTo>
                  <a:pt x="677790" y="137324"/>
                  <a:pt x="673703" y="136090"/>
                  <a:pt x="670760" y="133622"/>
                </a:cubicBezTo>
                <a:cubicBezTo>
                  <a:pt x="667818" y="131153"/>
                  <a:pt x="666019" y="127417"/>
                  <a:pt x="665365" y="122415"/>
                </a:cubicBezTo>
                <a:moveTo>
                  <a:pt x="665365" y="115156"/>
                </a:moveTo>
                <a:lnTo>
                  <a:pt x="665365" y="84473"/>
                </a:lnTo>
                <a:cubicBezTo>
                  <a:pt x="657453" y="89138"/>
                  <a:pt x="651568" y="94133"/>
                  <a:pt x="647709" y="99456"/>
                </a:cubicBezTo>
                <a:cubicBezTo>
                  <a:pt x="645159" y="103004"/>
                  <a:pt x="643884" y="106585"/>
                  <a:pt x="643884" y="110200"/>
                </a:cubicBezTo>
                <a:cubicBezTo>
                  <a:pt x="643884" y="113222"/>
                  <a:pt x="644963" y="115884"/>
                  <a:pt x="647121" y="118185"/>
                </a:cubicBezTo>
                <a:cubicBezTo>
                  <a:pt x="648756" y="119959"/>
                  <a:pt x="651044" y="120845"/>
                  <a:pt x="653987" y="120845"/>
                </a:cubicBezTo>
                <a:cubicBezTo>
                  <a:pt x="657257" y="120845"/>
                  <a:pt x="661050" y="118949"/>
                  <a:pt x="665365" y="115156"/>
                </a:cubicBezTo>
                <a:close/>
                <a:moveTo>
                  <a:pt x="751436" y="2943"/>
                </a:moveTo>
                <a:lnTo>
                  <a:pt x="751436" y="116922"/>
                </a:lnTo>
                <a:cubicBezTo>
                  <a:pt x="751436" y="123396"/>
                  <a:pt x="752188" y="127532"/>
                  <a:pt x="753692" y="129330"/>
                </a:cubicBezTo>
                <a:cubicBezTo>
                  <a:pt x="755196" y="131128"/>
                  <a:pt x="758139" y="132158"/>
                  <a:pt x="762520" y="132420"/>
                </a:cubicBezTo>
                <a:lnTo>
                  <a:pt x="762520" y="135951"/>
                </a:lnTo>
                <a:lnTo>
                  <a:pt x="712986" y="135951"/>
                </a:lnTo>
                <a:lnTo>
                  <a:pt x="712986" y="132420"/>
                </a:lnTo>
                <a:cubicBezTo>
                  <a:pt x="717040" y="132289"/>
                  <a:pt x="720048" y="131112"/>
                  <a:pt x="722010" y="128889"/>
                </a:cubicBezTo>
                <a:cubicBezTo>
                  <a:pt x="723318" y="127385"/>
                  <a:pt x="723972" y="123396"/>
                  <a:pt x="723972" y="116922"/>
                </a:cubicBezTo>
                <a:lnTo>
                  <a:pt x="723972" y="21972"/>
                </a:lnTo>
                <a:cubicBezTo>
                  <a:pt x="723972" y="15523"/>
                  <a:pt x="723220" y="11394"/>
                  <a:pt x="721715" y="9585"/>
                </a:cubicBezTo>
                <a:cubicBezTo>
                  <a:pt x="720211" y="7775"/>
                  <a:pt x="717301" y="6737"/>
                  <a:pt x="712986" y="6474"/>
                </a:cubicBezTo>
                <a:lnTo>
                  <a:pt x="712986" y="2943"/>
                </a:lnTo>
                <a:lnTo>
                  <a:pt x="751436" y="2943"/>
                </a:lnTo>
                <a:close/>
                <a:moveTo>
                  <a:pt x="887439" y="97893"/>
                </a:moveTo>
                <a:lnTo>
                  <a:pt x="840455" y="97893"/>
                </a:lnTo>
                <a:lnTo>
                  <a:pt x="834864" y="110905"/>
                </a:lnTo>
                <a:cubicBezTo>
                  <a:pt x="833033" y="115268"/>
                  <a:pt x="832117" y="118870"/>
                  <a:pt x="832117" y="121713"/>
                </a:cubicBezTo>
                <a:cubicBezTo>
                  <a:pt x="832117" y="125479"/>
                  <a:pt x="833621" y="128255"/>
                  <a:pt x="836629" y="130041"/>
                </a:cubicBezTo>
                <a:cubicBezTo>
                  <a:pt x="838395" y="131098"/>
                  <a:pt x="842744" y="131891"/>
                  <a:pt x="849675" y="132420"/>
                </a:cubicBezTo>
                <a:lnTo>
                  <a:pt x="849675" y="135951"/>
                </a:lnTo>
                <a:lnTo>
                  <a:pt x="805437" y="135951"/>
                </a:lnTo>
                <a:lnTo>
                  <a:pt x="805437" y="132420"/>
                </a:lnTo>
                <a:cubicBezTo>
                  <a:pt x="810211" y="131695"/>
                  <a:pt x="814134" y="129698"/>
                  <a:pt x="817208" y="126430"/>
                </a:cubicBezTo>
                <a:cubicBezTo>
                  <a:pt x="820281" y="123161"/>
                  <a:pt x="824074" y="116409"/>
                  <a:pt x="828586" y="106175"/>
                </a:cubicBezTo>
                <a:lnTo>
                  <a:pt x="876159" y="0"/>
                </a:lnTo>
                <a:lnTo>
                  <a:pt x="878023" y="0"/>
                </a:lnTo>
                <a:lnTo>
                  <a:pt x="925988" y="109133"/>
                </a:lnTo>
                <a:cubicBezTo>
                  <a:pt x="930566" y="119571"/>
                  <a:pt x="934326" y="126144"/>
                  <a:pt x="937269" y="128852"/>
                </a:cubicBezTo>
                <a:cubicBezTo>
                  <a:pt x="939492" y="130900"/>
                  <a:pt x="942631" y="132089"/>
                  <a:pt x="946685" y="132420"/>
                </a:cubicBezTo>
                <a:lnTo>
                  <a:pt x="946685" y="135951"/>
                </a:lnTo>
                <a:lnTo>
                  <a:pt x="882339" y="135951"/>
                </a:lnTo>
                <a:lnTo>
                  <a:pt x="882339" y="132420"/>
                </a:lnTo>
                <a:lnTo>
                  <a:pt x="884987" y="132420"/>
                </a:lnTo>
                <a:cubicBezTo>
                  <a:pt x="890153" y="132420"/>
                  <a:pt x="893782" y="131688"/>
                  <a:pt x="895875" y="130225"/>
                </a:cubicBezTo>
                <a:cubicBezTo>
                  <a:pt x="897314" y="129163"/>
                  <a:pt x="898033" y="127633"/>
                  <a:pt x="898033" y="125637"/>
                </a:cubicBezTo>
                <a:cubicBezTo>
                  <a:pt x="898033" y="124441"/>
                  <a:pt x="897837" y="123211"/>
                  <a:pt x="897444" y="121946"/>
                </a:cubicBezTo>
                <a:cubicBezTo>
                  <a:pt x="897314" y="121349"/>
                  <a:pt x="896333" y="118856"/>
                  <a:pt x="894502" y="114467"/>
                </a:cubicBezTo>
                <a:lnTo>
                  <a:pt x="887439" y="97893"/>
                </a:lnTo>
                <a:moveTo>
                  <a:pt x="884104" y="90634"/>
                </a:moveTo>
                <a:lnTo>
                  <a:pt x="864290" y="44771"/>
                </a:lnTo>
                <a:lnTo>
                  <a:pt x="843888" y="90634"/>
                </a:lnTo>
                <a:lnTo>
                  <a:pt x="884104" y="90634"/>
                </a:lnTo>
                <a:close/>
                <a:moveTo>
                  <a:pt x="1023016" y="132420"/>
                </a:moveTo>
                <a:lnTo>
                  <a:pt x="1023016" y="135951"/>
                </a:lnTo>
                <a:lnTo>
                  <a:pt x="953471" y="135951"/>
                </a:lnTo>
                <a:lnTo>
                  <a:pt x="953471" y="132420"/>
                </a:lnTo>
                <a:lnTo>
                  <a:pt x="957885" y="132420"/>
                </a:lnTo>
                <a:cubicBezTo>
                  <a:pt x="961743" y="132420"/>
                  <a:pt x="964849" y="131730"/>
                  <a:pt x="967203" y="130351"/>
                </a:cubicBezTo>
                <a:cubicBezTo>
                  <a:pt x="968904" y="129429"/>
                  <a:pt x="970211" y="127852"/>
                  <a:pt x="971127" y="125618"/>
                </a:cubicBezTo>
                <a:cubicBezTo>
                  <a:pt x="971846" y="124041"/>
                  <a:pt x="972206" y="119899"/>
                  <a:pt x="972206" y="113195"/>
                </a:cubicBezTo>
                <a:lnTo>
                  <a:pt x="972206" y="25699"/>
                </a:lnTo>
                <a:cubicBezTo>
                  <a:pt x="972206" y="18864"/>
                  <a:pt x="971846" y="14592"/>
                  <a:pt x="971127" y="12883"/>
                </a:cubicBezTo>
                <a:cubicBezTo>
                  <a:pt x="970408" y="11173"/>
                  <a:pt x="968953" y="9677"/>
                  <a:pt x="966762" y="8396"/>
                </a:cubicBezTo>
                <a:cubicBezTo>
                  <a:pt x="964571" y="7115"/>
                  <a:pt x="961612" y="6474"/>
                  <a:pt x="957885" y="6474"/>
                </a:cubicBezTo>
                <a:lnTo>
                  <a:pt x="953471" y="6474"/>
                </a:lnTo>
                <a:lnTo>
                  <a:pt x="953471" y="2943"/>
                </a:lnTo>
                <a:lnTo>
                  <a:pt x="1023016" y="2943"/>
                </a:lnTo>
                <a:lnTo>
                  <a:pt x="1023016" y="6474"/>
                </a:lnTo>
                <a:lnTo>
                  <a:pt x="1018602" y="6474"/>
                </a:lnTo>
                <a:cubicBezTo>
                  <a:pt x="1014744" y="6474"/>
                  <a:pt x="1011638" y="7164"/>
                  <a:pt x="1009283" y="8543"/>
                </a:cubicBezTo>
                <a:cubicBezTo>
                  <a:pt x="1007583" y="9465"/>
                  <a:pt x="1006243" y="11042"/>
                  <a:pt x="1005262" y="13276"/>
                </a:cubicBezTo>
                <a:cubicBezTo>
                  <a:pt x="1004543" y="14853"/>
                  <a:pt x="1004183" y="18994"/>
                  <a:pt x="1004183" y="25699"/>
                </a:cubicBezTo>
                <a:lnTo>
                  <a:pt x="1004183" y="113195"/>
                </a:lnTo>
                <a:cubicBezTo>
                  <a:pt x="1004183" y="120030"/>
                  <a:pt x="1004559" y="124303"/>
                  <a:pt x="1005311" y="126014"/>
                </a:cubicBezTo>
                <a:cubicBezTo>
                  <a:pt x="1006063" y="127722"/>
                  <a:pt x="1007534" y="129217"/>
                  <a:pt x="1009725" y="130498"/>
                </a:cubicBezTo>
                <a:cubicBezTo>
                  <a:pt x="1011916" y="131779"/>
                  <a:pt x="1014875" y="132420"/>
                  <a:pt x="1018602" y="132420"/>
                </a:cubicBezTo>
                <a:lnTo>
                  <a:pt x="1023016" y="1324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CodingAssistant">
            <a:extLst xmlns:a="http://schemas.openxmlformats.org/drawingml/2006/main">
              <a:ext uri="{FF2B5EF4-FFF2-40B4-BE49-F238E27FC236}">
                <a16:creationId xmlns:a16="http://schemas.microsoft.com/office/drawing/2014/main" id="{A3FC6CDF-CA59-48BA-BD88-A6136AA8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925" y="1913512"/>
            <a:ext cx="1439386" cy="179306"/>
          </a:xfrm>
          <a:custGeom xmlns:a="http://schemas.openxmlformats.org/drawingml/2006/main">
            <a:pathLst>
              <a:path w="1439386" h="179306">
                <a:moveTo>
                  <a:pt x="126142" y="0"/>
                </a:moveTo>
                <a:lnTo>
                  <a:pt x="126142" y="46102"/>
                </a:lnTo>
                <a:lnTo>
                  <a:pt x="122317" y="46102"/>
                </a:lnTo>
                <a:cubicBezTo>
                  <a:pt x="119440" y="34006"/>
                  <a:pt x="114077" y="24738"/>
                  <a:pt x="106230" y="18297"/>
                </a:cubicBezTo>
                <a:cubicBezTo>
                  <a:pt x="98383" y="11853"/>
                  <a:pt x="89490" y="8632"/>
                  <a:pt x="79550" y="8632"/>
                </a:cubicBezTo>
                <a:cubicBezTo>
                  <a:pt x="71245" y="8632"/>
                  <a:pt x="63627" y="11019"/>
                  <a:pt x="56695" y="15792"/>
                </a:cubicBezTo>
                <a:cubicBezTo>
                  <a:pt x="49764" y="20566"/>
                  <a:pt x="44696" y="26811"/>
                  <a:pt x="41492" y="34527"/>
                </a:cubicBezTo>
                <a:cubicBezTo>
                  <a:pt x="37372" y="44402"/>
                  <a:pt x="35312" y="55388"/>
                  <a:pt x="35312" y="67485"/>
                </a:cubicBezTo>
                <a:cubicBezTo>
                  <a:pt x="35312" y="79387"/>
                  <a:pt x="36816" y="90225"/>
                  <a:pt x="39824" y="100002"/>
                </a:cubicBezTo>
                <a:cubicBezTo>
                  <a:pt x="42832" y="109778"/>
                  <a:pt x="47540" y="117167"/>
                  <a:pt x="53949" y="122170"/>
                </a:cubicBezTo>
                <a:cubicBezTo>
                  <a:pt x="60357" y="127172"/>
                  <a:pt x="68662" y="129673"/>
                  <a:pt x="78863" y="129673"/>
                </a:cubicBezTo>
                <a:cubicBezTo>
                  <a:pt x="87234" y="129673"/>
                  <a:pt x="94901" y="127843"/>
                  <a:pt x="101865" y="124181"/>
                </a:cubicBezTo>
                <a:cubicBezTo>
                  <a:pt x="108830" y="120519"/>
                  <a:pt x="116170" y="114208"/>
                  <a:pt x="123886" y="105249"/>
                </a:cubicBezTo>
                <a:lnTo>
                  <a:pt x="123886" y="116726"/>
                </a:lnTo>
                <a:cubicBezTo>
                  <a:pt x="116431" y="124507"/>
                  <a:pt x="108666" y="130148"/>
                  <a:pt x="100590" y="133646"/>
                </a:cubicBezTo>
                <a:cubicBezTo>
                  <a:pt x="92514" y="137145"/>
                  <a:pt x="83081" y="138894"/>
                  <a:pt x="72292" y="138894"/>
                </a:cubicBezTo>
                <a:cubicBezTo>
                  <a:pt x="58101" y="138894"/>
                  <a:pt x="45497" y="136053"/>
                  <a:pt x="34478" y="130372"/>
                </a:cubicBezTo>
                <a:cubicBezTo>
                  <a:pt x="23460" y="124691"/>
                  <a:pt x="14959" y="116530"/>
                  <a:pt x="8975" y="105887"/>
                </a:cubicBezTo>
                <a:cubicBezTo>
                  <a:pt x="2992" y="95242"/>
                  <a:pt x="0" y="83912"/>
                  <a:pt x="0" y="71896"/>
                </a:cubicBezTo>
                <a:cubicBezTo>
                  <a:pt x="0" y="59228"/>
                  <a:pt x="3319" y="47213"/>
                  <a:pt x="9956" y="35851"/>
                </a:cubicBezTo>
                <a:cubicBezTo>
                  <a:pt x="16593" y="24487"/>
                  <a:pt x="25552" y="15672"/>
                  <a:pt x="36832" y="9404"/>
                </a:cubicBezTo>
                <a:cubicBezTo>
                  <a:pt x="48113" y="3135"/>
                  <a:pt x="60096" y="0"/>
                  <a:pt x="72782" y="0"/>
                </a:cubicBezTo>
                <a:cubicBezTo>
                  <a:pt x="82133" y="0"/>
                  <a:pt x="92007" y="2027"/>
                  <a:pt x="102405" y="6082"/>
                </a:cubicBezTo>
                <a:cubicBezTo>
                  <a:pt x="108421" y="8436"/>
                  <a:pt x="112246" y="9613"/>
                  <a:pt x="113881" y="9613"/>
                </a:cubicBezTo>
                <a:cubicBezTo>
                  <a:pt x="115974" y="9613"/>
                  <a:pt x="117788" y="8844"/>
                  <a:pt x="119325" y="7308"/>
                </a:cubicBezTo>
                <a:cubicBezTo>
                  <a:pt x="120862" y="5771"/>
                  <a:pt x="121859" y="3335"/>
                  <a:pt x="122317" y="0"/>
                </a:cubicBezTo>
                <a:lnTo>
                  <a:pt x="126142" y="0"/>
                </a:lnTo>
                <a:close/>
                <a:moveTo>
                  <a:pt x="187743" y="41394"/>
                </a:moveTo>
                <a:cubicBezTo>
                  <a:pt x="195721" y="41394"/>
                  <a:pt x="203143" y="43455"/>
                  <a:pt x="210009" y="47579"/>
                </a:cubicBezTo>
                <a:cubicBezTo>
                  <a:pt x="216875" y="51703"/>
                  <a:pt x="222090" y="57562"/>
                  <a:pt x="225654" y="65156"/>
                </a:cubicBezTo>
                <a:cubicBezTo>
                  <a:pt x="229218" y="72749"/>
                  <a:pt x="231000" y="81062"/>
                  <a:pt x="231000" y="90095"/>
                </a:cubicBezTo>
                <a:cubicBezTo>
                  <a:pt x="231000" y="103120"/>
                  <a:pt x="227697" y="114019"/>
                  <a:pt x="221093" y="122792"/>
                </a:cubicBezTo>
                <a:cubicBezTo>
                  <a:pt x="213115" y="133396"/>
                  <a:pt x="202096" y="138698"/>
                  <a:pt x="188037" y="138698"/>
                </a:cubicBezTo>
                <a:cubicBezTo>
                  <a:pt x="174239" y="138698"/>
                  <a:pt x="163613" y="133854"/>
                  <a:pt x="156158" y="124165"/>
                </a:cubicBezTo>
                <a:cubicBezTo>
                  <a:pt x="148703" y="114477"/>
                  <a:pt x="144976" y="103251"/>
                  <a:pt x="144976" y="90487"/>
                </a:cubicBezTo>
                <a:cubicBezTo>
                  <a:pt x="144976" y="77331"/>
                  <a:pt x="148785" y="65860"/>
                  <a:pt x="156403" y="56073"/>
                </a:cubicBezTo>
                <a:cubicBezTo>
                  <a:pt x="164021" y="46287"/>
                  <a:pt x="174468" y="41394"/>
                  <a:pt x="187743" y="41394"/>
                </a:cubicBezTo>
                <a:moveTo>
                  <a:pt x="188135" y="48260"/>
                </a:moveTo>
                <a:cubicBezTo>
                  <a:pt x="184800" y="48260"/>
                  <a:pt x="181939" y="49521"/>
                  <a:pt x="179552" y="52042"/>
                </a:cubicBezTo>
                <a:cubicBezTo>
                  <a:pt x="177165" y="54562"/>
                  <a:pt x="175596" y="59537"/>
                  <a:pt x="174844" y="66967"/>
                </a:cubicBezTo>
                <a:cubicBezTo>
                  <a:pt x="174092" y="74397"/>
                  <a:pt x="173716" y="84725"/>
                  <a:pt x="173716" y="97951"/>
                </a:cubicBezTo>
                <a:cubicBezTo>
                  <a:pt x="173716" y="104956"/>
                  <a:pt x="174174" y="111504"/>
                  <a:pt x="175089" y="117593"/>
                </a:cubicBezTo>
                <a:cubicBezTo>
                  <a:pt x="175808" y="122240"/>
                  <a:pt x="177345" y="125775"/>
                  <a:pt x="179699" y="128199"/>
                </a:cubicBezTo>
                <a:cubicBezTo>
                  <a:pt x="182053" y="130621"/>
                  <a:pt x="184735" y="131831"/>
                  <a:pt x="187743" y="131831"/>
                </a:cubicBezTo>
                <a:cubicBezTo>
                  <a:pt x="190685" y="131831"/>
                  <a:pt x="193138" y="131013"/>
                  <a:pt x="195099" y="129376"/>
                </a:cubicBezTo>
                <a:cubicBezTo>
                  <a:pt x="197650" y="127151"/>
                  <a:pt x="199350" y="124041"/>
                  <a:pt x="200200" y="120045"/>
                </a:cubicBezTo>
                <a:cubicBezTo>
                  <a:pt x="201508" y="113827"/>
                  <a:pt x="202162" y="101257"/>
                  <a:pt x="202162" y="82336"/>
                </a:cubicBezTo>
                <a:cubicBezTo>
                  <a:pt x="202162" y="71207"/>
                  <a:pt x="201540" y="63565"/>
                  <a:pt x="200298" y="59408"/>
                </a:cubicBezTo>
                <a:cubicBezTo>
                  <a:pt x="199056" y="55250"/>
                  <a:pt x="197225" y="52221"/>
                  <a:pt x="194805" y="50323"/>
                </a:cubicBezTo>
                <a:cubicBezTo>
                  <a:pt x="193105" y="48947"/>
                  <a:pt x="190881" y="48260"/>
                  <a:pt x="188135" y="48260"/>
                </a:cubicBezTo>
                <a:close/>
                <a:moveTo>
                  <a:pt x="334312" y="2943"/>
                </a:moveTo>
                <a:lnTo>
                  <a:pt x="334312" y="108486"/>
                </a:lnTo>
                <a:cubicBezTo>
                  <a:pt x="334312" y="115543"/>
                  <a:pt x="334508" y="119717"/>
                  <a:pt x="334901" y="121011"/>
                </a:cubicBezTo>
                <a:cubicBezTo>
                  <a:pt x="335424" y="123149"/>
                  <a:pt x="336421" y="124735"/>
                  <a:pt x="337892" y="125771"/>
                </a:cubicBezTo>
                <a:cubicBezTo>
                  <a:pt x="339364" y="126805"/>
                  <a:pt x="341930" y="127452"/>
                  <a:pt x="345592" y="127712"/>
                </a:cubicBezTo>
                <a:lnTo>
                  <a:pt x="345592" y="131243"/>
                </a:lnTo>
                <a:lnTo>
                  <a:pt x="306847" y="138698"/>
                </a:lnTo>
                <a:lnTo>
                  <a:pt x="306847" y="124181"/>
                </a:lnTo>
                <a:cubicBezTo>
                  <a:pt x="302204" y="129804"/>
                  <a:pt x="298068" y="133630"/>
                  <a:pt x="294439" y="135657"/>
                </a:cubicBezTo>
                <a:cubicBezTo>
                  <a:pt x="290810" y="137684"/>
                  <a:pt x="286706" y="138698"/>
                  <a:pt x="282129" y="138698"/>
                </a:cubicBezTo>
                <a:cubicBezTo>
                  <a:pt x="270424" y="138698"/>
                  <a:pt x="261171" y="133461"/>
                  <a:pt x="254370" y="122988"/>
                </a:cubicBezTo>
                <a:cubicBezTo>
                  <a:pt x="248877" y="114479"/>
                  <a:pt x="246130" y="104039"/>
                  <a:pt x="246130" y="91667"/>
                </a:cubicBezTo>
                <a:cubicBezTo>
                  <a:pt x="246130" y="81783"/>
                  <a:pt x="247831" y="72929"/>
                  <a:pt x="251231" y="65106"/>
                </a:cubicBezTo>
                <a:cubicBezTo>
                  <a:pt x="254631" y="57284"/>
                  <a:pt x="259291" y="51376"/>
                  <a:pt x="265209" y="47383"/>
                </a:cubicBezTo>
                <a:cubicBezTo>
                  <a:pt x="271127" y="43390"/>
                  <a:pt x="277486" y="41394"/>
                  <a:pt x="284287" y="41394"/>
                </a:cubicBezTo>
                <a:cubicBezTo>
                  <a:pt x="288668" y="41394"/>
                  <a:pt x="292559" y="42251"/>
                  <a:pt x="295959" y="43965"/>
                </a:cubicBezTo>
                <a:cubicBezTo>
                  <a:pt x="299360" y="45680"/>
                  <a:pt x="302989" y="48681"/>
                  <a:pt x="306847" y="52968"/>
                </a:cubicBezTo>
                <a:lnTo>
                  <a:pt x="306847" y="25307"/>
                </a:lnTo>
                <a:cubicBezTo>
                  <a:pt x="306847" y="18310"/>
                  <a:pt x="306553" y="14092"/>
                  <a:pt x="305965" y="12653"/>
                </a:cubicBezTo>
                <a:cubicBezTo>
                  <a:pt x="305180" y="10757"/>
                  <a:pt x="304003" y="9351"/>
                  <a:pt x="302433" y="8436"/>
                </a:cubicBezTo>
                <a:cubicBezTo>
                  <a:pt x="300864" y="7520"/>
                  <a:pt x="297921" y="7062"/>
                  <a:pt x="293605" y="7062"/>
                </a:cubicBezTo>
                <a:lnTo>
                  <a:pt x="293605" y="2943"/>
                </a:lnTo>
                <a:lnTo>
                  <a:pt x="334312" y="2943"/>
                </a:lnTo>
                <a:moveTo>
                  <a:pt x="306847" y="64935"/>
                </a:moveTo>
                <a:cubicBezTo>
                  <a:pt x="302008" y="55780"/>
                  <a:pt x="296090" y="51202"/>
                  <a:pt x="289093" y="51202"/>
                </a:cubicBezTo>
                <a:cubicBezTo>
                  <a:pt x="286674" y="51202"/>
                  <a:pt x="284679" y="51856"/>
                  <a:pt x="283110" y="53164"/>
                </a:cubicBezTo>
                <a:cubicBezTo>
                  <a:pt x="280690" y="55191"/>
                  <a:pt x="278712" y="58755"/>
                  <a:pt x="277175" y="63856"/>
                </a:cubicBezTo>
                <a:cubicBezTo>
                  <a:pt x="275639" y="68956"/>
                  <a:pt x="274870" y="76771"/>
                  <a:pt x="274870" y="87299"/>
                </a:cubicBezTo>
                <a:cubicBezTo>
                  <a:pt x="274870" y="98874"/>
                  <a:pt x="275720" y="107440"/>
                  <a:pt x="277421" y="112998"/>
                </a:cubicBezTo>
                <a:cubicBezTo>
                  <a:pt x="279121" y="118557"/>
                  <a:pt x="281442" y="122578"/>
                  <a:pt x="284385" y="125063"/>
                </a:cubicBezTo>
                <a:cubicBezTo>
                  <a:pt x="285889" y="126306"/>
                  <a:pt x="287949" y="126927"/>
                  <a:pt x="290565" y="126927"/>
                </a:cubicBezTo>
                <a:cubicBezTo>
                  <a:pt x="296319" y="126927"/>
                  <a:pt x="301747" y="122401"/>
                  <a:pt x="306847" y="113348"/>
                </a:cubicBezTo>
                <a:lnTo>
                  <a:pt x="306847" y="64935"/>
                </a:lnTo>
                <a:close/>
                <a:moveTo>
                  <a:pt x="378731" y="0"/>
                </a:moveTo>
                <a:cubicBezTo>
                  <a:pt x="382982" y="0"/>
                  <a:pt x="386578" y="1493"/>
                  <a:pt x="389521" y="4478"/>
                </a:cubicBezTo>
                <a:cubicBezTo>
                  <a:pt x="392464" y="7462"/>
                  <a:pt x="393935" y="11053"/>
                  <a:pt x="393935" y="15253"/>
                </a:cubicBezTo>
                <a:cubicBezTo>
                  <a:pt x="393935" y="19452"/>
                  <a:pt x="392447" y="23028"/>
                  <a:pt x="389472" y="25981"/>
                </a:cubicBezTo>
                <a:cubicBezTo>
                  <a:pt x="386497" y="28932"/>
                  <a:pt x="382916" y="30408"/>
                  <a:pt x="378731" y="30408"/>
                </a:cubicBezTo>
                <a:cubicBezTo>
                  <a:pt x="374546" y="30408"/>
                  <a:pt x="370982" y="28932"/>
                  <a:pt x="368040" y="25981"/>
                </a:cubicBezTo>
                <a:cubicBezTo>
                  <a:pt x="365097" y="23028"/>
                  <a:pt x="363626" y="19452"/>
                  <a:pt x="363626" y="15253"/>
                </a:cubicBezTo>
                <a:cubicBezTo>
                  <a:pt x="363626" y="11053"/>
                  <a:pt x="365097" y="7462"/>
                  <a:pt x="368040" y="4478"/>
                </a:cubicBezTo>
                <a:cubicBezTo>
                  <a:pt x="370982" y="1493"/>
                  <a:pt x="374546" y="0"/>
                  <a:pt x="378731" y="0"/>
                </a:cubicBezTo>
                <a:moveTo>
                  <a:pt x="392464" y="44140"/>
                </a:moveTo>
                <a:lnTo>
                  <a:pt x="392464" y="116922"/>
                </a:lnTo>
                <a:cubicBezTo>
                  <a:pt x="392464" y="123396"/>
                  <a:pt x="393216" y="127532"/>
                  <a:pt x="394720" y="129330"/>
                </a:cubicBezTo>
                <a:cubicBezTo>
                  <a:pt x="396224" y="131128"/>
                  <a:pt x="399167" y="132158"/>
                  <a:pt x="403548" y="132420"/>
                </a:cubicBezTo>
                <a:lnTo>
                  <a:pt x="403548" y="135951"/>
                </a:lnTo>
                <a:lnTo>
                  <a:pt x="354013" y="135951"/>
                </a:lnTo>
                <a:lnTo>
                  <a:pt x="354013" y="132420"/>
                </a:lnTo>
                <a:cubicBezTo>
                  <a:pt x="358067" y="132289"/>
                  <a:pt x="361075" y="131112"/>
                  <a:pt x="363037" y="128889"/>
                </a:cubicBezTo>
                <a:cubicBezTo>
                  <a:pt x="364345" y="127385"/>
                  <a:pt x="364999" y="123396"/>
                  <a:pt x="364999" y="116922"/>
                </a:cubicBezTo>
                <a:lnTo>
                  <a:pt x="364999" y="63365"/>
                </a:lnTo>
                <a:cubicBezTo>
                  <a:pt x="364999" y="56810"/>
                  <a:pt x="364247" y="52622"/>
                  <a:pt x="362743" y="50801"/>
                </a:cubicBezTo>
                <a:cubicBezTo>
                  <a:pt x="361239" y="48980"/>
                  <a:pt x="358329" y="47937"/>
                  <a:pt x="354013" y="47671"/>
                </a:cubicBezTo>
                <a:lnTo>
                  <a:pt x="354013" y="44140"/>
                </a:lnTo>
                <a:lnTo>
                  <a:pt x="392464" y="44140"/>
                </a:lnTo>
                <a:close/>
                <a:moveTo>
                  <a:pt x="449797" y="44140"/>
                </a:moveTo>
                <a:lnTo>
                  <a:pt x="449797" y="56107"/>
                </a:lnTo>
                <a:cubicBezTo>
                  <a:pt x="454505" y="50971"/>
                  <a:pt x="459017" y="47236"/>
                  <a:pt x="463333" y="44900"/>
                </a:cubicBezTo>
                <a:cubicBezTo>
                  <a:pt x="467649" y="42562"/>
                  <a:pt x="472292" y="41394"/>
                  <a:pt x="477262" y="41394"/>
                </a:cubicBezTo>
                <a:cubicBezTo>
                  <a:pt x="483212" y="41394"/>
                  <a:pt x="488150" y="43047"/>
                  <a:pt x="492073" y="46353"/>
                </a:cubicBezTo>
                <a:cubicBezTo>
                  <a:pt x="495997" y="49660"/>
                  <a:pt x="498612" y="53768"/>
                  <a:pt x="499920" y="58679"/>
                </a:cubicBezTo>
                <a:cubicBezTo>
                  <a:pt x="500967" y="62412"/>
                  <a:pt x="501490" y="69583"/>
                  <a:pt x="501490" y="80191"/>
                </a:cubicBezTo>
                <a:lnTo>
                  <a:pt x="501490" y="115941"/>
                </a:lnTo>
                <a:cubicBezTo>
                  <a:pt x="501490" y="123003"/>
                  <a:pt x="502127" y="127401"/>
                  <a:pt x="503402" y="129134"/>
                </a:cubicBezTo>
                <a:cubicBezTo>
                  <a:pt x="504678" y="130867"/>
                  <a:pt x="507342" y="131962"/>
                  <a:pt x="511397" y="132420"/>
                </a:cubicBezTo>
                <a:lnTo>
                  <a:pt x="511397" y="135951"/>
                </a:lnTo>
                <a:lnTo>
                  <a:pt x="465001" y="135951"/>
                </a:lnTo>
                <a:lnTo>
                  <a:pt x="465001" y="132420"/>
                </a:lnTo>
                <a:cubicBezTo>
                  <a:pt x="468466" y="131962"/>
                  <a:pt x="470951" y="130524"/>
                  <a:pt x="472455" y="128104"/>
                </a:cubicBezTo>
                <a:cubicBezTo>
                  <a:pt x="473502" y="126469"/>
                  <a:pt x="474025" y="122415"/>
                  <a:pt x="474025" y="115941"/>
                </a:cubicBezTo>
                <a:lnTo>
                  <a:pt x="474025" y="75136"/>
                </a:lnTo>
                <a:cubicBezTo>
                  <a:pt x="474025" y="67616"/>
                  <a:pt x="473731" y="62875"/>
                  <a:pt x="473142" y="60913"/>
                </a:cubicBezTo>
                <a:cubicBezTo>
                  <a:pt x="472553" y="58951"/>
                  <a:pt x="471556" y="57431"/>
                  <a:pt x="470150" y="56352"/>
                </a:cubicBezTo>
                <a:cubicBezTo>
                  <a:pt x="468744" y="55273"/>
                  <a:pt x="467191" y="54734"/>
                  <a:pt x="465491" y="54734"/>
                </a:cubicBezTo>
                <a:cubicBezTo>
                  <a:pt x="459867" y="54734"/>
                  <a:pt x="454636" y="58788"/>
                  <a:pt x="449797" y="66897"/>
                </a:cubicBezTo>
                <a:lnTo>
                  <a:pt x="449797" y="115941"/>
                </a:lnTo>
                <a:cubicBezTo>
                  <a:pt x="449797" y="122807"/>
                  <a:pt x="450434" y="127156"/>
                  <a:pt x="451710" y="128987"/>
                </a:cubicBezTo>
                <a:cubicBezTo>
                  <a:pt x="452985" y="130818"/>
                  <a:pt x="455355" y="131962"/>
                  <a:pt x="458821" y="132420"/>
                </a:cubicBezTo>
                <a:lnTo>
                  <a:pt x="458821" y="135951"/>
                </a:lnTo>
                <a:lnTo>
                  <a:pt x="412425" y="135951"/>
                </a:lnTo>
                <a:lnTo>
                  <a:pt x="412425" y="132420"/>
                </a:lnTo>
                <a:cubicBezTo>
                  <a:pt x="416283" y="132028"/>
                  <a:pt x="419030" y="130785"/>
                  <a:pt x="420664" y="128693"/>
                </a:cubicBezTo>
                <a:cubicBezTo>
                  <a:pt x="421776" y="127254"/>
                  <a:pt x="422332" y="123003"/>
                  <a:pt x="422332" y="115941"/>
                </a:cubicBezTo>
                <a:lnTo>
                  <a:pt x="422332" y="64150"/>
                </a:lnTo>
                <a:cubicBezTo>
                  <a:pt x="422332" y="57135"/>
                  <a:pt x="421694" y="52767"/>
                  <a:pt x="420419" y="51046"/>
                </a:cubicBezTo>
                <a:cubicBezTo>
                  <a:pt x="419144" y="49325"/>
                  <a:pt x="416479" y="48200"/>
                  <a:pt x="412425" y="47671"/>
                </a:cubicBezTo>
                <a:lnTo>
                  <a:pt x="412425" y="44140"/>
                </a:lnTo>
                <a:lnTo>
                  <a:pt x="449797" y="44140"/>
                </a:lnTo>
                <a:close/>
                <a:moveTo>
                  <a:pt x="582692" y="45317"/>
                </a:moveTo>
                <a:lnTo>
                  <a:pt x="613590" y="45317"/>
                </a:lnTo>
                <a:lnTo>
                  <a:pt x="613590" y="56107"/>
                </a:lnTo>
                <a:lnTo>
                  <a:pt x="596032" y="56107"/>
                </a:lnTo>
                <a:cubicBezTo>
                  <a:pt x="599236" y="59311"/>
                  <a:pt x="601460" y="62221"/>
                  <a:pt x="602702" y="64837"/>
                </a:cubicBezTo>
                <a:cubicBezTo>
                  <a:pt x="604272" y="68368"/>
                  <a:pt x="605056" y="72063"/>
                  <a:pt x="605056" y="75921"/>
                </a:cubicBezTo>
                <a:cubicBezTo>
                  <a:pt x="605056" y="82460"/>
                  <a:pt x="603242" y="88133"/>
                  <a:pt x="599612" y="92939"/>
                </a:cubicBezTo>
                <a:cubicBezTo>
                  <a:pt x="595983" y="97746"/>
                  <a:pt x="591046" y="101506"/>
                  <a:pt x="584801" y="104219"/>
                </a:cubicBezTo>
                <a:cubicBezTo>
                  <a:pt x="578556" y="106933"/>
                  <a:pt x="573014" y="108290"/>
                  <a:pt x="568175" y="108290"/>
                </a:cubicBezTo>
                <a:cubicBezTo>
                  <a:pt x="567783" y="108290"/>
                  <a:pt x="563859" y="108127"/>
                  <a:pt x="556404" y="107800"/>
                </a:cubicBezTo>
                <a:cubicBezTo>
                  <a:pt x="553462" y="107800"/>
                  <a:pt x="550993" y="108759"/>
                  <a:pt x="548999" y="110678"/>
                </a:cubicBezTo>
                <a:cubicBezTo>
                  <a:pt x="547004" y="112597"/>
                  <a:pt x="546007" y="114889"/>
                  <a:pt x="546007" y="117553"/>
                </a:cubicBezTo>
                <a:cubicBezTo>
                  <a:pt x="546007" y="119895"/>
                  <a:pt x="546906" y="121814"/>
                  <a:pt x="548704" y="123310"/>
                </a:cubicBezTo>
                <a:cubicBezTo>
                  <a:pt x="550503" y="124806"/>
                  <a:pt x="553429" y="125554"/>
                  <a:pt x="557483" y="125554"/>
                </a:cubicBezTo>
                <a:lnTo>
                  <a:pt x="574453" y="125358"/>
                </a:lnTo>
                <a:cubicBezTo>
                  <a:pt x="588185" y="125358"/>
                  <a:pt x="597634" y="126865"/>
                  <a:pt x="602800" y="129879"/>
                </a:cubicBezTo>
                <a:cubicBezTo>
                  <a:pt x="610190" y="134070"/>
                  <a:pt x="613884" y="140523"/>
                  <a:pt x="613884" y="149236"/>
                </a:cubicBezTo>
                <a:cubicBezTo>
                  <a:pt x="613884" y="154805"/>
                  <a:pt x="612184" y="159865"/>
                  <a:pt x="608784" y="164418"/>
                </a:cubicBezTo>
                <a:cubicBezTo>
                  <a:pt x="605383" y="168971"/>
                  <a:pt x="600904" y="172329"/>
                  <a:pt x="595346" y="174491"/>
                </a:cubicBezTo>
                <a:cubicBezTo>
                  <a:pt x="586910" y="177701"/>
                  <a:pt x="577199" y="179306"/>
                  <a:pt x="566213" y="179306"/>
                </a:cubicBezTo>
                <a:cubicBezTo>
                  <a:pt x="557974" y="179306"/>
                  <a:pt x="550454" y="178505"/>
                  <a:pt x="543653" y="176903"/>
                </a:cubicBezTo>
                <a:cubicBezTo>
                  <a:pt x="536852" y="175301"/>
                  <a:pt x="531980" y="173077"/>
                  <a:pt x="529038" y="170230"/>
                </a:cubicBezTo>
                <a:cubicBezTo>
                  <a:pt x="526095" y="167386"/>
                  <a:pt x="524624" y="164393"/>
                  <a:pt x="524624" y="161252"/>
                </a:cubicBezTo>
                <a:cubicBezTo>
                  <a:pt x="524624" y="158244"/>
                  <a:pt x="525752" y="155545"/>
                  <a:pt x="528008" y="153157"/>
                </a:cubicBezTo>
                <a:cubicBezTo>
                  <a:pt x="530264" y="150770"/>
                  <a:pt x="534465" y="148759"/>
                  <a:pt x="540612" y="147124"/>
                </a:cubicBezTo>
                <a:cubicBezTo>
                  <a:pt x="532111" y="142939"/>
                  <a:pt x="527860" y="137120"/>
                  <a:pt x="527860" y="129667"/>
                </a:cubicBezTo>
                <a:cubicBezTo>
                  <a:pt x="527860" y="125155"/>
                  <a:pt x="529593" y="120775"/>
                  <a:pt x="533059" y="116527"/>
                </a:cubicBezTo>
                <a:cubicBezTo>
                  <a:pt x="536525" y="112276"/>
                  <a:pt x="542018" y="108581"/>
                  <a:pt x="549538" y="105442"/>
                </a:cubicBezTo>
                <a:cubicBezTo>
                  <a:pt x="540776" y="102234"/>
                  <a:pt x="534432" y="98010"/>
                  <a:pt x="530509" y="92771"/>
                </a:cubicBezTo>
                <a:cubicBezTo>
                  <a:pt x="526585" y="87531"/>
                  <a:pt x="524624" y="81473"/>
                  <a:pt x="524624" y="74597"/>
                </a:cubicBezTo>
                <a:cubicBezTo>
                  <a:pt x="524624" y="65626"/>
                  <a:pt x="528286" y="57849"/>
                  <a:pt x="535610" y="51267"/>
                </a:cubicBezTo>
                <a:cubicBezTo>
                  <a:pt x="542933" y="44685"/>
                  <a:pt x="552350" y="41394"/>
                  <a:pt x="563859" y="41394"/>
                </a:cubicBezTo>
                <a:cubicBezTo>
                  <a:pt x="569941" y="41394"/>
                  <a:pt x="576218" y="42701"/>
                  <a:pt x="582692" y="45317"/>
                </a:cubicBezTo>
                <a:moveTo>
                  <a:pt x="565723" y="47671"/>
                </a:moveTo>
                <a:cubicBezTo>
                  <a:pt x="561930" y="47671"/>
                  <a:pt x="558726" y="49581"/>
                  <a:pt x="556110" y="53400"/>
                </a:cubicBezTo>
                <a:cubicBezTo>
                  <a:pt x="553494" y="57217"/>
                  <a:pt x="552187" y="65132"/>
                  <a:pt x="552187" y="77144"/>
                </a:cubicBezTo>
                <a:cubicBezTo>
                  <a:pt x="552187" y="86869"/>
                  <a:pt x="553478" y="93543"/>
                  <a:pt x="556061" y="97166"/>
                </a:cubicBezTo>
                <a:cubicBezTo>
                  <a:pt x="558644" y="100789"/>
                  <a:pt x="561701" y="102601"/>
                  <a:pt x="565232" y="102601"/>
                </a:cubicBezTo>
                <a:cubicBezTo>
                  <a:pt x="569156" y="102601"/>
                  <a:pt x="572426" y="100806"/>
                  <a:pt x="575041" y="97215"/>
                </a:cubicBezTo>
                <a:cubicBezTo>
                  <a:pt x="577657" y="93625"/>
                  <a:pt x="578965" y="86640"/>
                  <a:pt x="578965" y="76261"/>
                </a:cubicBezTo>
                <a:cubicBezTo>
                  <a:pt x="578965" y="64578"/>
                  <a:pt x="577493" y="56615"/>
                  <a:pt x="574551" y="52370"/>
                </a:cubicBezTo>
                <a:cubicBezTo>
                  <a:pt x="572458" y="49238"/>
                  <a:pt x="569516" y="47671"/>
                  <a:pt x="565723" y="47671"/>
                </a:cubicBezTo>
                <a:moveTo>
                  <a:pt x="559936" y="149487"/>
                </a:moveTo>
                <a:cubicBezTo>
                  <a:pt x="553266" y="149487"/>
                  <a:pt x="548852" y="150041"/>
                  <a:pt x="546694" y="151149"/>
                </a:cubicBezTo>
                <a:cubicBezTo>
                  <a:pt x="542966" y="153166"/>
                  <a:pt x="541102" y="155900"/>
                  <a:pt x="541102" y="159352"/>
                </a:cubicBezTo>
                <a:cubicBezTo>
                  <a:pt x="541102" y="162672"/>
                  <a:pt x="543032" y="165683"/>
                  <a:pt x="546890" y="168385"/>
                </a:cubicBezTo>
                <a:cubicBezTo>
                  <a:pt x="550748" y="171088"/>
                  <a:pt x="558006" y="172440"/>
                  <a:pt x="568665" y="172440"/>
                </a:cubicBezTo>
                <a:cubicBezTo>
                  <a:pt x="577755" y="172440"/>
                  <a:pt x="584899" y="171236"/>
                  <a:pt x="590098" y="168826"/>
                </a:cubicBezTo>
                <a:cubicBezTo>
                  <a:pt x="595297" y="166417"/>
                  <a:pt x="597896" y="163031"/>
                  <a:pt x="597896" y="158668"/>
                </a:cubicBezTo>
                <a:cubicBezTo>
                  <a:pt x="597896" y="157041"/>
                  <a:pt x="597405" y="155674"/>
                  <a:pt x="596425" y="154567"/>
                </a:cubicBezTo>
                <a:cubicBezTo>
                  <a:pt x="594659" y="152613"/>
                  <a:pt x="591994" y="151278"/>
                  <a:pt x="588430" y="150560"/>
                </a:cubicBezTo>
                <a:cubicBezTo>
                  <a:pt x="584866" y="149845"/>
                  <a:pt x="575368" y="149487"/>
                  <a:pt x="559936" y="149487"/>
                </a:cubicBezTo>
                <a:close/>
                <a:moveTo>
                  <a:pt x="740499" y="97893"/>
                </a:moveTo>
                <a:lnTo>
                  <a:pt x="693514" y="97893"/>
                </a:lnTo>
                <a:lnTo>
                  <a:pt x="687923" y="110905"/>
                </a:lnTo>
                <a:cubicBezTo>
                  <a:pt x="686092" y="115268"/>
                  <a:pt x="685177" y="118870"/>
                  <a:pt x="685177" y="121713"/>
                </a:cubicBezTo>
                <a:cubicBezTo>
                  <a:pt x="685177" y="125479"/>
                  <a:pt x="686681" y="128255"/>
                  <a:pt x="689689" y="130041"/>
                </a:cubicBezTo>
                <a:cubicBezTo>
                  <a:pt x="691454" y="131098"/>
                  <a:pt x="695803" y="131891"/>
                  <a:pt x="702735" y="132420"/>
                </a:cubicBezTo>
                <a:lnTo>
                  <a:pt x="702735" y="135951"/>
                </a:lnTo>
                <a:lnTo>
                  <a:pt x="658496" y="135951"/>
                </a:lnTo>
                <a:lnTo>
                  <a:pt x="658496" y="132420"/>
                </a:lnTo>
                <a:cubicBezTo>
                  <a:pt x="663270" y="131695"/>
                  <a:pt x="667194" y="129698"/>
                  <a:pt x="670267" y="126430"/>
                </a:cubicBezTo>
                <a:cubicBezTo>
                  <a:pt x="673341" y="123161"/>
                  <a:pt x="677133" y="116409"/>
                  <a:pt x="681645" y="106175"/>
                </a:cubicBezTo>
                <a:lnTo>
                  <a:pt x="729219" y="0"/>
                </a:lnTo>
                <a:lnTo>
                  <a:pt x="731082" y="0"/>
                </a:lnTo>
                <a:lnTo>
                  <a:pt x="779048" y="109133"/>
                </a:lnTo>
                <a:cubicBezTo>
                  <a:pt x="783625" y="119571"/>
                  <a:pt x="787385" y="126144"/>
                  <a:pt x="790328" y="128852"/>
                </a:cubicBezTo>
                <a:cubicBezTo>
                  <a:pt x="792551" y="130900"/>
                  <a:pt x="795690" y="132089"/>
                  <a:pt x="799744" y="132420"/>
                </a:cubicBezTo>
                <a:lnTo>
                  <a:pt x="799744" y="135951"/>
                </a:lnTo>
                <a:lnTo>
                  <a:pt x="735398" y="135951"/>
                </a:lnTo>
                <a:lnTo>
                  <a:pt x="735398" y="132420"/>
                </a:lnTo>
                <a:lnTo>
                  <a:pt x="738047" y="132420"/>
                </a:lnTo>
                <a:cubicBezTo>
                  <a:pt x="743213" y="132420"/>
                  <a:pt x="746842" y="131688"/>
                  <a:pt x="748934" y="130225"/>
                </a:cubicBezTo>
                <a:cubicBezTo>
                  <a:pt x="750373" y="129163"/>
                  <a:pt x="751092" y="127633"/>
                  <a:pt x="751092" y="125637"/>
                </a:cubicBezTo>
                <a:cubicBezTo>
                  <a:pt x="751092" y="124441"/>
                  <a:pt x="750896" y="123211"/>
                  <a:pt x="750504" y="121946"/>
                </a:cubicBezTo>
                <a:cubicBezTo>
                  <a:pt x="750373" y="121349"/>
                  <a:pt x="749392" y="118856"/>
                  <a:pt x="747561" y="114467"/>
                </a:cubicBezTo>
                <a:lnTo>
                  <a:pt x="740499" y="97893"/>
                </a:lnTo>
                <a:moveTo>
                  <a:pt x="737164" y="90634"/>
                </a:moveTo>
                <a:lnTo>
                  <a:pt x="717350" y="44771"/>
                </a:lnTo>
                <a:lnTo>
                  <a:pt x="696947" y="90634"/>
                </a:lnTo>
                <a:lnTo>
                  <a:pt x="737164" y="90634"/>
                </a:lnTo>
                <a:close/>
                <a:moveTo>
                  <a:pt x="867328" y="41786"/>
                </a:moveTo>
                <a:lnTo>
                  <a:pt x="868800" y="73174"/>
                </a:lnTo>
                <a:lnTo>
                  <a:pt x="865465" y="73174"/>
                </a:lnTo>
                <a:cubicBezTo>
                  <a:pt x="861476" y="63813"/>
                  <a:pt x="857339" y="57419"/>
                  <a:pt x="853056" y="53992"/>
                </a:cubicBezTo>
                <a:cubicBezTo>
                  <a:pt x="848773" y="50563"/>
                  <a:pt x="844506" y="48848"/>
                  <a:pt x="840256" y="48848"/>
                </a:cubicBezTo>
                <a:cubicBezTo>
                  <a:pt x="837575" y="48848"/>
                  <a:pt x="835286" y="49747"/>
                  <a:pt x="833389" y="51546"/>
                </a:cubicBezTo>
                <a:cubicBezTo>
                  <a:pt x="831493" y="53344"/>
                  <a:pt x="830545" y="55420"/>
                  <a:pt x="830545" y="57774"/>
                </a:cubicBezTo>
                <a:cubicBezTo>
                  <a:pt x="830545" y="59540"/>
                  <a:pt x="831199" y="61240"/>
                  <a:pt x="832507" y="62875"/>
                </a:cubicBezTo>
                <a:cubicBezTo>
                  <a:pt x="834599" y="65556"/>
                  <a:pt x="840452" y="70150"/>
                  <a:pt x="850065" y="76656"/>
                </a:cubicBezTo>
                <a:cubicBezTo>
                  <a:pt x="859677" y="83163"/>
                  <a:pt x="866004" y="88689"/>
                  <a:pt x="869045" y="93233"/>
                </a:cubicBezTo>
                <a:cubicBezTo>
                  <a:pt x="872086" y="97778"/>
                  <a:pt x="873606" y="102863"/>
                  <a:pt x="873606" y="108486"/>
                </a:cubicBezTo>
                <a:cubicBezTo>
                  <a:pt x="873606" y="113587"/>
                  <a:pt x="872331" y="118589"/>
                  <a:pt x="869780" y="123494"/>
                </a:cubicBezTo>
                <a:cubicBezTo>
                  <a:pt x="867230" y="128398"/>
                  <a:pt x="863634" y="132158"/>
                  <a:pt x="858991" y="134774"/>
                </a:cubicBezTo>
                <a:cubicBezTo>
                  <a:pt x="854348" y="137390"/>
                  <a:pt x="849214" y="138698"/>
                  <a:pt x="843591" y="138698"/>
                </a:cubicBezTo>
                <a:cubicBezTo>
                  <a:pt x="839209" y="138698"/>
                  <a:pt x="833357" y="137299"/>
                  <a:pt x="826033" y="134501"/>
                </a:cubicBezTo>
                <a:cubicBezTo>
                  <a:pt x="824071" y="133768"/>
                  <a:pt x="822730" y="133401"/>
                  <a:pt x="822011" y="133401"/>
                </a:cubicBezTo>
                <a:cubicBezTo>
                  <a:pt x="819853" y="133401"/>
                  <a:pt x="818055" y="135036"/>
                  <a:pt x="816616" y="138305"/>
                </a:cubicBezTo>
                <a:lnTo>
                  <a:pt x="813379" y="138305"/>
                </a:lnTo>
                <a:lnTo>
                  <a:pt x="811810" y="105347"/>
                </a:lnTo>
                <a:lnTo>
                  <a:pt x="815145" y="105347"/>
                </a:lnTo>
                <a:cubicBezTo>
                  <a:pt x="818088" y="113979"/>
                  <a:pt x="822126" y="120453"/>
                  <a:pt x="827259" y="124769"/>
                </a:cubicBezTo>
                <a:cubicBezTo>
                  <a:pt x="832392" y="129085"/>
                  <a:pt x="837248" y="131243"/>
                  <a:pt x="841825" y="131243"/>
                </a:cubicBezTo>
                <a:cubicBezTo>
                  <a:pt x="844964" y="131243"/>
                  <a:pt x="847531" y="130278"/>
                  <a:pt x="849525" y="128349"/>
                </a:cubicBezTo>
                <a:cubicBezTo>
                  <a:pt x="851520" y="126420"/>
                  <a:pt x="852517" y="124082"/>
                  <a:pt x="852517" y="121336"/>
                </a:cubicBezTo>
                <a:cubicBezTo>
                  <a:pt x="852517" y="118197"/>
                  <a:pt x="851536" y="115483"/>
                  <a:pt x="849574" y="113195"/>
                </a:cubicBezTo>
                <a:cubicBezTo>
                  <a:pt x="847612" y="110906"/>
                  <a:pt x="843231" y="107440"/>
                  <a:pt x="836430" y="102797"/>
                </a:cubicBezTo>
                <a:cubicBezTo>
                  <a:pt x="826425" y="95866"/>
                  <a:pt x="819951" y="90569"/>
                  <a:pt x="817009" y="86907"/>
                </a:cubicBezTo>
                <a:cubicBezTo>
                  <a:pt x="812693" y="81545"/>
                  <a:pt x="810535" y="75627"/>
                  <a:pt x="810535" y="69153"/>
                </a:cubicBezTo>
                <a:cubicBezTo>
                  <a:pt x="810535" y="62090"/>
                  <a:pt x="812971" y="55698"/>
                  <a:pt x="817842" y="49976"/>
                </a:cubicBezTo>
                <a:cubicBezTo>
                  <a:pt x="822714" y="44254"/>
                  <a:pt x="829760" y="41394"/>
                  <a:pt x="838981" y="41394"/>
                </a:cubicBezTo>
                <a:cubicBezTo>
                  <a:pt x="843950" y="41394"/>
                  <a:pt x="848757" y="42650"/>
                  <a:pt x="853400" y="45164"/>
                </a:cubicBezTo>
                <a:cubicBezTo>
                  <a:pt x="855165" y="46181"/>
                  <a:pt x="856604" y="46690"/>
                  <a:pt x="857715" y="46690"/>
                </a:cubicBezTo>
                <a:cubicBezTo>
                  <a:pt x="858893" y="46690"/>
                  <a:pt x="859841" y="46445"/>
                  <a:pt x="860560" y="45955"/>
                </a:cubicBezTo>
                <a:cubicBezTo>
                  <a:pt x="861279" y="45464"/>
                  <a:pt x="862424" y="44075"/>
                  <a:pt x="863993" y="41786"/>
                </a:cubicBezTo>
                <a:lnTo>
                  <a:pt x="867328" y="41786"/>
                </a:lnTo>
                <a:close/>
                <a:moveTo>
                  <a:pt x="946497" y="41786"/>
                </a:moveTo>
                <a:lnTo>
                  <a:pt x="947969" y="73174"/>
                </a:lnTo>
                <a:lnTo>
                  <a:pt x="944634" y="73174"/>
                </a:lnTo>
                <a:cubicBezTo>
                  <a:pt x="940645" y="63813"/>
                  <a:pt x="936509" y="57419"/>
                  <a:pt x="932225" y="53992"/>
                </a:cubicBezTo>
                <a:cubicBezTo>
                  <a:pt x="927942" y="50563"/>
                  <a:pt x="923675" y="48848"/>
                  <a:pt x="919425" y="48848"/>
                </a:cubicBezTo>
                <a:cubicBezTo>
                  <a:pt x="916744" y="48848"/>
                  <a:pt x="914455" y="49747"/>
                  <a:pt x="912558" y="51546"/>
                </a:cubicBezTo>
                <a:cubicBezTo>
                  <a:pt x="910662" y="53344"/>
                  <a:pt x="909714" y="55420"/>
                  <a:pt x="909714" y="57774"/>
                </a:cubicBezTo>
                <a:cubicBezTo>
                  <a:pt x="909714" y="59540"/>
                  <a:pt x="910368" y="61240"/>
                  <a:pt x="911676" y="62875"/>
                </a:cubicBezTo>
                <a:cubicBezTo>
                  <a:pt x="913768" y="65556"/>
                  <a:pt x="919621" y="70150"/>
                  <a:pt x="929234" y="76656"/>
                </a:cubicBezTo>
                <a:cubicBezTo>
                  <a:pt x="938846" y="83163"/>
                  <a:pt x="945173" y="88689"/>
                  <a:pt x="948214" y="93233"/>
                </a:cubicBezTo>
                <a:cubicBezTo>
                  <a:pt x="951255" y="97778"/>
                  <a:pt x="952775" y="102863"/>
                  <a:pt x="952775" y="108486"/>
                </a:cubicBezTo>
                <a:cubicBezTo>
                  <a:pt x="952775" y="113587"/>
                  <a:pt x="951500" y="118589"/>
                  <a:pt x="948949" y="123494"/>
                </a:cubicBezTo>
                <a:cubicBezTo>
                  <a:pt x="946399" y="128398"/>
                  <a:pt x="942803" y="132158"/>
                  <a:pt x="938160" y="134774"/>
                </a:cubicBezTo>
                <a:cubicBezTo>
                  <a:pt x="933517" y="137390"/>
                  <a:pt x="928383" y="138698"/>
                  <a:pt x="922760" y="138698"/>
                </a:cubicBezTo>
                <a:cubicBezTo>
                  <a:pt x="918378" y="138698"/>
                  <a:pt x="912526" y="137299"/>
                  <a:pt x="905202" y="134501"/>
                </a:cubicBezTo>
                <a:cubicBezTo>
                  <a:pt x="903240" y="133768"/>
                  <a:pt x="901899" y="133401"/>
                  <a:pt x="901180" y="133401"/>
                </a:cubicBezTo>
                <a:cubicBezTo>
                  <a:pt x="899022" y="133401"/>
                  <a:pt x="897224" y="135036"/>
                  <a:pt x="895785" y="138305"/>
                </a:cubicBezTo>
                <a:lnTo>
                  <a:pt x="892548" y="138305"/>
                </a:lnTo>
                <a:lnTo>
                  <a:pt x="890979" y="105347"/>
                </a:lnTo>
                <a:lnTo>
                  <a:pt x="894314" y="105347"/>
                </a:lnTo>
                <a:cubicBezTo>
                  <a:pt x="897257" y="113979"/>
                  <a:pt x="901295" y="120453"/>
                  <a:pt x="906428" y="124769"/>
                </a:cubicBezTo>
                <a:cubicBezTo>
                  <a:pt x="911561" y="129085"/>
                  <a:pt x="916417" y="131243"/>
                  <a:pt x="920994" y="131243"/>
                </a:cubicBezTo>
                <a:cubicBezTo>
                  <a:pt x="924133" y="131243"/>
                  <a:pt x="926700" y="130278"/>
                  <a:pt x="928694" y="128349"/>
                </a:cubicBezTo>
                <a:cubicBezTo>
                  <a:pt x="930689" y="126420"/>
                  <a:pt x="931686" y="124082"/>
                  <a:pt x="931686" y="121336"/>
                </a:cubicBezTo>
                <a:cubicBezTo>
                  <a:pt x="931686" y="118197"/>
                  <a:pt x="930705" y="115483"/>
                  <a:pt x="928743" y="113195"/>
                </a:cubicBezTo>
                <a:cubicBezTo>
                  <a:pt x="926781" y="110906"/>
                  <a:pt x="922400" y="107440"/>
                  <a:pt x="915599" y="102797"/>
                </a:cubicBezTo>
                <a:cubicBezTo>
                  <a:pt x="905594" y="95866"/>
                  <a:pt x="899120" y="90569"/>
                  <a:pt x="896178" y="86907"/>
                </a:cubicBezTo>
                <a:cubicBezTo>
                  <a:pt x="891862" y="81545"/>
                  <a:pt x="889704" y="75627"/>
                  <a:pt x="889704" y="69153"/>
                </a:cubicBezTo>
                <a:cubicBezTo>
                  <a:pt x="889704" y="62090"/>
                  <a:pt x="892140" y="55698"/>
                  <a:pt x="897011" y="49976"/>
                </a:cubicBezTo>
                <a:cubicBezTo>
                  <a:pt x="901883" y="44254"/>
                  <a:pt x="908929" y="41394"/>
                  <a:pt x="918150" y="41394"/>
                </a:cubicBezTo>
                <a:cubicBezTo>
                  <a:pt x="923119" y="41394"/>
                  <a:pt x="927926" y="42650"/>
                  <a:pt x="932569" y="45164"/>
                </a:cubicBezTo>
                <a:cubicBezTo>
                  <a:pt x="934334" y="46181"/>
                  <a:pt x="935773" y="46690"/>
                  <a:pt x="936885" y="46690"/>
                </a:cubicBezTo>
                <a:cubicBezTo>
                  <a:pt x="938062" y="46690"/>
                  <a:pt x="939010" y="46445"/>
                  <a:pt x="939729" y="45955"/>
                </a:cubicBezTo>
                <a:cubicBezTo>
                  <a:pt x="940448" y="45464"/>
                  <a:pt x="941593" y="44075"/>
                  <a:pt x="943162" y="41786"/>
                </a:cubicBezTo>
                <a:lnTo>
                  <a:pt x="946497" y="41786"/>
                </a:lnTo>
                <a:close/>
                <a:moveTo>
                  <a:pt x="989766" y="0"/>
                </a:moveTo>
                <a:cubicBezTo>
                  <a:pt x="994017" y="0"/>
                  <a:pt x="997613" y="1493"/>
                  <a:pt x="1000556" y="4478"/>
                </a:cubicBezTo>
                <a:cubicBezTo>
                  <a:pt x="1003499" y="7462"/>
                  <a:pt x="1004970" y="11053"/>
                  <a:pt x="1004970" y="15253"/>
                </a:cubicBezTo>
                <a:cubicBezTo>
                  <a:pt x="1004970" y="19452"/>
                  <a:pt x="1003482" y="23028"/>
                  <a:pt x="1000507" y="25981"/>
                </a:cubicBezTo>
                <a:cubicBezTo>
                  <a:pt x="997532" y="28932"/>
                  <a:pt x="993951" y="30408"/>
                  <a:pt x="989766" y="30408"/>
                </a:cubicBezTo>
                <a:cubicBezTo>
                  <a:pt x="985581" y="30408"/>
                  <a:pt x="982017" y="28932"/>
                  <a:pt x="979075" y="25981"/>
                </a:cubicBezTo>
                <a:cubicBezTo>
                  <a:pt x="976132" y="23028"/>
                  <a:pt x="974661" y="19452"/>
                  <a:pt x="974661" y="15253"/>
                </a:cubicBezTo>
                <a:cubicBezTo>
                  <a:pt x="974661" y="11053"/>
                  <a:pt x="976132" y="7462"/>
                  <a:pt x="979075" y="4478"/>
                </a:cubicBezTo>
                <a:cubicBezTo>
                  <a:pt x="982017" y="1493"/>
                  <a:pt x="985581" y="0"/>
                  <a:pt x="989766" y="0"/>
                </a:cubicBezTo>
                <a:moveTo>
                  <a:pt x="1003499" y="44140"/>
                </a:moveTo>
                <a:lnTo>
                  <a:pt x="1003499" y="116922"/>
                </a:lnTo>
                <a:cubicBezTo>
                  <a:pt x="1003499" y="123396"/>
                  <a:pt x="1004251" y="127532"/>
                  <a:pt x="1005755" y="129330"/>
                </a:cubicBezTo>
                <a:cubicBezTo>
                  <a:pt x="1007259" y="131128"/>
                  <a:pt x="1010201" y="132158"/>
                  <a:pt x="1014583" y="132420"/>
                </a:cubicBezTo>
                <a:lnTo>
                  <a:pt x="1014583" y="135951"/>
                </a:lnTo>
                <a:lnTo>
                  <a:pt x="965048" y="135951"/>
                </a:lnTo>
                <a:lnTo>
                  <a:pt x="965048" y="132420"/>
                </a:lnTo>
                <a:cubicBezTo>
                  <a:pt x="969102" y="132289"/>
                  <a:pt x="972110" y="131112"/>
                  <a:pt x="974072" y="128889"/>
                </a:cubicBezTo>
                <a:cubicBezTo>
                  <a:pt x="975380" y="127385"/>
                  <a:pt x="976034" y="123396"/>
                  <a:pt x="976034" y="116922"/>
                </a:cubicBezTo>
                <a:lnTo>
                  <a:pt x="976034" y="63365"/>
                </a:lnTo>
                <a:cubicBezTo>
                  <a:pt x="976034" y="56810"/>
                  <a:pt x="975282" y="52622"/>
                  <a:pt x="973778" y="50801"/>
                </a:cubicBezTo>
                <a:cubicBezTo>
                  <a:pt x="972274" y="48980"/>
                  <a:pt x="969364" y="47937"/>
                  <a:pt x="965048" y="47671"/>
                </a:cubicBezTo>
                <a:lnTo>
                  <a:pt x="965048" y="44140"/>
                </a:lnTo>
                <a:lnTo>
                  <a:pt x="1003499" y="44140"/>
                </a:lnTo>
                <a:close/>
                <a:moveTo>
                  <a:pt x="1081332" y="41786"/>
                </a:moveTo>
                <a:lnTo>
                  <a:pt x="1082803" y="73174"/>
                </a:lnTo>
                <a:lnTo>
                  <a:pt x="1079468" y="73174"/>
                </a:lnTo>
                <a:cubicBezTo>
                  <a:pt x="1075479" y="63813"/>
                  <a:pt x="1071343" y="57419"/>
                  <a:pt x="1067060" y="53992"/>
                </a:cubicBezTo>
                <a:cubicBezTo>
                  <a:pt x="1062777" y="50563"/>
                  <a:pt x="1058510" y="48848"/>
                  <a:pt x="1054260" y="48848"/>
                </a:cubicBezTo>
                <a:cubicBezTo>
                  <a:pt x="1051578" y="48848"/>
                  <a:pt x="1049290" y="49747"/>
                  <a:pt x="1047393" y="51546"/>
                </a:cubicBezTo>
                <a:cubicBezTo>
                  <a:pt x="1045497" y="53344"/>
                  <a:pt x="1044549" y="55420"/>
                  <a:pt x="1044549" y="57774"/>
                </a:cubicBezTo>
                <a:cubicBezTo>
                  <a:pt x="1044549" y="59540"/>
                  <a:pt x="1045203" y="61240"/>
                  <a:pt x="1046511" y="62875"/>
                </a:cubicBezTo>
                <a:cubicBezTo>
                  <a:pt x="1048603" y="65556"/>
                  <a:pt x="1054456" y="70150"/>
                  <a:pt x="1064068" y="76656"/>
                </a:cubicBezTo>
                <a:cubicBezTo>
                  <a:pt x="1073681" y="83163"/>
                  <a:pt x="1080008" y="88689"/>
                  <a:pt x="1083049" y="93233"/>
                </a:cubicBezTo>
                <a:cubicBezTo>
                  <a:pt x="1086089" y="97778"/>
                  <a:pt x="1087610" y="102863"/>
                  <a:pt x="1087610" y="108486"/>
                </a:cubicBezTo>
                <a:cubicBezTo>
                  <a:pt x="1087610" y="113587"/>
                  <a:pt x="1086335" y="118589"/>
                  <a:pt x="1083784" y="123494"/>
                </a:cubicBezTo>
                <a:cubicBezTo>
                  <a:pt x="1081234" y="128398"/>
                  <a:pt x="1077637" y="132158"/>
                  <a:pt x="1072995" y="134774"/>
                </a:cubicBezTo>
                <a:cubicBezTo>
                  <a:pt x="1068352" y="137390"/>
                  <a:pt x="1063218" y="138698"/>
                  <a:pt x="1057595" y="138698"/>
                </a:cubicBezTo>
                <a:cubicBezTo>
                  <a:pt x="1053213" y="138698"/>
                  <a:pt x="1047361" y="137299"/>
                  <a:pt x="1040037" y="134501"/>
                </a:cubicBezTo>
                <a:cubicBezTo>
                  <a:pt x="1038075" y="133768"/>
                  <a:pt x="1036734" y="133401"/>
                  <a:pt x="1036015" y="133401"/>
                </a:cubicBezTo>
                <a:cubicBezTo>
                  <a:pt x="1033857" y="133401"/>
                  <a:pt x="1032059" y="135036"/>
                  <a:pt x="1030620" y="138305"/>
                </a:cubicBezTo>
                <a:lnTo>
                  <a:pt x="1027383" y="138305"/>
                </a:lnTo>
                <a:lnTo>
                  <a:pt x="1025814" y="105347"/>
                </a:lnTo>
                <a:lnTo>
                  <a:pt x="1029149" y="105347"/>
                </a:lnTo>
                <a:cubicBezTo>
                  <a:pt x="1032091" y="113979"/>
                  <a:pt x="1036129" y="120453"/>
                  <a:pt x="1041263" y="124769"/>
                </a:cubicBezTo>
                <a:cubicBezTo>
                  <a:pt x="1046396" y="129085"/>
                  <a:pt x="1051251" y="131243"/>
                  <a:pt x="1055829" y="131243"/>
                </a:cubicBezTo>
                <a:cubicBezTo>
                  <a:pt x="1058968" y="131243"/>
                  <a:pt x="1061534" y="130278"/>
                  <a:pt x="1063529" y="128349"/>
                </a:cubicBezTo>
                <a:cubicBezTo>
                  <a:pt x="1065523" y="126420"/>
                  <a:pt x="1066521" y="124082"/>
                  <a:pt x="1066521" y="121336"/>
                </a:cubicBezTo>
                <a:cubicBezTo>
                  <a:pt x="1066521" y="118197"/>
                  <a:pt x="1065540" y="115483"/>
                  <a:pt x="1063578" y="113195"/>
                </a:cubicBezTo>
                <a:cubicBezTo>
                  <a:pt x="1061616" y="110906"/>
                  <a:pt x="1057235" y="107440"/>
                  <a:pt x="1050434" y="102797"/>
                </a:cubicBezTo>
                <a:cubicBezTo>
                  <a:pt x="1040429" y="95866"/>
                  <a:pt x="1033955" y="90569"/>
                  <a:pt x="1031012" y="86907"/>
                </a:cubicBezTo>
                <a:cubicBezTo>
                  <a:pt x="1026697" y="81545"/>
                  <a:pt x="1024539" y="75627"/>
                  <a:pt x="1024539" y="69153"/>
                </a:cubicBezTo>
                <a:cubicBezTo>
                  <a:pt x="1024539" y="62090"/>
                  <a:pt x="1026974" y="55698"/>
                  <a:pt x="1031846" y="49976"/>
                </a:cubicBezTo>
                <a:cubicBezTo>
                  <a:pt x="1036718" y="44254"/>
                  <a:pt x="1043764" y="41394"/>
                  <a:pt x="1052984" y="41394"/>
                </a:cubicBezTo>
                <a:cubicBezTo>
                  <a:pt x="1057954" y="41394"/>
                  <a:pt x="1062761" y="42650"/>
                  <a:pt x="1067403" y="45164"/>
                </a:cubicBezTo>
                <a:cubicBezTo>
                  <a:pt x="1069169" y="46181"/>
                  <a:pt x="1070608" y="46690"/>
                  <a:pt x="1071719" y="46690"/>
                </a:cubicBezTo>
                <a:cubicBezTo>
                  <a:pt x="1072896" y="46690"/>
                  <a:pt x="1073845" y="46445"/>
                  <a:pt x="1074564" y="45955"/>
                </a:cubicBezTo>
                <a:cubicBezTo>
                  <a:pt x="1075283" y="45464"/>
                  <a:pt x="1076428" y="44075"/>
                  <a:pt x="1077997" y="41786"/>
                </a:cubicBezTo>
                <a:lnTo>
                  <a:pt x="1081332" y="41786"/>
                </a:lnTo>
                <a:close/>
                <a:moveTo>
                  <a:pt x="1138922" y="10397"/>
                </a:moveTo>
                <a:lnTo>
                  <a:pt x="1138922" y="44140"/>
                </a:lnTo>
                <a:lnTo>
                  <a:pt x="1160697" y="44140"/>
                </a:lnTo>
                <a:lnTo>
                  <a:pt x="1160697" y="53753"/>
                </a:lnTo>
                <a:lnTo>
                  <a:pt x="1138922" y="53753"/>
                </a:lnTo>
                <a:lnTo>
                  <a:pt x="1138922" y="110503"/>
                </a:lnTo>
                <a:cubicBezTo>
                  <a:pt x="1138922" y="115814"/>
                  <a:pt x="1139167" y="119240"/>
                  <a:pt x="1139657" y="120781"/>
                </a:cubicBezTo>
                <a:cubicBezTo>
                  <a:pt x="1140148" y="122322"/>
                  <a:pt x="1141014" y="123568"/>
                  <a:pt x="1142257" y="124521"/>
                </a:cubicBezTo>
                <a:cubicBezTo>
                  <a:pt x="1143499" y="125471"/>
                  <a:pt x="1144643" y="125946"/>
                  <a:pt x="1145690" y="125946"/>
                </a:cubicBezTo>
                <a:cubicBezTo>
                  <a:pt x="1149940" y="125946"/>
                  <a:pt x="1153962" y="122676"/>
                  <a:pt x="1157755" y="116137"/>
                </a:cubicBezTo>
                <a:lnTo>
                  <a:pt x="1160697" y="118317"/>
                </a:lnTo>
                <a:cubicBezTo>
                  <a:pt x="1155400" y="130988"/>
                  <a:pt x="1146801" y="137324"/>
                  <a:pt x="1134900" y="137324"/>
                </a:cubicBezTo>
                <a:cubicBezTo>
                  <a:pt x="1129080" y="137324"/>
                  <a:pt x="1124159" y="135701"/>
                  <a:pt x="1120138" y="132454"/>
                </a:cubicBezTo>
                <a:cubicBezTo>
                  <a:pt x="1116116" y="129205"/>
                  <a:pt x="1113549" y="125578"/>
                  <a:pt x="1112438" y="121575"/>
                </a:cubicBezTo>
                <a:cubicBezTo>
                  <a:pt x="1111784" y="119344"/>
                  <a:pt x="1111457" y="113306"/>
                  <a:pt x="1111457" y="103462"/>
                </a:cubicBezTo>
                <a:lnTo>
                  <a:pt x="1111457" y="53753"/>
                </a:lnTo>
                <a:lnTo>
                  <a:pt x="1099490" y="53753"/>
                </a:lnTo>
                <a:lnTo>
                  <a:pt x="1099490" y="50310"/>
                </a:lnTo>
                <a:cubicBezTo>
                  <a:pt x="1107729" y="44478"/>
                  <a:pt x="1114743" y="38351"/>
                  <a:pt x="1120530" y="31928"/>
                </a:cubicBezTo>
                <a:cubicBezTo>
                  <a:pt x="1126317" y="25505"/>
                  <a:pt x="1131369" y="18328"/>
                  <a:pt x="1135685" y="10397"/>
                </a:cubicBezTo>
                <a:lnTo>
                  <a:pt x="1138922" y="10397"/>
                </a:lnTo>
                <a:close/>
                <a:moveTo>
                  <a:pt x="1219658" y="122415"/>
                </a:moveTo>
                <a:cubicBezTo>
                  <a:pt x="1208476" y="132355"/>
                  <a:pt x="1198438" y="137324"/>
                  <a:pt x="1189545" y="137324"/>
                </a:cubicBezTo>
                <a:cubicBezTo>
                  <a:pt x="1184313" y="137324"/>
                  <a:pt x="1179965" y="135603"/>
                  <a:pt x="1176499" y="132159"/>
                </a:cubicBezTo>
                <a:cubicBezTo>
                  <a:pt x="1173033" y="128714"/>
                  <a:pt x="1171300" y="124400"/>
                  <a:pt x="1171300" y="119218"/>
                </a:cubicBezTo>
                <a:cubicBezTo>
                  <a:pt x="1171300" y="112196"/>
                  <a:pt x="1174308" y="105881"/>
                  <a:pt x="1180324" y="100271"/>
                </a:cubicBezTo>
                <a:cubicBezTo>
                  <a:pt x="1186340" y="94662"/>
                  <a:pt x="1199452" y="87199"/>
                  <a:pt x="1219658" y="77883"/>
                </a:cubicBezTo>
                <a:lnTo>
                  <a:pt x="1219658" y="68662"/>
                </a:lnTo>
                <a:cubicBezTo>
                  <a:pt x="1219658" y="61731"/>
                  <a:pt x="1219282" y="57366"/>
                  <a:pt x="1218530" y="55567"/>
                </a:cubicBezTo>
                <a:cubicBezTo>
                  <a:pt x="1217778" y="53769"/>
                  <a:pt x="1216356" y="52200"/>
                  <a:pt x="1214263" y="50859"/>
                </a:cubicBezTo>
                <a:cubicBezTo>
                  <a:pt x="1212170" y="49519"/>
                  <a:pt x="1209816" y="48848"/>
                  <a:pt x="1207201" y="48848"/>
                </a:cubicBezTo>
                <a:cubicBezTo>
                  <a:pt x="1202950" y="48848"/>
                  <a:pt x="1199452" y="49796"/>
                  <a:pt x="1196705" y="51693"/>
                </a:cubicBezTo>
                <a:cubicBezTo>
                  <a:pt x="1195005" y="52870"/>
                  <a:pt x="1194155" y="54243"/>
                  <a:pt x="1194155" y="55813"/>
                </a:cubicBezTo>
                <a:cubicBezTo>
                  <a:pt x="1194155" y="57186"/>
                  <a:pt x="1195070" y="58886"/>
                  <a:pt x="1196901" y="60913"/>
                </a:cubicBezTo>
                <a:cubicBezTo>
                  <a:pt x="1199386" y="63725"/>
                  <a:pt x="1200629" y="66439"/>
                  <a:pt x="1200629" y="69055"/>
                </a:cubicBezTo>
                <a:cubicBezTo>
                  <a:pt x="1200629" y="72259"/>
                  <a:pt x="1199435" y="74989"/>
                  <a:pt x="1197048" y="77245"/>
                </a:cubicBezTo>
                <a:cubicBezTo>
                  <a:pt x="1194662" y="79501"/>
                  <a:pt x="1191539" y="80629"/>
                  <a:pt x="1187681" y="80629"/>
                </a:cubicBezTo>
                <a:cubicBezTo>
                  <a:pt x="1183561" y="80629"/>
                  <a:pt x="1180112" y="79387"/>
                  <a:pt x="1177333" y="76902"/>
                </a:cubicBezTo>
                <a:cubicBezTo>
                  <a:pt x="1174553" y="74417"/>
                  <a:pt x="1173164" y="71507"/>
                  <a:pt x="1173164" y="68172"/>
                </a:cubicBezTo>
                <a:cubicBezTo>
                  <a:pt x="1173164" y="63464"/>
                  <a:pt x="1175027" y="58968"/>
                  <a:pt x="1178755" y="54685"/>
                </a:cubicBezTo>
                <a:cubicBezTo>
                  <a:pt x="1182482" y="50401"/>
                  <a:pt x="1187681" y="47115"/>
                  <a:pt x="1194351" y="44827"/>
                </a:cubicBezTo>
                <a:cubicBezTo>
                  <a:pt x="1201021" y="42538"/>
                  <a:pt x="1207953" y="41394"/>
                  <a:pt x="1215146" y="41394"/>
                </a:cubicBezTo>
                <a:cubicBezTo>
                  <a:pt x="1223843" y="41394"/>
                  <a:pt x="1230726" y="43246"/>
                  <a:pt x="1235794" y="46951"/>
                </a:cubicBezTo>
                <a:cubicBezTo>
                  <a:pt x="1240861" y="50654"/>
                  <a:pt x="1244147" y="54668"/>
                  <a:pt x="1245651" y="58994"/>
                </a:cubicBezTo>
                <a:cubicBezTo>
                  <a:pt x="1246567" y="61747"/>
                  <a:pt x="1247025" y="68072"/>
                  <a:pt x="1247025" y="77968"/>
                </a:cubicBezTo>
                <a:lnTo>
                  <a:pt x="1247025" y="113657"/>
                </a:lnTo>
                <a:cubicBezTo>
                  <a:pt x="1247025" y="117853"/>
                  <a:pt x="1247188" y="120492"/>
                  <a:pt x="1247515" y="121575"/>
                </a:cubicBezTo>
                <a:cubicBezTo>
                  <a:pt x="1247842" y="122656"/>
                  <a:pt x="1248333" y="123459"/>
                  <a:pt x="1248986" y="123984"/>
                </a:cubicBezTo>
                <a:cubicBezTo>
                  <a:pt x="1249640" y="124507"/>
                  <a:pt x="1250392" y="124769"/>
                  <a:pt x="1251243" y="124769"/>
                </a:cubicBezTo>
                <a:cubicBezTo>
                  <a:pt x="1252943" y="124769"/>
                  <a:pt x="1254676" y="123559"/>
                  <a:pt x="1256441" y="121140"/>
                </a:cubicBezTo>
                <a:lnTo>
                  <a:pt x="1259384" y="123494"/>
                </a:lnTo>
                <a:cubicBezTo>
                  <a:pt x="1256114" y="128333"/>
                  <a:pt x="1252730" y="131848"/>
                  <a:pt x="1249232" y="134038"/>
                </a:cubicBezTo>
                <a:cubicBezTo>
                  <a:pt x="1245733" y="136229"/>
                  <a:pt x="1241761" y="137324"/>
                  <a:pt x="1237314" y="137324"/>
                </a:cubicBezTo>
                <a:cubicBezTo>
                  <a:pt x="1232083" y="137324"/>
                  <a:pt x="1227995" y="136090"/>
                  <a:pt x="1225053" y="133622"/>
                </a:cubicBezTo>
                <a:cubicBezTo>
                  <a:pt x="1222110" y="131153"/>
                  <a:pt x="1220312" y="127417"/>
                  <a:pt x="1219658" y="122415"/>
                </a:cubicBezTo>
                <a:moveTo>
                  <a:pt x="1219658" y="115156"/>
                </a:moveTo>
                <a:lnTo>
                  <a:pt x="1219658" y="84473"/>
                </a:lnTo>
                <a:cubicBezTo>
                  <a:pt x="1211745" y="89138"/>
                  <a:pt x="1205860" y="94133"/>
                  <a:pt x="1202002" y="99456"/>
                </a:cubicBezTo>
                <a:cubicBezTo>
                  <a:pt x="1199452" y="103004"/>
                  <a:pt x="1198176" y="106585"/>
                  <a:pt x="1198176" y="110200"/>
                </a:cubicBezTo>
                <a:cubicBezTo>
                  <a:pt x="1198176" y="113222"/>
                  <a:pt x="1199255" y="115884"/>
                  <a:pt x="1201413" y="118185"/>
                </a:cubicBezTo>
                <a:cubicBezTo>
                  <a:pt x="1203048" y="119959"/>
                  <a:pt x="1205337" y="120845"/>
                  <a:pt x="1208280" y="120845"/>
                </a:cubicBezTo>
                <a:cubicBezTo>
                  <a:pt x="1211549" y="120845"/>
                  <a:pt x="1215342" y="118949"/>
                  <a:pt x="1219658" y="115156"/>
                </a:cubicBezTo>
                <a:close/>
                <a:moveTo>
                  <a:pt x="1307178" y="44140"/>
                </a:moveTo>
                <a:lnTo>
                  <a:pt x="1307178" y="56107"/>
                </a:lnTo>
                <a:cubicBezTo>
                  <a:pt x="1311886" y="50971"/>
                  <a:pt x="1316398" y="47236"/>
                  <a:pt x="1320714" y="44900"/>
                </a:cubicBezTo>
                <a:cubicBezTo>
                  <a:pt x="1325030" y="42562"/>
                  <a:pt x="1329673" y="41394"/>
                  <a:pt x="1334643" y="41394"/>
                </a:cubicBezTo>
                <a:cubicBezTo>
                  <a:pt x="1340594" y="41394"/>
                  <a:pt x="1345531" y="43047"/>
                  <a:pt x="1349454" y="46353"/>
                </a:cubicBezTo>
                <a:cubicBezTo>
                  <a:pt x="1353378" y="49660"/>
                  <a:pt x="1355994" y="53768"/>
                  <a:pt x="1357301" y="58679"/>
                </a:cubicBezTo>
                <a:cubicBezTo>
                  <a:pt x="1358348" y="62412"/>
                  <a:pt x="1358871" y="69583"/>
                  <a:pt x="1358871" y="80191"/>
                </a:cubicBezTo>
                <a:lnTo>
                  <a:pt x="1358871" y="115941"/>
                </a:lnTo>
                <a:cubicBezTo>
                  <a:pt x="1358871" y="123003"/>
                  <a:pt x="1359508" y="127401"/>
                  <a:pt x="1360784" y="129134"/>
                </a:cubicBezTo>
                <a:cubicBezTo>
                  <a:pt x="1362059" y="130867"/>
                  <a:pt x="1364723" y="131962"/>
                  <a:pt x="1368778" y="132420"/>
                </a:cubicBezTo>
                <a:lnTo>
                  <a:pt x="1368778" y="135951"/>
                </a:lnTo>
                <a:lnTo>
                  <a:pt x="1322382" y="135951"/>
                </a:lnTo>
                <a:lnTo>
                  <a:pt x="1322382" y="132420"/>
                </a:lnTo>
                <a:cubicBezTo>
                  <a:pt x="1325848" y="131962"/>
                  <a:pt x="1328333" y="130524"/>
                  <a:pt x="1329837" y="128104"/>
                </a:cubicBezTo>
                <a:cubicBezTo>
                  <a:pt x="1330883" y="126469"/>
                  <a:pt x="1331406" y="122415"/>
                  <a:pt x="1331406" y="115941"/>
                </a:cubicBezTo>
                <a:lnTo>
                  <a:pt x="1331406" y="75136"/>
                </a:lnTo>
                <a:cubicBezTo>
                  <a:pt x="1331406" y="67616"/>
                  <a:pt x="1331112" y="62875"/>
                  <a:pt x="1330523" y="60913"/>
                </a:cubicBezTo>
                <a:cubicBezTo>
                  <a:pt x="1329935" y="58951"/>
                  <a:pt x="1328937" y="57431"/>
                  <a:pt x="1327531" y="56352"/>
                </a:cubicBezTo>
                <a:cubicBezTo>
                  <a:pt x="1326126" y="55273"/>
                  <a:pt x="1324572" y="54734"/>
                  <a:pt x="1322872" y="54734"/>
                </a:cubicBezTo>
                <a:cubicBezTo>
                  <a:pt x="1317248" y="54734"/>
                  <a:pt x="1312017" y="58788"/>
                  <a:pt x="1307178" y="66897"/>
                </a:cubicBezTo>
                <a:lnTo>
                  <a:pt x="1307178" y="115941"/>
                </a:lnTo>
                <a:cubicBezTo>
                  <a:pt x="1307178" y="122807"/>
                  <a:pt x="1307816" y="127156"/>
                  <a:pt x="1309091" y="128987"/>
                </a:cubicBezTo>
                <a:cubicBezTo>
                  <a:pt x="1310366" y="130818"/>
                  <a:pt x="1312736" y="131962"/>
                  <a:pt x="1316202" y="132420"/>
                </a:cubicBezTo>
                <a:lnTo>
                  <a:pt x="1316202" y="135951"/>
                </a:lnTo>
                <a:lnTo>
                  <a:pt x="1269806" y="135951"/>
                </a:lnTo>
                <a:lnTo>
                  <a:pt x="1269806" y="132420"/>
                </a:lnTo>
                <a:cubicBezTo>
                  <a:pt x="1273664" y="132028"/>
                  <a:pt x="1276411" y="130785"/>
                  <a:pt x="1278046" y="128693"/>
                </a:cubicBezTo>
                <a:cubicBezTo>
                  <a:pt x="1279157" y="127254"/>
                  <a:pt x="1279713" y="123003"/>
                  <a:pt x="1279713" y="115941"/>
                </a:cubicBezTo>
                <a:lnTo>
                  <a:pt x="1279713" y="64150"/>
                </a:lnTo>
                <a:cubicBezTo>
                  <a:pt x="1279713" y="57135"/>
                  <a:pt x="1279076" y="52767"/>
                  <a:pt x="1277800" y="51046"/>
                </a:cubicBezTo>
                <a:cubicBezTo>
                  <a:pt x="1276525" y="49325"/>
                  <a:pt x="1273860" y="48200"/>
                  <a:pt x="1269806" y="47671"/>
                </a:cubicBezTo>
                <a:lnTo>
                  <a:pt x="1269806" y="44140"/>
                </a:lnTo>
                <a:lnTo>
                  <a:pt x="1307178" y="44140"/>
                </a:lnTo>
                <a:close/>
                <a:moveTo>
                  <a:pt x="1417611" y="10397"/>
                </a:moveTo>
                <a:lnTo>
                  <a:pt x="1417611" y="44140"/>
                </a:lnTo>
                <a:lnTo>
                  <a:pt x="1439386" y="44140"/>
                </a:lnTo>
                <a:lnTo>
                  <a:pt x="1439386" y="53753"/>
                </a:lnTo>
                <a:lnTo>
                  <a:pt x="1417611" y="53753"/>
                </a:lnTo>
                <a:lnTo>
                  <a:pt x="1417611" y="110503"/>
                </a:lnTo>
                <a:cubicBezTo>
                  <a:pt x="1417611" y="115814"/>
                  <a:pt x="1417856" y="119240"/>
                  <a:pt x="1418346" y="120781"/>
                </a:cubicBezTo>
                <a:cubicBezTo>
                  <a:pt x="1418837" y="122322"/>
                  <a:pt x="1419703" y="123568"/>
                  <a:pt x="1420946" y="124521"/>
                </a:cubicBezTo>
                <a:cubicBezTo>
                  <a:pt x="1422188" y="125471"/>
                  <a:pt x="1423333" y="125946"/>
                  <a:pt x="1424379" y="125946"/>
                </a:cubicBezTo>
                <a:cubicBezTo>
                  <a:pt x="1428629" y="125946"/>
                  <a:pt x="1432651" y="122676"/>
                  <a:pt x="1436444" y="116137"/>
                </a:cubicBezTo>
                <a:lnTo>
                  <a:pt x="1439386" y="118317"/>
                </a:lnTo>
                <a:cubicBezTo>
                  <a:pt x="1434090" y="130988"/>
                  <a:pt x="1425490" y="137324"/>
                  <a:pt x="1413589" y="137324"/>
                </a:cubicBezTo>
                <a:cubicBezTo>
                  <a:pt x="1407769" y="137324"/>
                  <a:pt x="1402848" y="135701"/>
                  <a:pt x="1398827" y="132454"/>
                </a:cubicBezTo>
                <a:cubicBezTo>
                  <a:pt x="1394805" y="129205"/>
                  <a:pt x="1392238" y="125578"/>
                  <a:pt x="1391127" y="121575"/>
                </a:cubicBezTo>
                <a:cubicBezTo>
                  <a:pt x="1390473" y="119344"/>
                  <a:pt x="1390146" y="113306"/>
                  <a:pt x="1390146" y="103462"/>
                </a:cubicBezTo>
                <a:lnTo>
                  <a:pt x="1390146" y="53753"/>
                </a:lnTo>
                <a:lnTo>
                  <a:pt x="1378179" y="53753"/>
                </a:lnTo>
                <a:lnTo>
                  <a:pt x="1378179" y="50310"/>
                </a:lnTo>
                <a:cubicBezTo>
                  <a:pt x="1386418" y="44478"/>
                  <a:pt x="1393432" y="38351"/>
                  <a:pt x="1399219" y="31928"/>
                </a:cubicBezTo>
                <a:cubicBezTo>
                  <a:pt x="1405006" y="25505"/>
                  <a:pt x="1410058" y="18328"/>
                  <a:pt x="1414374" y="10397"/>
                </a:cubicBezTo>
                <a:lnTo>
                  <a:pt x="1417611" y="103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DatasetCollection">
            <a:extLst xmlns:a="http://schemas.openxmlformats.org/drawingml/2006/main">
              <a:ext uri="{FF2B5EF4-FFF2-40B4-BE49-F238E27FC236}">
                <a16:creationId xmlns:a16="http://schemas.microsoft.com/office/drawing/2014/main" id="{B8410323-D4C2-4B82-8935-0E5F3308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114" y="181314"/>
            <a:ext cx="2010978" cy="180128"/>
          </a:xfrm>
          <a:custGeom xmlns:a="http://schemas.openxmlformats.org/drawingml/2006/main">
            <a:pathLst>
              <a:path w="2010978" h="180128">
                <a:moveTo>
                  <a:pt x="0" y="176312"/>
                </a:moveTo>
                <a:lnTo>
                  <a:pt x="0" y="171732"/>
                </a:lnTo>
                <a:lnTo>
                  <a:pt x="5724" y="171732"/>
                </a:lnTo>
                <a:cubicBezTo>
                  <a:pt x="10728" y="171732"/>
                  <a:pt x="14565" y="170944"/>
                  <a:pt x="17237" y="169367"/>
                </a:cubicBezTo>
                <a:cubicBezTo>
                  <a:pt x="19908" y="167790"/>
                  <a:pt x="21880" y="165638"/>
                  <a:pt x="23152" y="162911"/>
                </a:cubicBezTo>
                <a:cubicBezTo>
                  <a:pt x="23915" y="161119"/>
                  <a:pt x="24297" y="155749"/>
                  <a:pt x="24297" y="146799"/>
                </a:cubicBezTo>
                <a:lnTo>
                  <a:pt x="24297" y="33329"/>
                </a:lnTo>
                <a:cubicBezTo>
                  <a:pt x="24297" y="24464"/>
                  <a:pt x="23830" y="18924"/>
                  <a:pt x="22898" y="16708"/>
                </a:cubicBezTo>
                <a:cubicBezTo>
                  <a:pt x="21965" y="14490"/>
                  <a:pt x="20078" y="12550"/>
                  <a:pt x="17237" y="10888"/>
                </a:cubicBezTo>
                <a:cubicBezTo>
                  <a:pt x="14396" y="9227"/>
                  <a:pt x="10558" y="8396"/>
                  <a:pt x="5724" y="8396"/>
                </a:cubicBezTo>
                <a:lnTo>
                  <a:pt x="0" y="8396"/>
                </a:lnTo>
                <a:lnTo>
                  <a:pt x="0" y="3816"/>
                </a:lnTo>
                <a:lnTo>
                  <a:pt x="77216" y="3816"/>
                </a:lnTo>
                <a:cubicBezTo>
                  <a:pt x="97824" y="3816"/>
                  <a:pt x="114403" y="6615"/>
                  <a:pt x="126955" y="12212"/>
                </a:cubicBezTo>
                <a:cubicBezTo>
                  <a:pt x="142304" y="19081"/>
                  <a:pt x="153944" y="29470"/>
                  <a:pt x="161873" y="43378"/>
                </a:cubicBezTo>
                <a:cubicBezTo>
                  <a:pt x="169803" y="57286"/>
                  <a:pt x="173768" y="73018"/>
                  <a:pt x="173768" y="90573"/>
                </a:cubicBezTo>
                <a:cubicBezTo>
                  <a:pt x="173768" y="102700"/>
                  <a:pt x="171817" y="113873"/>
                  <a:pt x="167916" y="124092"/>
                </a:cubicBezTo>
                <a:cubicBezTo>
                  <a:pt x="164015" y="134312"/>
                  <a:pt x="158969" y="142750"/>
                  <a:pt x="152778" y="149407"/>
                </a:cubicBezTo>
                <a:cubicBezTo>
                  <a:pt x="146587" y="156064"/>
                  <a:pt x="139442" y="161407"/>
                  <a:pt x="131343" y="165435"/>
                </a:cubicBezTo>
                <a:cubicBezTo>
                  <a:pt x="123244" y="169464"/>
                  <a:pt x="113343" y="172580"/>
                  <a:pt x="101640" y="174785"/>
                </a:cubicBezTo>
                <a:cubicBezTo>
                  <a:pt x="96467" y="175803"/>
                  <a:pt x="88325" y="176312"/>
                  <a:pt x="77216" y="176312"/>
                </a:cubicBezTo>
                <a:lnTo>
                  <a:pt x="0" y="176312"/>
                </a:lnTo>
                <a:moveTo>
                  <a:pt x="65767" y="13484"/>
                </a:moveTo>
                <a:lnTo>
                  <a:pt x="65767" y="147960"/>
                </a:lnTo>
                <a:cubicBezTo>
                  <a:pt x="65767" y="155078"/>
                  <a:pt x="66106" y="159443"/>
                  <a:pt x="66785" y="161055"/>
                </a:cubicBezTo>
                <a:cubicBezTo>
                  <a:pt x="67463" y="162663"/>
                  <a:pt x="68608" y="163890"/>
                  <a:pt x="70219" y="164736"/>
                </a:cubicBezTo>
                <a:cubicBezTo>
                  <a:pt x="72509" y="166008"/>
                  <a:pt x="75817" y="166644"/>
                  <a:pt x="80142" y="166644"/>
                </a:cubicBezTo>
                <a:cubicBezTo>
                  <a:pt x="94304" y="166644"/>
                  <a:pt x="105117" y="161814"/>
                  <a:pt x="112580" y="152154"/>
                </a:cubicBezTo>
                <a:cubicBezTo>
                  <a:pt x="122757" y="139104"/>
                  <a:pt x="127845" y="118853"/>
                  <a:pt x="127845" y="91400"/>
                </a:cubicBezTo>
                <a:cubicBezTo>
                  <a:pt x="127845" y="69284"/>
                  <a:pt x="124368" y="51616"/>
                  <a:pt x="117414" y="38397"/>
                </a:cubicBezTo>
                <a:cubicBezTo>
                  <a:pt x="111902" y="28059"/>
                  <a:pt x="104820" y="21025"/>
                  <a:pt x="96170" y="17296"/>
                </a:cubicBezTo>
                <a:cubicBezTo>
                  <a:pt x="90064" y="14670"/>
                  <a:pt x="79930" y="13399"/>
                  <a:pt x="65767" y="13484"/>
                </a:cubicBezTo>
                <a:close/>
                <a:moveTo>
                  <a:pt x="258013" y="158757"/>
                </a:moveTo>
                <a:cubicBezTo>
                  <a:pt x="243511" y="171647"/>
                  <a:pt x="230493" y="178093"/>
                  <a:pt x="218960" y="178093"/>
                </a:cubicBezTo>
                <a:cubicBezTo>
                  <a:pt x="212175" y="178093"/>
                  <a:pt x="206536" y="175860"/>
                  <a:pt x="202041" y="171394"/>
                </a:cubicBezTo>
                <a:cubicBezTo>
                  <a:pt x="197546" y="166926"/>
                  <a:pt x="195299" y="161331"/>
                  <a:pt x="195299" y="154611"/>
                </a:cubicBezTo>
                <a:cubicBezTo>
                  <a:pt x="195299" y="145505"/>
                  <a:pt x="199200" y="137314"/>
                  <a:pt x="207002" y="130039"/>
                </a:cubicBezTo>
                <a:cubicBezTo>
                  <a:pt x="214804" y="122765"/>
                  <a:pt x="231808" y="113086"/>
                  <a:pt x="258013" y="101004"/>
                </a:cubicBezTo>
                <a:lnTo>
                  <a:pt x="258013" y="89046"/>
                </a:lnTo>
                <a:cubicBezTo>
                  <a:pt x="258013" y="80057"/>
                  <a:pt x="257525" y="74396"/>
                  <a:pt x="256550" y="72064"/>
                </a:cubicBezTo>
                <a:cubicBezTo>
                  <a:pt x="255575" y="69732"/>
                  <a:pt x="253730" y="67696"/>
                  <a:pt x="251016" y="65958"/>
                </a:cubicBezTo>
                <a:cubicBezTo>
                  <a:pt x="248303" y="64219"/>
                  <a:pt x="245250" y="63350"/>
                  <a:pt x="241857" y="63350"/>
                </a:cubicBezTo>
                <a:cubicBezTo>
                  <a:pt x="236345" y="63350"/>
                  <a:pt x="231808" y="64580"/>
                  <a:pt x="228246" y="67039"/>
                </a:cubicBezTo>
                <a:cubicBezTo>
                  <a:pt x="226041" y="68566"/>
                  <a:pt x="224939" y="70347"/>
                  <a:pt x="224939" y="72382"/>
                </a:cubicBezTo>
                <a:cubicBezTo>
                  <a:pt x="224939" y="74163"/>
                  <a:pt x="226126" y="76368"/>
                  <a:pt x="228500" y="78997"/>
                </a:cubicBezTo>
                <a:cubicBezTo>
                  <a:pt x="231723" y="82643"/>
                  <a:pt x="233334" y="86163"/>
                  <a:pt x="233334" y="89555"/>
                </a:cubicBezTo>
                <a:cubicBezTo>
                  <a:pt x="233334" y="93711"/>
                  <a:pt x="231787" y="97251"/>
                  <a:pt x="228691" y="100177"/>
                </a:cubicBezTo>
                <a:cubicBezTo>
                  <a:pt x="225596" y="103103"/>
                  <a:pt x="221546" y="104566"/>
                  <a:pt x="216543" y="104566"/>
                </a:cubicBezTo>
                <a:cubicBezTo>
                  <a:pt x="211200" y="104566"/>
                  <a:pt x="206726" y="102954"/>
                  <a:pt x="203122" y="99732"/>
                </a:cubicBezTo>
                <a:cubicBezTo>
                  <a:pt x="199518" y="96509"/>
                  <a:pt x="197716" y="92735"/>
                  <a:pt x="197716" y="88410"/>
                </a:cubicBezTo>
                <a:cubicBezTo>
                  <a:pt x="197716" y="82304"/>
                  <a:pt x="200133" y="76474"/>
                  <a:pt x="204967" y="70919"/>
                </a:cubicBezTo>
                <a:cubicBezTo>
                  <a:pt x="209801" y="65364"/>
                  <a:pt x="216543" y="61103"/>
                  <a:pt x="225193" y="58135"/>
                </a:cubicBezTo>
                <a:cubicBezTo>
                  <a:pt x="233843" y="55166"/>
                  <a:pt x="242833" y="53682"/>
                  <a:pt x="252161" y="53682"/>
                </a:cubicBezTo>
                <a:cubicBezTo>
                  <a:pt x="263440" y="53682"/>
                  <a:pt x="272366" y="56085"/>
                  <a:pt x="278939" y="60889"/>
                </a:cubicBezTo>
                <a:cubicBezTo>
                  <a:pt x="285511" y="65692"/>
                  <a:pt x="289773" y="70898"/>
                  <a:pt x="291723" y="76508"/>
                </a:cubicBezTo>
                <a:cubicBezTo>
                  <a:pt x="292911" y="80078"/>
                  <a:pt x="293504" y="88280"/>
                  <a:pt x="293504" y="101115"/>
                </a:cubicBezTo>
                <a:lnTo>
                  <a:pt x="293504" y="147399"/>
                </a:lnTo>
                <a:cubicBezTo>
                  <a:pt x="293504" y="152840"/>
                  <a:pt x="293716" y="156263"/>
                  <a:pt x="294140" y="157668"/>
                </a:cubicBezTo>
                <a:cubicBezTo>
                  <a:pt x="294564" y="159070"/>
                  <a:pt x="295200" y="160111"/>
                  <a:pt x="296048" y="160792"/>
                </a:cubicBezTo>
                <a:cubicBezTo>
                  <a:pt x="296896" y="161471"/>
                  <a:pt x="297872" y="161810"/>
                  <a:pt x="298974" y="161810"/>
                </a:cubicBezTo>
                <a:cubicBezTo>
                  <a:pt x="301179" y="161810"/>
                  <a:pt x="303426" y="160241"/>
                  <a:pt x="305716" y="157103"/>
                </a:cubicBezTo>
                <a:lnTo>
                  <a:pt x="309533" y="160156"/>
                </a:lnTo>
                <a:cubicBezTo>
                  <a:pt x="305292" y="166432"/>
                  <a:pt x="300903" y="170990"/>
                  <a:pt x="296366" y="173831"/>
                </a:cubicBezTo>
                <a:cubicBezTo>
                  <a:pt x="291829" y="176672"/>
                  <a:pt x="286677" y="178093"/>
                  <a:pt x="280910" y="178093"/>
                </a:cubicBezTo>
                <a:cubicBezTo>
                  <a:pt x="274126" y="178093"/>
                  <a:pt x="268826" y="176492"/>
                  <a:pt x="265009" y="173290"/>
                </a:cubicBezTo>
                <a:cubicBezTo>
                  <a:pt x="261193" y="170089"/>
                  <a:pt x="258861" y="165244"/>
                  <a:pt x="258013" y="158757"/>
                </a:cubicBezTo>
                <a:moveTo>
                  <a:pt x="258013" y="149343"/>
                </a:moveTo>
                <a:lnTo>
                  <a:pt x="258013" y="109551"/>
                </a:lnTo>
                <a:cubicBezTo>
                  <a:pt x="247751" y="115601"/>
                  <a:pt x="240119" y="122078"/>
                  <a:pt x="235115" y="128982"/>
                </a:cubicBezTo>
                <a:cubicBezTo>
                  <a:pt x="231808" y="133583"/>
                  <a:pt x="230154" y="138227"/>
                  <a:pt x="230154" y="142915"/>
                </a:cubicBezTo>
                <a:cubicBezTo>
                  <a:pt x="230154" y="146835"/>
                  <a:pt x="231553" y="150287"/>
                  <a:pt x="234352" y="153271"/>
                </a:cubicBezTo>
                <a:cubicBezTo>
                  <a:pt x="236472" y="155571"/>
                  <a:pt x="239440" y="156721"/>
                  <a:pt x="243257" y="156721"/>
                </a:cubicBezTo>
                <a:cubicBezTo>
                  <a:pt x="247497" y="156721"/>
                  <a:pt x="252416" y="154262"/>
                  <a:pt x="258013" y="149343"/>
                </a:cubicBezTo>
                <a:close/>
                <a:moveTo>
                  <a:pt x="369022" y="13484"/>
                </a:moveTo>
                <a:lnTo>
                  <a:pt x="369022" y="57244"/>
                </a:lnTo>
                <a:lnTo>
                  <a:pt x="397262" y="57244"/>
                </a:lnTo>
                <a:lnTo>
                  <a:pt x="397262" y="69711"/>
                </a:lnTo>
                <a:lnTo>
                  <a:pt x="369022" y="69711"/>
                </a:lnTo>
                <a:lnTo>
                  <a:pt x="369022" y="143309"/>
                </a:lnTo>
                <a:cubicBezTo>
                  <a:pt x="369022" y="150197"/>
                  <a:pt x="369340" y="154640"/>
                  <a:pt x="369976" y="156638"/>
                </a:cubicBezTo>
                <a:cubicBezTo>
                  <a:pt x="370612" y="158636"/>
                  <a:pt x="371736" y="160253"/>
                  <a:pt x="373347" y="161488"/>
                </a:cubicBezTo>
                <a:cubicBezTo>
                  <a:pt x="374958" y="162720"/>
                  <a:pt x="376443" y="163336"/>
                  <a:pt x="377799" y="163336"/>
                </a:cubicBezTo>
                <a:cubicBezTo>
                  <a:pt x="383312" y="163336"/>
                  <a:pt x="388527" y="159096"/>
                  <a:pt x="393446" y="150615"/>
                </a:cubicBezTo>
                <a:lnTo>
                  <a:pt x="397262" y="153442"/>
                </a:lnTo>
                <a:cubicBezTo>
                  <a:pt x="390393" y="169876"/>
                  <a:pt x="379241" y="178093"/>
                  <a:pt x="363806" y="178093"/>
                </a:cubicBezTo>
                <a:cubicBezTo>
                  <a:pt x="356259" y="178093"/>
                  <a:pt x="349877" y="175987"/>
                  <a:pt x="344661" y="171776"/>
                </a:cubicBezTo>
                <a:cubicBezTo>
                  <a:pt x="339446" y="167562"/>
                  <a:pt x="336117" y="162859"/>
                  <a:pt x="334676" y="157668"/>
                </a:cubicBezTo>
                <a:cubicBezTo>
                  <a:pt x="333828" y="154774"/>
                  <a:pt x="333403" y="146944"/>
                  <a:pt x="333403" y="134178"/>
                </a:cubicBezTo>
                <a:lnTo>
                  <a:pt x="333403" y="69711"/>
                </a:lnTo>
                <a:lnTo>
                  <a:pt x="317884" y="69711"/>
                </a:lnTo>
                <a:lnTo>
                  <a:pt x="317884" y="65246"/>
                </a:lnTo>
                <a:cubicBezTo>
                  <a:pt x="328570" y="57683"/>
                  <a:pt x="337665" y="49736"/>
                  <a:pt x="345170" y="41407"/>
                </a:cubicBezTo>
                <a:cubicBezTo>
                  <a:pt x="352676" y="33077"/>
                  <a:pt x="359227" y="23770"/>
                  <a:pt x="364824" y="13484"/>
                </a:cubicBezTo>
                <a:lnTo>
                  <a:pt x="369022" y="13484"/>
                </a:lnTo>
                <a:close/>
                <a:moveTo>
                  <a:pt x="473674" y="158757"/>
                </a:moveTo>
                <a:cubicBezTo>
                  <a:pt x="459173" y="171647"/>
                  <a:pt x="446155" y="178093"/>
                  <a:pt x="434621" y="178093"/>
                </a:cubicBezTo>
                <a:cubicBezTo>
                  <a:pt x="427837" y="178093"/>
                  <a:pt x="422197" y="175860"/>
                  <a:pt x="417702" y="171394"/>
                </a:cubicBezTo>
                <a:cubicBezTo>
                  <a:pt x="413208" y="166926"/>
                  <a:pt x="410960" y="161331"/>
                  <a:pt x="410960" y="154611"/>
                </a:cubicBezTo>
                <a:cubicBezTo>
                  <a:pt x="410960" y="145505"/>
                  <a:pt x="414861" y="137314"/>
                  <a:pt x="422664" y="130039"/>
                </a:cubicBezTo>
                <a:cubicBezTo>
                  <a:pt x="430466" y="122765"/>
                  <a:pt x="447469" y="113086"/>
                  <a:pt x="473674" y="101004"/>
                </a:cubicBezTo>
                <a:lnTo>
                  <a:pt x="473674" y="89046"/>
                </a:lnTo>
                <a:cubicBezTo>
                  <a:pt x="473674" y="80057"/>
                  <a:pt x="473187" y="74396"/>
                  <a:pt x="472211" y="72064"/>
                </a:cubicBezTo>
                <a:cubicBezTo>
                  <a:pt x="471236" y="69732"/>
                  <a:pt x="469392" y="67696"/>
                  <a:pt x="466678" y="65958"/>
                </a:cubicBezTo>
                <a:cubicBezTo>
                  <a:pt x="463964" y="64219"/>
                  <a:pt x="460911" y="63350"/>
                  <a:pt x="457519" y="63350"/>
                </a:cubicBezTo>
                <a:cubicBezTo>
                  <a:pt x="452006" y="63350"/>
                  <a:pt x="447469" y="64580"/>
                  <a:pt x="443907" y="67039"/>
                </a:cubicBezTo>
                <a:cubicBezTo>
                  <a:pt x="441703" y="68566"/>
                  <a:pt x="440600" y="70347"/>
                  <a:pt x="440600" y="72382"/>
                </a:cubicBezTo>
                <a:cubicBezTo>
                  <a:pt x="440600" y="74163"/>
                  <a:pt x="441787" y="76368"/>
                  <a:pt x="444162" y="78997"/>
                </a:cubicBezTo>
                <a:cubicBezTo>
                  <a:pt x="447385" y="82643"/>
                  <a:pt x="448996" y="86163"/>
                  <a:pt x="448996" y="89555"/>
                </a:cubicBezTo>
                <a:cubicBezTo>
                  <a:pt x="448996" y="93711"/>
                  <a:pt x="447448" y="97251"/>
                  <a:pt x="444353" y="100177"/>
                </a:cubicBezTo>
                <a:cubicBezTo>
                  <a:pt x="441257" y="103103"/>
                  <a:pt x="437208" y="104566"/>
                  <a:pt x="432204" y="104566"/>
                </a:cubicBezTo>
                <a:cubicBezTo>
                  <a:pt x="426861" y="104566"/>
                  <a:pt x="422388" y="102954"/>
                  <a:pt x="418784" y="99732"/>
                </a:cubicBezTo>
                <a:cubicBezTo>
                  <a:pt x="415179" y="96509"/>
                  <a:pt x="413377" y="92735"/>
                  <a:pt x="413377" y="88410"/>
                </a:cubicBezTo>
                <a:cubicBezTo>
                  <a:pt x="413377" y="82304"/>
                  <a:pt x="415794" y="76474"/>
                  <a:pt x="420628" y="70919"/>
                </a:cubicBezTo>
                <a:cubicBezTo>
                  <a:pt x="425462" y="65364"/>
                  <a:pt x="432204" y="61103"/>
                  <a:pt x="440854" y="58135"/>
                </a:cubicBezTo>
                <a:cubicBezTo>
                  <a:pt x="449505" y="55166"/>
                  <a:pt x="458494" y="53682"/>
                  <a:pt x="467823" y="53682"/>
                </a:cubicBezTo>
                <a:cubicBezTo>
                  <a:pt x="479102" y="53682"/>
                  <a:pt x="488028" y="56085"/>
                  <a:pt x="494600" y="60889"/>
                </a:cubicBezTo>
                <a:cubicBezTo>
                  <a:pt x="501173" y="65692"/>
                  <a:pt x="505434" y="70898"/>
                  <a:pt x="507385" y="76508"/>
                </a:cubicBezTo>
                <a:cubicBezTo>
                  <a:pt x="508572" y="80078"/>
                  <a:pt x="509166" y="88280"/>
                  <a:pt x="509166" y="101115"/>
                </a:cubicBezTo>
                <a:lnTo>
                  <a:pt x="509166" y="147399"/>
                </a:lnTo>
                <a:cubicBezTo>
                  <a:pt x="509166" y="152840"/>
                  <a:pt x="509378" y="156263"/>
                  <a:pt x="509802" y="157668"/>
                </a:cubicBezTo>
                <a:cubicBezTo>
                  <a:pt x="510226" y="159070"/>
                  <a:pt x="510862" y="160111"/>
                  <a:pt x="511710" y="160792"/>
                </a:cubicBezTo>
                <a:cubicBezTo>
                  <a:pt x="512558" y="161471"/>
                  <a:pt x="513533" y="161810"/>
                  <a:pt x="514636" y="161810"/>
                </a:cubicBezTo>
                <a:cubicBezTo>
                  <a:pt x="516841" y="161810"/>
                  <a:pt x="519088" y="160241"/>
                  <a:pt x="521378" y="157103"/>
                </a:cubicBezTo>
                <a:lnTo>
                  <a:pt x="525194" y="160156"/>
                </a:lnTo>
                <a:cubicBezTo>
                  <a:pt x="520954" y="166432"/>
                  <a:pt x="516565" y="170990"/>
                  <a:pt x="512028" y="173831"/>
                </a:cubicBezTo>
                <a:cubicBezTo>
                  <a:pt x="507491" y="176672"/>
                  <a:pt x="502339" y="178093"/>
                  <a:pt x="496572" y="178093"/>
                </a:cubicBezTo>
                <a:cubicBezTo>
                  <a:pt x="489788" y="178093"/>
                  <a:pt x="484487" y="176492"/>
                  <a:pt x="480671" y="173290"/>
                </a:cubicBezTo>
                <a:cubicBezTo>
                  <a:pt x="476855" y="170089"/>
                  <a:pt x="474522" y="165244"/>
                  <a:pt x="473674" y="158757"/>
                </a:cubicBezTo>
                <a:moveTo>
                  <a:pt x="473674" y="149343"/>
                </a:moveTo>
                <a:lnTo>
                  <a:pt x="473674" y="109551"/>
                </a:lnTo>
                <a:cubicBezTo>
                  <a:pt x="463413" y="115601"/>
                  <a:pt x="455780" y="122078"/>
                  <a:pt x="450777" y="128982"/>
                </a:cubicBezTo>
                <a:cubicBezTo>
                  <a:pt x="447469" y="133583"/>
                  <a:pt x="445816" y="138227"/>
                  <a:pt x="445816" y="142915"/>
                </a:cubicBezTo>
                <a:cubicBezTo>
                  <a:pt x="445816" y="146835"/>
                  <a:pt x="447215" y="150287"/>
                  <a:pt x="450014" y="153271"/>
                </a:cubicBezTo>
                <a:cubicBezTo>
                  <a:pt x="452134" y="155571"/>
                  <a:pt x="455102" y="156721"/>
                  <a:pt x="458918" y="156721"/>
                </a:cubicBezTo>
                <a:cubicBezTo>
                  <a:pt x="463158" y="156721"/>
                  <a:pt x="468077" y="154262"/>
                  <a:pt x="473674" y="149343"/>
                </a:cubicBezTo>
                <a:close/>
                <a:moveTo>
                  <a:pt x="612670" y="54191"/>
                </a:moveTo>
                <a:lnTo>
                  <a:pt x="614578" y="94898"/>
                </a:lnTo>
                <a:lnTo>
                  <a:pt x="610253" y="94898"/>
                </a:lnTo>
                <a:cubicBezTo>
                  <a:pt x="605080" y="82757"/>
                  <a:pt x="599716" y="74465"/>
                  <a:pt x="594161" y="70021"/>
                </a:cubicBezTo>
                <a:cubicBezTo>
                  <a:pt x="588606" y="65574"/>
                  <a:pt x="583073" y="63350"/>
                  <a:pt x="577560" y="63350"/>
                </a:cubicBezTo>
                <a:cubicBezTo>
                  <a:pt x="574083" y="63350"/>
                  <a:pt x="571115" y="64516"/>
                  <a:pt x="568655" y="66848"/>
                </a:cubicBezTo>
                <a:cubicBezTo>
                  <a:pt x="566196" y="69180"/>
                  <a:pt x="564966" y="71873"/>
                  <a:pt x="564966" y="74926"/>
                </a:cubicBezTo>
                <a:cubicBezTo>
                  <a:pt x="564966" y="77216"/>
                  <a:pt x="565814" y="79421"/>
                  <a:pt x="567511" y="81541"/>
                </a:cubicBezTo>
                <a:cubicBezTo>
                  <a:pt x="570224" y="85018"/>
                  <a:pt x="577815" y="90976"/>
                  <a:pt x="590281" y="99414"/>
                </a:cubicBezTo>
                <a:cubicBezTo>
                  <a:pt x="602748" y="107852"/>
                  <a:pt x="610952" y="115018"/>
                  <a:pt x="614896" y="120912"/>
                </a:cubicBezTo>
                <a:cubicBezTo>
                  <a:pt x="618839" y="126806"/>
                  <a:pt x="620811" y="133400"/>
                  <a:pt x="620811" y="140693"/>
                </a:cubicBezTo>
                <a:cubicBezTo>
                  <a:pt x="620811" y="147308"/>
                  <a:pt x="619157" y="153796"/>
                  <a:pt x="615850" y="160156"/>
                </a:cubicBezTo>
                <a:cubicBezTo>
                  <a:pt x="612543" y="166517"/>
                  <a:pt x="607878" y="171393"/>
                  <a:pt x="601857" y="174785"/>
                </a:cubicBezTo>
                <a:cubicBezTo>
                  <a:pt x="595836" y="178177"/>
                  <a:pt x="589179" y="179874"/>
                  <a:pt x="581885" y="179874"/>
                </a:cubicBezTo>
                <a:cubicBezTo>
                  <a:pt x="576203" y="179874"/>
                  <a:pt x="568613" y="178059"/>
                  <a:pt x="559115" y="174431"/>
                </a:cubicBezTo>
                <a:cubicBezTo>
                  <a:pt x="556571" y="173480"/>
                  <a:pt x="554832" y="173004"/>
                  <a:pt x="553899" y="173004"/>
                </a:cubicBezTo>
                <a:cubicBezTo>
                  <a:pt x="551101" y="173004"/>
                  <a:pt x="548768" y="175124"/>
                  <a:pt x="546903" y="179365"/>
                </a:cubicBezTo>
                <a:lnTo>
                  <a:pt x="542705" y="179365"/>
                </a:lnTo>
                <a:lnTo>
                  <a:pt x="540670" y="136622"/>
                </a:lnTo>
                <a:lnTo>
                  <a:pt x="544995" y="136622"/>
                </a:lnTo>
                <a:cubicBezTo>
                  <a:pt x="548811" y="147817"/>
                  <a:pt x="554048" y="156213"/>
                  <a:pt x="560705" y="161810"/>
                </a:cubicBezTo>
                <a:cubicBezTo>
                  <a:pt x="567362" y="167407"/>
                  <a:pt x="573659" y="170206"/>
                  <a:pt x="579595" y="170206"/>
                </a:cubicBezTo>
                <a:cubicBezTo>
                  <a:pt x="583666" y="170206"/>
                  <a:pt x="586995" y="168955"/>
                  <a:pt x="589581" y="166453"/>
                </a:cubicBezTo>
                <a:cubicBezTo>
                  <a:pt x="592168" y="163951"/>
                  <a:pt x="593461" y="160919"/>
                  <a:pt x="593461" y="157358"/>
                </a:cubicBezTo>
                <a:cubicBezTo>
                  <a:pt x="593461" y="153287"/>
                  <a:pt x="592189" y="149767"/>
                  <a:pt x="589645" y="146799"/>
                </a:cubicBezTo>
                <a:cubicBezTo>
                  <a:pt x="587101" y="143831"/>
                  <a:pt x="581419" y="139336"/>
                  <a:pt x="572599" y="133315"/>
                </a:cubicBezTo>
                <a:cubicBezTo>
                  <a:pt x="559624" y="124326"/>
                  <a:pt x="551228" y="117456"/>
                  <a:pt x="547412" y="112707"/>
                </a:cubicBezTo>
                <a:cubicBezTo>
                  <a:pt x="541814" y="105753"/>
                  <a:pt x="539016" y="98078"/>
                  <a:pt x="539016" y="89682"/>
                </a:cubicBezTo>
                <a:cubicBezTo>
                  <a:pt x="539016" y="80523"/>
                  <a:pt x="542175" y="72234"/>
                  <a:pt x="548493" y="64813"/>
                </a:cubicBezTo>
                <a:cubicBezTo>
                  <a:pt x="554811" y="57392"/>
                  <a:pt x="563949" y="53682"/>
                  <a:pt x="575906" y="53682"/>
                </a:cubicBezTo>
                <a:cubicBezTo>
                  <a:pt x="582352" y="53682"/>
                  <a:pt x="588585" y="55312"/>
                  <a:pt x="594606" y="58572"/>
                </a:cubicBezTo>
                <a:cubicBezTo>
                  <a:pt x="596896" y="59892"/>
                  <a:pt x="598762" y="60551"/>
                  <a:pt x="600203" y="60551"/>
                </a:cubicBezTo>
                <a:cubicBezTo>
                  <a:pt x="601730" y="60551"/>
                  <a:pt x="602960" y="60233"/>
                  <a:pt x="603892" y="59597"/>
                </a:cubicBezTo>
                <a:cubicBezTo>
                  <a:pt x="604825" y="58961"/>
                  <a:pt x="606309" y="57159"/>
                  <a:pt x="608345" y="54191"/>
                </a:cubicBezTo>
                <a:lnTo>
                  <a:pt x="612670" y="54191"/>
                </a:lnTo>
                <a:close/>
                <a:moveTo>
                  <a:pt x="739035" y="112453"/>
                </a:moveTo>
                <a:lnTo>
                  <a:pt x="673777" y="112453"/>
                </a:lnTo>
                <a:cubicBezTo>
                  <a:pt x="674540" y="128269"/>
                  <a:pt x="678738" y="140769"/>
                  <a:pt x="686371" y="149952"/>
                </a:cubicBezTo>
                <a:cubicBezTo>
                  <a:pt x="692223" y="157009"/>
                  <a:pt x="699261" y="160538"/>
                  <a:pt x="707488" y="160538"/>
                </a:cubicBezTo>
                <a:cubicBezTo>
                  <a:pt x="712576" y="160538"/>
                  <a:pt x="717198" y="159117"/>
                  <a:pt x="721353" y="156276"/>
                </a:cubicBezTo>
                <a:cubicBezTo>
                  <a:pt x="725509" y="153435"/>
                  <a:pt x="729961" y="148326"/>
                  <a:pt x="734710" y="140948"/>
                </a:cubicBezTo>
                <a:lnTo>
                  <a:pt x="739035" y="143746"/>
                </a:lnTo>
                <a:cubicBezTo>
                  <a:pt x="732590" y="156891"/>
                  <a:pt x="725466" y="166199"/>
                  <a:pt x="717664" y="171669"/>
                </a:cubicBezTo>
                <a:cubicBezTo>
                  <a:pt x="709862" y="177139"/>
                  <a:pt x="700830" y="179874"/>
                  <a:pt x="690569" y="179874"/>
                </a:cubicBezTo>
                <a:cubicBezTo>
                  <a:pt x="672929" y="179874"/>
                  <a:pt x="659572" y="173082"/>
                  <a:pt x="650498" y="159500"/>
                </a:cubicBezTo>
                <a:cubicBezTo>
                  <a:pt x="643205" y="148550"/>
                  <a:pt x="639558" y="134967"/>
                  <a:pt x="639558" y="118754"/>
                </a:cubicBezTo>
                <a:cubicBezTo>
                  <a:pt x="639558" y="98888"/>
                  <a:pt x="644922" y="83077"/>
                  <a:pt x="655650" y="71321"/>
                </a:cubicBezTo>
                <a:cubicBezTo>
                  <a:pt x="666378" y="59562"/>
                  <a:pt x="678950" y="53682"/>
                  <a:pt x="693367" y="53682"/>
                </a:cubicBezTo>
                <a:cubicBezTo>
                  <a:pt x="705410" y="53682"/>
                  <a:pt x="715862" y="58622"/>
                  <a:pt x="724724" y="68502"/>
                </a:cubicBezTo>
                <a:cubicBezTo>
                  <a:pt x="733587" y="78382"/>
                  <a:pt x="738357" y="93032"/>
                  <a:pt x="739035" y="112453"/>
                </a:cubicBezTo>
                <a:moveTo>
                  <a:pt x="707742" y="104057"/>
                </a:moveTo>
                <a:cubicBezTo>
                  <a:pt x="707742" y="90403"/>
                  <a:pt x="707000" y="81032"/>
                  <a:pt x="705516" y="75944"/>
                </a:cubicBezTo>
                <a:cubicBezTo>
                  <a:pt x="704032" y="70855"/>
                  <a:pt x="701721" y="66997"/>
                  <a:pt x="698583" y="64368"/>
                </a:cubicBezTo>
                <a:cubicBezTo>
                  <a:pt x="696802" y="62841"/>
                  <a:pt x="694427" y="62078"/>
                  <a:pt x="691459" y="62078"/>
                </a:cubicBezTo>
                <a:cubicBezTo>
                  <a:pt x="687049" y="62078"/>
                  <a:pt x="683445" y="64241"/>
                  <a:pt x="680646" y="68566"/>
                </a:cubicBezTo>
                <a:cubicBezTo>
                  <a:pt x="675643" y="76113"/>
                  <a:pt x="673141" y="86460"/>
                  <a:pt x="673141" y="99605"/>
                </a:cubicBezTo>
                <a:lnTo>
                  <a:pt x="673141" y="104057"/>
                </a:lnTo>
                <a:lnTo>
                  <a:pt x="707742" y="104057"/>
                </a:lnTo>
                <a:close/>
                <a:moveTo>
                  <a:pt x="800606" y="13484"/>
                </a:moveTo>
                <a:lnTo>
                  <a:pt x="800606" y="57244"/>
                </a:lnTo>
                <a:lnTo>
                  <a:pt x="828847" y="57244"/>
                </a:lnTo>
                <a:lnTo>
                  <a:pt x="828847" y="69711"/>
                </a:lnTo>
                <a:lnTo>
                  <a:pt x="800606" y="69711"/>
                </a:lnTo>
                <a:lnTo>
                  <a:pt x="800606" y="143309"/>
                </a:lnTo>
                <a:cubicBezTo>
                  <a:pt x="800606" y="150197"/>
                  <a:pt x="800924" y="154640"/>
                  <a:pt x="801560" y="156638"/>
                </a:cubicBezTo>
                <a:cubicBezTo>
                  <a:pt x="802196" y="158636"/>
                  <a:pt x="803320" y="160253"/>
                  <a:pt x="804931" y="161488"/>
                </a:cubicBezTo>
                <a:cubicBezTo>
                  <a:pt x="806543" y="162720"/>
                  <a:pt x="808027" y="163336"/>
                  <a:pt x="809384" y="163336"/>
                </a:cubicBezTo>
                <a:cubicBezTo>
                  <a:pt x="814896" y="163336"/>
                  <a:pt x="820112" y="159096"/>
                  <a:pt x="825030" y="150615"/>
                </a:cubicBezTo>
                <a:lnTo>
                  <a:pt x="828847" y="153442"/>
                </a:lnTo>
                <a:cubicBezTo>
                  <a:pt x="821977" y="169876"/>
                  <a:pt x="810825" y="178093"/>
                  <a:pt x="795391" y="178093"/>
                </a:cubicBezTo>
                <a:cubicBezTo>
                  <a:pt x="787843" y="178093"/>
                  <a:pt x="781461" y="175987"/>
                  <a:pt x="776246" y="171776"/>
                </a:cubicBezTo>
                <a:cubicBezTo>
                  <a:pt x="771030" y="167562"/>
                  <a:pt x="767702" y="162859"/>
                  <a:pt x="766260" y="157668"/>
                </a:cubicBezTo>
                <a:cubicBezTo>
                  <a:pt x="765412" y="154774"/>
                  <a:pt x="764988" y="146944"/>
                  <a:pt x="764988" y="134178"/>
                </a:cubicBezTo>
                <a:lnTo>
                  <a:pt x="764988" y="69711"/>
                </a:lnTo>
                <a:lnTo>
                  <a:pt x="749468" y="69711"/>
                </a:lnTo>
                <a:lnTo>
                  <a:pt x="749468" y="65246"/>
                </a:lnTo>
                <a:cubicBezTo>
                  <a:pt x="760154" y="57683"/>
                  <a:pt x="769249" y="49736"/>
                  <a:pt x="776755" y="41407"/>
                </a:cubicBezTo>
                <a:cubicBezTo>
                  <a:pt x="784260" y="33077"/>
                  <a:pt x="790811" y="23770"/>
                  <a:pt x="796408" y="13484"/>
                </a:cubicBezTo>
                <a:lnTo>
                  <a:pt x="800606" y="13484"/>
                </a:lnTo>
                <a:close/>
                <a:moveTo>
                  <a:pt x="1069581" y="0"/>
                </a:moveTo>
                <a:lnTo>
                  <a:pt x="1069581" y="59788"/>
                </a:lnTo>
                <a:lnTo>
                  <a:pt x="1064620" y="59788"/>
                </a:lnTo>
                <a:cubicBezTo>
                  <a:pt x="1060888" y="44102"/>
                  <a:pt x="1053934" y="32082"/>
                  <a:pt x="1043757" y="23728"/>
                </a:cubicBezTo>
                <a:cubicBezTo>
                  <a:pt x="1033581" y="15372"/>
                  <a:pt x="1022047" y="11194"/>
                  <a:pt x="1009156" y="11194"/>
                </a:cubicBezTo>
                <a:cubicBezTo>
                  <a:pt x="998386" y="11194"/>
                  <a:pt x="988506" y="14290"/>
                  <a:pt x="979517" y="20481"/>
                </a:cubicBezTo>
                <a:cubicBezTo>
                  <a:pt x="970527" y="26671"/>
                  <a:pt x="963955" y="34770"/>
                  <a:pt x="959799" y="44778"/>
                </a:cubicBezTo>
                <a:cubicBezTo>
                  <a:pt x="954457" y="57583"/>
                  <a:pt x="951785" y="71831"/>
                  <a:pt x="951785" y="87520"/>
                </a:cubicBezTo>
                <a:cubicBezTo>
                  <a:pt x="951785" y="102954"/>
                  <a:pt x="953736" y="117011"/>
                  <a:pt x="957637" y="129690"/>
                </a:cubicBezTo>
                <a:cubicBezTo>
                  <a:pt x="961538" y="142368"/>
                  <a:pt x="967644" y="151951"/>
                  <a:pt x="975955" y="158439"/>
                </a:cubicBezTo>
                <a:cubicBezTo>
                  <a:pt x="984266" y="164926"/>
                  <a:pt x="995036" y="168170"/>
                  <a:pt x="1008266" y="168170"/>
                </a:cubicBezTo>
                <a:cubicBezTo>
                  <a:pt x="1019121" y="168170"/>
                  <a:pt x="1029065" y="165796"/>
                  <a:pt x="1038097" y="161047"/>
                </a:cubicBezTo>
                <a:cubicBezTo>
                  <a:pt x="1047128" y="156297"/>
                  <a:pt x="1056648" y="148114"/>
                  <a:pt x="1066655" y="136495"/>
                </a:cubicBezTo>
                <a:lnTo>
                  <a:pt x="1066655" y="151379"/>
                </a:lnTo>
                <a:cubicBezTo>
                  <a:pt x="1056987" y="161471"/>
                  <a:pt x="1046916" y="168785"/>
                  <a:pt x="1036443" y="173322"/>
                </a:cubicBezTo>
                <a:cubicBezTo>
                  <a:pt x="1025969" y="177859"/>
                  <a:pt x="1013736" y="180128"/>
                  <a:pt x="999743" y="180128"/>
                </a:cubicBezTo>
                <a:cubicBezTo>
                  <a:pt x="981340" y="180128"/>
                  <a:pt x="964994" y="176444"/>
                  <a:pt x="950704" y="169077"/>
                </a:cubicBezTo>
                <a:cubicBezTo>
                  <a:pt x="936414" y="161709"/>
                  <a:pt x="925389" y="151124"/>
                  <a:pt x="917630" y="137322"/>
                </a:cubicBezTo>
                <a:cubicBezTo>
                  <a:pt x="909870" y="123517"/>
                  <a:pt x="905990" y="108823"/>
                  <a:pt x="905990" y="93240"/>
                </a:cubicBezTo>
                <a:cubicBezTo>
                  <a:pt x="905990" y="76812"/>
                  <a:pt x="910294" y="61230"/>
                  <a:pt x="918902" y="46495"/>
                </a:cubicBezTo>
                <a:cubicBezTo>
                  <a:pt x="927509" y="31757"/>
                  <a:pt x="939128" y="20324"/>
                  <a:pt x="953757" y="12196"/>
                </a:cubicBezTo>
                <a:cubicBezTo>
                  <a:pt x="968386" y="4065"/>
                  <a:pt x="983927" y="0"/>
                  <a:pt x="1000379" y="0"/>
                </a:cubicBezTo>
                <a:cubicBezTo>
                  <a:pt x="1012506" y="0"/>
                  <a:pt x="1025312" y="2629"/>
                  <a:pt x="1038796" y="7887"/>
                </a:cubicBezTo>
                <a:cubicBezTo>
                  <a:pt x="1046598" y="10940"/>
                  <a:pt x="1051559" y="12466"/>
                  <a:pt x="1053680" y="12466"/>
                </a:cubicBezTo>
                <a:cubicBezTo>
                  <a:pt x="1056393" y="12466"/>
                  <a:pt x="1058747" y="11470"/>
                  <a:pt x="1060740" y="9477"/>
                </a:cubicBezTo>
                <a:cubicBezTo>
                  <a:pt x="1062733" y="7484"/>
                  <a:pt x="1064026" y="4325"/>
                  <a:pt x="1064620" y="0"/>
                </a:cubicBezTo>
                <a:lnTo>
                  <a:pt x="1069581" y="0"/>
                </a:lnTo>
                <a:close/>
                <a:moveTo>
                  <a:pt x="1147593" y="53682"/>
                </a:moveTo>
                <a:cubicBezTo>
                  <a:pt x="1157939" y="53682"/>
                  <a:pt x="1167565" y="56356"/>
                  <a:pt x="1176469" y="61704"/>
                </a:cubicBezTo>
                <a:cubicBezTo>
                  <a:pt x="1185374" y="67052"/>
                  <a:pt x="1192137" y="74650"/>
                  <a:pt x="1196759" y="84499"/>
                </a:cubicBezTo>
                <a:cubicBezTo>
                  <a:pt x="1201381" y="94347"/>
                  <a:pt x="1203692" y="105128"/>
                  <a:pt x="1203692" y="116841"/>
                </a:cubicBezTo>
                <a:cubicBezTo>
                  <a:pt x="1203692" y="133734"/>
                  <a:pt x="1199409" y="147869"/>
                  <a:pt x="1190844" y="159246"/>
                </a:cubicBezTo>
                <a:cubicBezTo>
                  <a:pt x="1180498" y="172998"/>
                  <a:pt x="1166208" y="179874"/>
                  <a:pt x="1147974" y="179874"/>
                </a:cubicBezTo>
                <a:cubicBezTo>
                  <a:pt x="1130080" y="179874"/>
                  <a:pt x="1116299" y="173591"/>
                  <a:pt x="1106632" y="161027"/>
                </a:cubicBezTo>
                <a:cubicBezTo>
                  <a:pt x="1096964" y="148462"/>
                  <a:pt x="1092130" y="133903"/>
                  <a:pt x="1092130" y="117350"/>
                </a:cubicBezTo>
                <a:cubicBezTo>
                  <a:pt x="1092130" y="100288"/>
                  <a:pt x="1097070" y="85412"/>
                  <a:pt x="1106950" y="72720"/>
                </a:cubicBezTo>
                <a:cubicBezTo>
                  <a:pt x="1116829" y="60028"/>
                  <a:pt x="1130377" y="53682"/>
                  <a:pt x="1147593" y="53682"/>
                </a:cubicBezTo>
                <a:moveTo>
                  <a:pt x="1148102" y="62587"/>
                </a:moveTo>
                <a:cubicBezTo>
                  <a:pt x="1143777" y="62587"/>
                  <a:pt x="1140066" y="64222"/>
                  <a:pt x="1136971" y="67492"/>
                </a:cubicBezTo>
                <a:cubicBezTo>
                  <a:pt x="1133875" y="70760"/>
                  <a:pt x="1131840" y="77212"/>
                  <a:pt x="1130865" y="86848"/>
                </a:cubicBezTo>
                <a:cubicBezTo>
                  <a:pt x="1129890" y="96484"/>
                  <a:pt x="1129402" y="109878"/>
                  <a:pt x="1129402" y="127030"/>
                </a:cubicBezTo>
                <a:cubicBezTo>
                  <a:pt x="1129402" y="136115"/>
                  <a:pt x="1129996" y="144606"/>
                  <a:pt x="1131183" y="152504"/>
                </a:cubicBezTo>
                <a:cubicBezTo>
                  <a:pt x="1132116" y="158530"/>
                  <a:pt x="1134109" y="163115"/>
                  <a:pt x="1137162" y="166258"/>
                </a:cubicBezTo>
                <a:cubicBezTo>
                  <a:pt x="1140215" y="169399"/>
                  <a:pt x="1143692" y="170969"/>
                  <a:pt x="1147593" y="170969"/>
                </a:cubicBezTo>
                <a:cubicBezTo>
                  <a:pt x="1151409" y="170969"/>
                  <a:pt x="1154589" y="169908"/>
                  <a:pt x="1157134" y="167785"/>
                </a:cubicBezTo>
                <a:cubicBezTo>
                  <a:pt x="1160441" y="164899"/>
                  <a:pt x="1162646" y="160865"/>
                  <a:pt x="1163748" y="155684"/>
                </a:cubicBezTo>
                <a:cubicBezTo>
                  <a:pt x="1165445" y="147619"/>
                  <a:pt x="1166293" y="131318"/>
                  <a:pt x="1166293" y="106780"/>
                </a:cubicBezTo>
                <a:cubicBezTo>
                  <a:pt x="1166293" y="92347"/>
                  <a:pt x="1165487" y="82435"/>
                  <a:pt x="1163876" y="77045"/>
                </a:cubicBezTo>
                <a:cubicBezTo>
                  <a:pt x="1162264" y="71652"/>
                  <a:pt x="1159890" y="67724"/>
                  <a:pt x="1156752" y="65262"/>
                </a:cubicBezTo>
                <a:cubicBezTo>
                  <a:pt x="1154547" y="63479"/>
                  <a:pt x="1151664" y="62587"/>
                  <a:pt x="1148102" y="62587"/>
                </a:cubicBezTo>
                <a:close/>
                <a:moveTo>
                  <a:pt x="1267506" y="3816"/>
                </a:moveTo>
                <a:lnTo>
                  <a:pt x="1267506" y="151633"/>
                </a:lnTo>
                <a:cubicBezTo>
                  <a:pt x="1267506" y="160029"/>
                  <a:pt x="1268482" y="165393"/>
                  <a:pt x="1270432" y="167725"/>
                </a:cubicBezTo>
                <a:cubicBezTo>
                  <a:pt x="1272383" y="170057"/>
                  <a:pt x="1276199" y="171393"/>
                  <a:pt x="1281881" y="171732"/>
                </a:cubicBezTo>
                <a:lnTo>
                  <a:pt x="1281881" y="176312"/>
                </a:lnTo>
                <a:lnTo>
                  <a:pt x="1217640" y="176312"/>
                </a:lnTo>
                <a:lnTo>
                  <a:pt x="1217640" y="171732"/>
                </a:lnTo>
                <a:cubicBezTo>
                  <a:pt x="1222898" y="171563"/>
                  <a:pt x="1226799" y="170036"/>
                  <a:pt x="1229344" y="167153"/>
                </a:cubicBezTo>
                <a:cubicBezTo>
                  <a:pt x="1231040" y="165202"/>
                  <a:pt x="1231888" y="160029"/>
                  <a:pt x="1231888" y="151633"/>
                </a:cubicBezTo>
                <a:lnTo>
                  <a:pt x="1231888" y="28495"/>
                </a:lnTo>
                <a:cubicBezTo>
                  <a:pt x="1231888" y="20131"/>
                  <a:pt x="1230913" y="14776"/>
                  <a:pt x="1228962" y="12431"/>
                </a:cubicBezTo>
                <a:cubicBezTo>
                  <a:pt x="1227011" y="10083"/>
                  <a:pt x="1223238" y="8738"/>
                  <a:pt x="1217640" y="8396"/>
                </a:cubicBezTo>
                <a:lnTo>
                  <a:pt x="1217640" y="3816"/>
                </a:lnTo>
                <a:lnTo>
                  <a:pt x="1267506" y="3816"/>
                </a:lnTo>
                <a:close/>
                <a:moveTo>
                  <a:pt x="1339385" y="3816"/>
                </a:moveTo>
                <a:lnTo>
                  <a:pt x="1339385" y="151633"/>
                </a:lnTo>
                <a:cubicBezTo>
                  <a:pt x="1339385" y="160029"/>
                  <a:pt x="1340361" y="165393"/>
                  <a:pt x="1342311" y="167725"/>
                </a:cubicBezTo>
                <a:cubicBezTo>
                  <a:pt x="1344262" y="170057"/>
                  <a:pt x="1348078" y="171393"/>
                  <a:pt x="1353760" y="171732"/>
                </a:cubicBezTo>
                <a:lnTo>
                  <a:pt x="1353760" y="176312"/>
                </a:lnTo>
                <a:lnTo>
                  <a:pt x="1289519" y="176312"/>
                </a:lnTo>
                <a:lnTo>
                  <a:pt x="1289519" y="171732"/>
                </a:lnTo>
                <a:cubicBezTo>
                  <a:pt x="1294777" y="171563"/>
                  <a:pt x="1298678" y="170036"/>
                  <a:pt x="1301223" y="167153"/>
                </a:cubicBezTo>
                <a:cubicBezTo>
                  <a:pt x="1302919" y="165202"/>
                  <a:pt x="1303767" y="160029"/>
                  <a:pt x="1303767" y="151633"/>
                </a:cubicBezTo>
                <a:lnTo>
                  <a:pt x="1303767" y="28495"/>
                </a:lnTo>
                <a:cubicBezTo>
                  <a:pt x="1303767" y="20131"/>
                  <a:pt x="1302792" y="14776"/>
                  <a:pt x="1300841" y="12431"/>
                </a:cubicBezTo>
                <a:cubicBezTo>
                  <a:pt x="1298890" y="10083"/>
                  <a:pt x="1295117" y="8738"/>
                  <a:pt x="1289519" y="8396"/>
                </a:cubicBezTo>
                <a:lnTo>
                  <a:pt x="1289519" y="3816"/>
                </a:lnTo>
                <a:lnTo>
                  <a:pt x="1339385" y="3816"/>
                </a:lnTo>
                <a:close/>
                <a:moveTo>
                  <a:pt x="1465455" y="112453"/>
                </a:moveTo>
                <a:lnTo>
                  <a:pt x="1400197" y="112453"/>
                </a:lnTo>
                <a:cubicBezTo>
                  <a:pt x="1400960" y="128269"/>
                  <a:pt x="1405158" y="140769"/>
                  <a:pt x="1412791" y="149952"/>
                </a:cubicBezTo>
                <a:cubicBezTo>
                  <a:pt x="1418642" y="157009"/>
                  <a:pt x="1425681" y="160538"/>
                  <a:pt x="1433907" y="160538"/>
                </a:cubicBezTo>
                <a:cubicBezTo>
                  <a:pt x="1438996" y="160538"/>
                  <a:pt x="1443618" y="159117"/>
                  <a:pt x="1447773" y="156276"/>
                </a:cubicBezTo>
                <a:cubicBezTo>
                  <a:pt x="1451929" y="153435"/>
                  <a:pt x="1456381" y="148326"/>
                  <a:pt x="1461130" y="140948"/>
                </a:cubicBezTo>
                <a:lnTo>
                  <a:pt x="1465455" y="143746"/>
                </a:lnTo>
                <a:cubicBezTo>
                  <a:pt x="1459010" y="156891"/>
                  <a:pt x="1451886" y="166199"/>
                  <a:pt x="1444084" y="171669"/>
                </a:cubicBezTo>
                <a:cubicBezTo>
                  <a:pt x="1436282" y="177139"/>
                  <a:pt x="1427250" y="179874"/>
                  <a:pt x="1416988" y="179874"/>
                </a:cubicBezTo>
                <a:cubicBezTo>
                  <a:pt x="1399349" y="179874"/>
                  <a:pt x="1385992" y="173082"/>
                  <a:pt x="1376918" y="159500"/>
                </a:cubicBezTo>
                <a:cubicBezTo>
                  <a:pt x="1369624" y="148550"/>
                  <a:pt x="1365978" y="134967"/>
                  <a:pt x="1365978" y="118754"/>
                </a:cubicBezTo>
                <a:cubicBezTo>
                  <a:pt x="1365978" y="98888"/>
                  <a:pt x="1371342" y="83077"/>
                  <a:pt x="1382070" y="71321"/>
                </a:cubicBezTo>
                <a:cubicBezTo>
                  <a:pt x="1392798" y="59562"/>
                  <a:pt x="1405370" y="53682"/>
                  <a:pt x="1419787" y="53682"/>
                </a:cubicBezTo>
                <a:cubicBezTo>
                  <a:pt x="1431829" y="53682"/>
                  <a:pt x="1442282" y="58622"/>
                  <a:pt x="1451144" y="68502"/>
                </a:cubicBezTo>
                <a:cubicBezTo>
                  <a:pt x="1460006" y="78382"/>
                  <a:pt x="1464777" y="93032"/>
                  <a:pt x="1465455" y="112453"/>
                </a:cubicBezTo>
                <a:moveTo>
                  <a:pt x="1434162" y="104057"/>
                </a:moveTo>
                <a:cubicBezTo>
                  <a:pt x="1434162" y="90403"/>
                  <a:pt x="1433420" y="81032"/>
                  <a:pt x="1431935" y="75944"/>
                </a:cubicBezTo>
                <a:cubicBezTo>
                  <a:pt x="1430451" y="70855"/>
                  <a:pt x="1428140" y="66997"/>
                  <a:pt x="1425003" y="64368"/>
                </a:cubicBezTo>
                <a:cubicBezTo>
                  <a:pt x="1423222" y="62841"/>
                  <a:pt x="1420847" y="62078"/>
                  <a:pt x="1417879" y="62078"/>
                </a:cubicBezTo>
                <a:cubicBezTo>
                  <a:pt x="1413469" y="62078"/>
                  <a:pt x="1409865" y="64241"/>
                  <a:pt x="1407066" y="68566"/>
                </a:cubicBezTo>
                <a:cubicBezTo>
                  <a:pt x="1402063" y="76113"/>
                  <a:pt x="1399561" y="86460"/>
                  <a:pt x="1399561" y="99605"/>
                </a:cubicBezTo>
                <a:lnTo>
                  <a:pt x="1399561" y="104057"/>
                </a:lnTo>
                <a:lnTo>
                  <a:pt x="1434162" y="104057"/>
                </a:lnTo>
                <a:close/>
                <a:moveTo>
                  <a:pt x="1576891" y="145555"/>
                </a:moveTo>
                <a:lnTo>
                  <a:pt x="1580834" y="148604"/>
                </a:lnTo>
                <a:cubicBezTo>
                  <a:pt x="1575237" y="159154"/>
                  <a:pt x="1568262" y="167004"/>
                  <a:pt x="1559909" y="172154"/>
                </a:cubicBezTo>
                <a:cubicBezTo>
                  <a:pt x="1551555" y="177300"/>
                  <a:pt x="1542672" y="179874"/>
                  <a:pt x="1533258" y="179874"/>
                </a:cubicBezTo>
                <a:cubicBezTo>
                  <a:pt x="1517400" y="179874"/>
                  <a:pt x="1504721" y="173889"/>
                  <a:pt x="1495223" y="161921"/>
                </a:cubicBezTo>
                <a:cubicBezTo>
                  <a:pt x="1485725" y="149950"/>
                  <a:pt x="1480975" y="135561"/>
                  <a:pt x="1480975" y="118754"/>
                </a:cubicBezTo>
                <a:cubicBezTo>
                  <a:pt x="1480975" y="102537"/>
                  <a:pt x="1485300" y="88275"/>
                  <a:pt x="1493951" y="75968"/>
                </a:cubicBezTo>
                <a:cubicBezTo>
                  <a:pt x="1504382" y="61111"/>
                  <a:pt x="1518756" y="53682"/>
                  <a:pt x="1537075" y="53682"/>
                </a:cubicBezTo>
                <a:cubicBezTo>
                  <a:pt x="1549371" y="53682"/>
                  <a:pt x="1559145" y="56787"/>
                  <a:pt x="1566396" y="62996"/>
                </a:cubicBezTo>
                <a:cubicBezTo>
                  <a:pt x="1573647" y="69203"/>
                  <a:pt x="1577273" y="76133"/>
                  <a:pt x="1577273" y="83787"/>
                </a:cubicBezTo>
                <a:cubicBezTo>
                  <a:pt x="1577273" y="88634"/>
                  <a:pt x="1575810" y="92503"/>
                  <a:pt x="1572884" y="95395"/>
                </a:cubicBezTo>
                <a:cubicBezTo>
                  <a:pt x="1569958" y="98286"/>
                  <a:pt x="1566121" y="99732"/>
                  <a:pt x="1561371" y="99732"/>
                </a:cubicBezTo>
                <a:cubicBezTo>
                  <a:pt x="1556368" y="99732"/>
                  <a:pt x="1552234" y="98073"/>
                  <a:pt x="1548969" y="94755"/>
                </a:cubicBezTo>
                <a:cubicBezTo>
                  <a:pt x="1545704" y="91434"/>
                  <a:pt x="1543689" y="85519"/>
                  <a:pt x="1542926" y="77009"/>
                </a:cubicBezTo>
                <a:cubicBezTo>
                  <a:pt x="1542417" y="71648"/>
                  <a:pt x="1541188" y="67903"/>
                  <a:pt x="1539237" y="65775"/>
                </a:cubicBezTo>
                <a:cubicBezTo>
                  <a:pt x="1537287" y="63650"/>
                  <a:pt x="1534997" y="62587"/>
                  <a:pt x="1532368" y="62587"/>
                </a:cubicBezTo>
                <a:cubicBezTo>
                  <a:pt x="1528297" y="62587"/>
                  <a:pt x="1524820" y="64749"/>
                  <a:pt x="1521937" y="69074"/>
                </a:cubicBezTo>
                <a:cubicBezTo>
                  <a:pt x="1517527" y="75605"/>
                  <a:pt x="1515322" y="85612"/>
                  <a:pt x="1515322" y="99096"/>
                </a:cubicBezTo>
                <a:cubicBezTo>
                  <a:pt x="1515322" y="110290"/>
                  <a:pt x="1517103" y="120997"/>
                  <a:pt x="1520665" y="131216"/>
                </a:cubicBezTo>
                <a:cubicBezTo>
                  <a:pt x="1524226" y="141435"/>
                  <a:pt x="1529103" y="149047"/>
                  <a:pt x="1535294" y="154050"/>
                </a:cubicBezTo>
                <a:cubicBezTo>
                  <a:pt x="1539958" y="157697"/>
                  <a:pt x="1545470" y="159520"/>
                  <a:pt x="1551831" y="159520"/>
                </a:cubicBezTo>
                <a:cubicBezTo>
                  <a:pt x="1555986" y="159520"/>
                  <a:pt x="1559930" y="158547"/>
                  <a:pt x="1563661" y="156602"/>
                </a:cubicBezTo>
                <a:cubicBezTo>
                  <a:pt x="1567393" y="154654"/>
                  <a:pt x="1571803" y="150972"/>
                  <a:pt x="1576891" y="145555"/>
                </a:cubicBezTo>
                <a:close/>
                <a:moveTo>
                  <a:pt x="1642151" y="13484"/>
                </a:moveTo>
                <a:lnTo>
                  <a:pt x="1642151" y="57244"/>
                </a:lnTo>
                <a:lnTo>
                  <a:pt x="1670391" y="57244"/>
                </a:lnTo>
                <a:lnTo>
                  <a:pt x="1670391" y="69711"/>
                </a:lnTo>
                <a:lnTo>
                  <a:pt x="1642151" y="69711"/>
                </a:lnTo>
                <a:lnTo>
                  <a:pt x="1642151" y="143309"/>
                </a:lnTo>
                <a:cubicBezTo>
                  <a:pt x="1642151" y="150197"/>
                  <a:pt x="1642469" y="154640"/>
                  <a:pt x="1643105" y="156638"/>
                </a:cubicBezTo>
                <a:cubicBezTo>
                  <a:pt x="1643741" y="158636"/>
                  <a:pt x="1644865" y="160253"/>
                  <a:pt x="1646476" y="161488"/>
                </a:cubicBezTo>
                <a:cubicBezTo>
                  <a:pt x="1648087" y="162720"/>
                  <a:pt x="1649571" y="163336"/>
                  <a:pt x="1650928" y="163336"/>
                </a:cubicBezTo>
                <a:cubicBezTo>
                  <a:pt x="1656441" y="163336"/>
                  <a:pt x="1661656" y="159096"/>
                  <a:pt x="1666575" y="150615"/>
                </a:cubicBezTo>
                <a:lnTo>
                  <a:pt x="1670391" y="153442"/>
                </a:lnTo>
                <a:cubicBezTo>
                  <a:pt x="1663522" y="169876"/>
                  <a:pt x="1652370" y="178093"/>
                  <a:pt x="1636935" y="178093"/>
                </a:cubicBezTo>
                <a:cubicBezTo>
                  <a:pt x="1629388" y="178093"/>
                  <a:pt x="1623006" y="175987"/>
                  <a:pt x="1617790" y="171776"/>
                </a:cubicBezTo>
                <a:cubicBezTo>
                  <a:pt x="1612575" y="167562"/>
                  <a:pt x="1609246" y="162859"/>
                  <a:pt x="1607804" y="157668"/>
                </a:cubicBezTo>
                <a:cubicBezTo>
                  <a:pt x="1606956" y="154774"/>
                  <a:pt x="1606532" y="146944"/>
                  <a:pt x="1606532" y="134178"/>
                </a:cubicBezTo>
                <a:lnTo>
                  <a:pt x="1606532" y="69711"/>
                </a:lnTo>
                <a:lnTo>
                  <a:pt x="1591013" y="69711"/>
                </a:lnTo>
                <a:lnTo>
                  <a:pt x="1591013" y="65246"/>
                </a:lnTo>
                <a:cubicBezTo>
                  <a:pt x="1601698" y="57683"/>
                  <a:pt x="1610794" y="49736"/>
                  <a:pt x="1618299" y="41407"/>
                </a:cubicBezTo>
                <a:cubicBezTo>
                  <a:pt x="1625804" y="33077"/>
                  <a:pt x="1632356" y="23770"/>
                  <a:pt x="1637953" y="13484"/>
                </a:cubicBezTo>
                <a:lnTo>
                  <a:pt x="1642151" y="13484"/>
                </a:lnTo>
                <a:close/>
                <a:moveTo>
                  <a:pt x="1709786" y="0"/>
                </a:moveTo>
                <a:cubicBezTo>
                  <a:pt x="1715298" y="0"/>
                  <a:pt x="1719962" y="1936"/>
                  <a:pt x="1723779" y="5808"/>
                </a:cubicBezTo>
                <a:cubicBezTo>
                  <a:pt x="1727595" y="9677"/>
                  <a:pt x="1729503" y="14335"/>
                  <a:pt x="1729503" y="19781"/>
                </a:cubicBezTo>
                <a:cubicBezTo>
                  <a:pt x="1729503" y="25227"/>
                  <a:pt x="1727574" y="29865"/>
                  <a:pt x="1723715" y="33694"/>
                </a:cubicBezTo>
                <a:cubicBezTo>
                  <a:pt x="1719856" y="37521"/>
                  <a:pt x="1715213" y="39435"/>
                  <a:pt x="1709786" y="39435"/>
                </a:cubicBezTo>
                <a:cubicBezTo>
                  <a:pt x="1704358" y="39435"/>
                  <a:pt x="1699736" y="37521"/>
                  <a:pt x="1695920" y="33694"/>
                </a:cubicBezTo>
                <a:cubicBezTo>
                  <a:pt x="1692104" y="29865"/>
                  <a:pt x="1690195" y="25227"/>
                  <a:pt x="1690195" y="19781"/>
                </a:cubicBezTo>
                <a:cubicBezTo>
                  <a:pt x="1690195" y="14335"/>
                  <a:pt x="1692104" y="9677"/>
                  <a:pt x="1695920" y="5808"/>
                </a:cubicBezTo>
                <a:cubicBezTo>
                  <a:pt x="1699736" y="1936"/>
                  <a:pt x="1704358" y="0"/>
                  <a:pt x="1709786" y="0"/>
                </a:cubicBezTo>
                <a:moveTo>
                  <a:pt x="1727595" y="57244"/>
                </a:moveTo>
                <a:lnTo>
                  <a:pt x="1727595" y="151633"/>
                </a:lnTo>
                <a:cubicBezTo>
                  <a:pt x="1727595" y="160029"/>
                  <a:pt x="1728570" y="165393"/>
                  <a:pt x="1730521" y="167725"/>
                </a:cubicBezTo>
                <a:cubicBezTo>
                  <a:pt x="1732471" y="170057"/>
                  <a:pt x="1736288" y="171393"/>
                  <a:pt x="1741970" y="171732"/>
                </a:cubicBezTo>
                <a:lnTo>
                  <a:pt x="1741970" y="176312"/>
                </a:lnTo>
                <a:lnTo>
                  <a:pt x="1677729" y="176312"/>
                </a:lnTo>
                <a:lnTo>
                  <a:pt x="1677729" y="171732"/>
                </a:lnTo>
                <a:cubicBezTo>
                  <a:pt x="1682987" y="171563"/>
                  <a:pt x="1686888" y="170036"/>
                  <a:pt x="1689432" y="167153"/>
                </a:cubicBezTo>
                <a:cubicBezTo>
                  <a:pt x="1691128" y="165202"/>
                  <a:pt x="1691976" y="160029"/>
                  <a:pt x="1691976" y="151633"/>
                </a:cubicBezTo>
                <a:lnTo>
                  <a:pt x="1691976" y="82177"/>
                </a:lnTo>
                <a:cubicBezTo>
                  <a:pt x="1691976" y="73675"/>
                  <a:pt x="1691001" y="68244"/>
                  <a:pt x="1689051" y="65882"/>
                </a:cubicBezTo>
                <a:cubicBezTo>
                  <a:pt x="1687100" y="63521"/>
                  <a:pt x="1683326" y="62168"/>
                  <a:pt x="1677729" y="61824"/>
                </a:cubicBezTo>
                <a:lnTo>
                  <a:pt x="1677729" y="57244"/>
                </a:lnTo>
                <a:lnTo>
                  <a:pt x="1727595" y="57244"/>
                </a:lnTo>
                <a:close/>
                <a:moveTo>
                  <a:pt x="1809142" y="53682"/>
                </a:moveTo>
                <a:cubicBezTo>
                  <a:pt x="1819488" y="53682"/>
                  <a:pt x="1829113" y="56356"/>
                  <a:pt x="1838018" y="61704"/>
                </a:cubicBezTo>
                <a:cubicBezTo>
                  <a:pt x="1846923" y="67052"/>
                  <a:pt x="1853686" y="74650"/>
                  <a:pt x="1858308" y="84499"/>
                </a:cubicBezTo>
                <a:cubicBezTo>
                  <a:pt x="1862930" y="94347"/>
                  <a:pt x="1865241" y="105128"/>
                  <a:pt x="1865241" y="116841"/>
                </a:cubicBezTo>
                <a:cubicBezTo>
                  <a:pt x="1865241" y="133734"/>
                  <a:pt x="1860958" y="147869"/>
                  <a:pt x="1852393" y="159246"/>
                </a:cubicBezTo>
                <a:cubicBezTo>
                  <a:pt x="1842046" y="172998"/>
                  <a:pt x="1827756" y="179874"/>
                  <a:pt x="1809523" y="179874"/>
                </a:cubicBezTo>
                <a:cubicBezTo>
                  <a:pt x="1791629" y="179874"/>
                  <a:pt x="1777848" y="173591"/>
                  <a:pt x="1768180" y="161027"/>
                </a:cubicBezTo>
                <a:cubicBezTo>
                  <a:pt x="1758512" y="148462"/>
                  <a:pt x="1753678" y="133903"/>
                  <a:pt x="1753678" y="117350"/>
                </a:cubicBezTo>
                <a:cubicBezTo>
                  <a:pt x="1753678" y="100288"/>
                  <a:pt x="1758618" y="85412"/>
                  <a:pt x="1768498" y="72720"/>
                </a:cubicBezTo>
                <a:cubicBezTo>
                  <a:pt x="1778378" y="60028"/>
                  <a:pt x="1791926" y="53682"/>
                  <a:pt x="1809142" y="53682"/>
                </a:cubicBezTo>
                <a:moveTo>
                  <a:pt x="1809650" y="62587"/>
                </a:moveTo>
                <a:cubicBezTo>
                  <a:pt x="1805325" y="62587"/>
                  <a:pt x="1801615" y="64222"/>
                  <a:pt x="1798520" y="67492"/>
                </a:cubicBezTo>
                <a:cubicBezTo>
                  <a:pt x="1795424" y="70760"/>
                  <a:pt x="1793389" y="77212"/>
                  <a:pt x="1792414" y="86848"/>
                </a:cubicBezTo>
                <a:cubicBezTo>
                  <a:pt x="1791438" y="96484"/>
                  <a:pt x="1790951" y="109878"/>
                  <a:pt x="1790951" y="127030"/>
                </a:cubicBezTo>
                <a:cubicBezTo>
                  <a:pt x="1790951" y="136115"/>
                  <a:pt x="1791544" y="144606"/>
                  <a:pt x="1792732" y="152504"/>
                </a:cubicBezTo>
                <a:cubicBezTo>
                  <a:pt x="1793664" y="158530"/>
                  <a:pt x="1795657" y="163115"/>
                  <a:pt x="1798710" y="166258"/>
                </a:cubicBezTo>
                <a:cubicBezTo>
                  <a:pt x="1801763" y="169399"/>
                  <a:pt x="1805240" y="170969"/>
                  <a:pt x="1809142" y="170969"/>
                </a:cubicBezTo>
                <a:cubicBezTo>
                  <a:pt x="1812958" y="170969"/>
                  <a:pt x="1816138" y="169908"/>
                  <a:pt x="1818682" y="167785"/>
                </a:cubicBezTo>
                <a:cubicBezTo>
                  <a:pt x="1821990" y="164899"/>
                  <a:pt x="1824195" y="160865"/>
                  <a:pt x="1825297" y="155684"/>
                </a:cubicBezTo>
                <a:cubicBezTo>
                  <a:pt x="1826993" y="147619"/>
                  <a:pt x="1827841" y="131318"/>
                  <a:pt x="1827841" y="106780"/>
                </a:cubicBezTo>
                <a:cubicBezTo>
                  <a:pt x="1827841" y="92347"/>
                  <a:pt x="1827036" y="82435"/>
                  <a:pt x="1825424" y="77045"/>
                </a:cubicBezTo>
                <a:cubicBezTo>
                  <a:pt x="1823813" y="71652"/>
                  <a:pt x="1821438" y="67724"/>
                  <a:pt x="1818301" y="65262"/>
                </a:cubicBezTo>
                <a:cubicBezTo>
                  <a:pt x="1816096" y="63479"/>
                  <a:pt x="1813212" y="62587"/>
                  <a:pt x="1809650" y="62587"/>
                </a:cubicBezTo>
                <a:close/>
                <a:moveTo>
                  <a:pt x="1931091" y="57244"/>
                </a:moveTo>
                <a:lnTo>
                  <a:pt x="1931091" y="72764"/>
                </a:lnTo>
                <a:cubicBezTo>
                  <a:pt x="1937197" y="66104"/>
                  <a:pt x="1943048" y="61259"/>
                  <a:pt x="1948646" y="58230"/>
                </a:cubicBezTo>
                <a:cubicBezTo>
                  <a:pt x="1954243" y="55198"/>
                  <a:pt x="1960264" y="53682"/>
                  <a:pt x="1966709" y="53682"/>
                </a:cubicBezTo>
                <a:cubicBezTo>
                  <a:pt x="1974427" y="53682"/>
                  <a:pt x="1980829" y="55826"/>
                  <a:pt x="1985918" y="60114"/>
                </a:cubicBezTo>
                <a:cubicBezTo>
                  <a:pt x="1991006" y="64402"/>
                  <a:pt x="1994398" y="69730"/>
                  <a:pt x="1996094" y="76099"/>
                </a:cubicBezTo>
                <a:cubicBezTo>
                  <a:pt x="1997451" y="80941"/>
                  <a:pt x="1998130" y="90240"/>
                  <a:pt x="1998130" y="103997"/>
                </a:cubicBezTo>
                <a:lnTo>
                  <a:pt x="1998130" y="150361"/>
                </a:lnTo>
                <a:cubicBezTo>
                  <a:pt x="1998130" y="159520"/>
                  <a:pt x="1998957" y="165223"/>
                  <a:pt x="2000610" y="167471"/>
                </a:cubicBezTo>
                <a:cubicBezTo>
                  <a:pt x="2002264" y="169718"/>
                  <a:pt x="2005720" y="171139"/>
                  <a:pt x="2010978" y="171732"/>
                </a:cubicBezTo>
                <a:lnTo>
                  <a:pt x="2010978" y="176312"/>
                </a:lnTo>
                <a:lnTo>
                  <a:pt x="1950808" y="176312"/>
                </a:lnTo>
                <a:lnTo>
                  <a:pt x="1950808" y="171732"/>
                </a:lnTo>
                <a:cubicBezTo>
                  <a:pt x="1955303" y="171139"/>
                  <a:pt x="1958525" y="169273"/>
                  <a:pt x="1960476" y="166135"/>
                </a:cubicBezTo>
                <a:cubicBezTo>
                  <a:pt x="1961833" y="164015"/>
                  <a:pt x="1962511" y="158757"/>
                  <a:pt x="1962511" y="150361"/>
                </a:cubicBezTo>
                <a:lnTo>
                  <a:pt x="1962511" y="97442"/>
                </a:lnTo>
                <a:cubicBezTo>
                  <a:pt x="1962511" y="87689"/>
                  <a:pt x="1962130" y="81541"/>
                  <a:pt x="1961366" y="78997"/>
                </a:cubicBezTo>
                <a:cubicBezTo>
                  <a:pt x="1960603" y="76453"/>
                  <a:pt x="1959310" y="74481"/>
                  <a:pt x="1957487" y="73082"/>
                </a:cubicBezTo>
                <a:cubicBezTo>
                  <a:pt x="1955663" y="71682"/>
                  <a:pt x="1953649" y="70983"/>
                  <a:pt x="1951444" y="70983"/>
                </a:cubicBezTo>
                <a:cubicBezTo>
                  <a:pt x="1944151" y="70983"/>
                  <a:pt x="1937366" y="76241"/>
                  <a:pt x="1931091" y="86757"/>
                </a:cubicBezTo>
                <a:lnTo>
                  <a:pt x="1931091" y="150361"/>
                </a:lnTo>
                <a:cubicBezTo>
                  <a:pt x="1931091" y="159266"/>
                  <a:pt x="1931918" y="164905"/>
                  <a:pt x="1933571" y="167280"/>
                </a:cubicBezTo>
                <a:cubicBezTo>
                  <a:pt x="1935225" y="169654"/>
                  <a:pt x="1938299" y="171139"/>
                  <a:pt x="1942794" y="171732"/>
                </a:cubicBezTo>
                <a:lnTo>
                  <a:pt x="1942794" y="176312"/>
                </a:lnTo>
                <a:lnTo>
                  <a:pt x="1882624" y="176312"/>
                </a:lnTo>
                <a:lnTo>
                  <a:pt x="1882624" y="171732"/>
                </a:lnTo>
                <a:cubicBezTo>
                  <a:pt x="1887628" y="171223"/>
                  <a:pt x="1891189" y="169612"/>
                  <a:pt x="1893310" y="166898"/>
                </a:cubicBezTo>
                <a:cubicBezTo>
                  <a:pt x="1894751" y="165032"/>
                  <a:pt x="1895472" y="159520"/>
                  <a:pt x="1895472" y="150361"/>
                </a:cubicBezTo>
                <a:lnTo>
                  <a:pt x="1895472" y="83195"/>
                </a:lnTo>
                <a:cubicBezTo>
                  <a:pt x="1895472" y="74097"/>
                  <a:pt x="1894645" y="68432"/>
                  <a:pt x="1892992" y="66200"/>
                </a:cubicBezTo>
                <a:cubicBezTo>
                  <a:pt x="1891338" y="63969"/>
                  <a:pt x="1887882" y="62510"/>
                  <a:pt x="1882624" y="61824"/>
                </a:cubicBezTo>
                <a:lnTo>
                  <a:pt x="1882624" y="57244"/>
                </a:lnTo>
                <a:lnTo>
                  <a:pt x="1931091" y="57244"/>
                </a:lnTo>
                <a:close/>
              </a:path>
            </a:pathLst>
          </a:custGeom>
          <a:solidFill xmlns:a="http://schemas.openxmlformats.org/drawingml/2006/main">
            <a:srgbClr val="5281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ManualAnalysis">
            <a:extLst xmlns:a="http://schemas.openxmlformats.org/drawingml/2006/main">
              <a:ext uri="{FF2B5EF4-FFF2-40B4-BE49-F238E27FC236}">
                <a16:creationId xmlns:a16="http://schemas.microsoft.com/office/drawing/2014/main" id="{530D3F22-EF19-46EB-B7E3-59C358C3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603" y="2325144"/>
            <a:ext cx="1834766" cy="232538"/>
          </a:xfrm>
          <a:custGeom xmlns:a="http://schemas.openxmlformats.org/drawingml/2006/main">
            <a:pathLst>
              <a:path w="1834766" h="232538">
                <a:moveTo>
                  <a:pt x="118940" y="117390"/>
                </a:moveTo>
                <a:lnTo>
                  <a:pt x="165753" y="3816"/>
                </a:lnTo>
                <a:lnTo>
                  <a:pt x="235973" y="3816"/>
                </a:lnTo>
                <a:lnTo>
                  <a:pt x="235973" y="8396"/>
                </a:lnTo>
                <a:lnTo>
                  <a:pt x="230376" y="8396"/>
                </a:lnTo>
                <a:cubicBezTo>
                  <a:pt x="225287" y="8396"/>
                  <a:pt x="221216" y="9299"/>
                  <a:pt x="218163" y="11107"/>
                </a:cubicBezTo>
                <a:cubicBezTo>
                  <a:pt x="216043" y="12313"/>
                  <a:pt x="214347" y="14338"/>
                  <a:pt x="213075" y="17181"/>
                </a:cubicBezTo>
                <a:cubicBezTo>
                  <a:pt x="212142" y="19248"/>
                  <a:pt x="211676" y="24631"/>
                  <a:pt x="211676" y="33329"/>
                </a:cubicBezTo>
                <a:lnTo>
                  <a:pt x="211676" y="146799"/>
                </a:lnTo>
                <a:cubicBezTo>
                  <a:pt x="211676" y="155664"/>
                  <a:pt x="212142" y="161206"/>
                  <a:pt x="213075" y="163424"/>
                </a:cubicBezTo>
                <a:cubicBezTo>
                  <a:pt x="214008" y="165639"/>
                  <a:pt x="215916" y="167578"/>
                  <a:pt x="218799" y="169240"/>
                </a:cubicBezTo>
                <a:cubicBezTo>
                  <a:pt x="221683" y="170901"/>
                  <a:pt x="225542" y="171732"/>
                  <a:pt x="230376" y="171732"/>
                </a:cubicBezTo>
                <a:lnTo>
                  <a:pt x="235973" y="171732"/>
                </a:lnTo>
                <a:lnTo>
                  <a:pt x="235973" y="176312"/>
                </a:lnTo>
                <a:lnTo>
                  <a:pt x="145909" y="176312"/>
                </a:lnTo>
                <a:lnTo>
                  <a:pt x="145909" y="171732"/>
                </a:lnTo>
                <a:lnTo>
                  <a:pt x="151506" y="171732"/>
                </a:lnTo>
                <a:cubicBezTo>
                  <a:pt x="156594" y="171732"/>
                  <a:pt x="160665" y="170838"/>
                  <a:pt x="163718" y="169049"/>
                </a:cubicBezTo>
                <a:cubicBezTo>
                  <a:pt x="165838" y="167854"/>
                  <a:pt x="167534" y="165808"/>
                  <a:pt x="168806" y="162911"/>
                </a:cubicBezTo>
                <a:cubicBezTo>
                  <a:pt x="169739" y="160865"/>
                  <a:pt x="170206" y="155494"/>
                  <a:pt x="170206" y="146799"/>
                </a:cubicBezTo>
                <a:lnTo>
                  <a:pt x="170206" y="18954"/>
                </a:lnTo>
                <a:lnTo>
                  <a:pt x="104057" y="176312"/>
                </a:lnTo>
                <a:lnTo>
                  <a:pt x="101004" y="176312"/>
                </a:lnTo>
                <a:lnTo>
                  <a:pt x="33838" y="19972"/>
                </a:lnTo>
                <a:lnTo>
                  <a:pt x="33838" y="141456"/>
                </a:lnTo>
                <a:cubicBezTo>
                  <a:pt x="33838" y="150009"/>
                  <a:pt x="34050" y="155268"/>
                  <a:pt x="34474" y="157234"/>
                </a:cubicBezTo>
                <a:cubicBezTo>
                  <a:pt x="35576" y="161512"/>
                  <a:pt x="37972" y="164998"/>
                  <a:pt x="41661" y="167693"/>
                </a:cubicBezTo>
                <a:cubicBezTo>
                  <a:pt x="45350" y="170386"/>
                  <a:pt x="51138" y="171732"/>
                  <a:pt x="59025" y="171732"/>
                </a:cubicBezTo>
                <a:lnTo>
                  <a:pt x="59025" y="176312"/>
                </a:lnTo>
                <a:lnTo>
                  <a:pt x="0" y="176312"/>
                </a:lnTo>
                <a:lnTo>
                  <a:pt x="0" y="171732"/>
                </a:lnTo>
                <a:lnTo>
                  <a:pt x="1781" y="171732"/>
                </a:lnTo>
                <a:cubicBezTo>
                  <a:pt x="5597" y="171817"/>
                  <a:pt x="9159" y="171194"/>
                  <a:pt x="12466" y="169864"/>
                </a:cubicBezTo>
                <a:cubicBezTo>
                  <a:pt x="15774" y="168533"/>
                  <a:pt x="18276" y="166751"/>
                  <a:pt x="19972" y="164517"/>
                </a:cubicBezTo>
                <a:cubicBezTo>
                  <a:pt x="21668" y="162283"/>
                  <a:pt x="22982" y="159146"/>
                  <a:pt x="23915" y="155108"/>
                </a:cubicBezTo>
                <a:cubicBezTo>
                  <a:pt x="24085" y="154164"/>
                  <a:pt x="24170" y="149783"/>
                  <a:pt x="24170" y="141965"/>
                </a:cubicBezTo>
                <a:lnTo>
                  <a:pt x="24170" y="33329"/>
                </a:lnTo>
                <a:cubicBezTo>
                  <a:pt x="24170" y="24459"/>
                  <a:pt x="23703" y="18925"/>
                  <a:pt x="22770" y="16728"/>
                </a:cubicBezTo>
                <a:cubicBezTo>
                  <a:pt x="21838" y="14531"/>
                  <a:pt x="19929" y="12594"/>
                  <a:pt x="17046" y="10916"/>
                </a:cubicBezTo>
                <a:cubicBezTo>
                  <a:pt x="14163" y="9236"/>
                  <a:pt x="10304" y="8396"/>
                  <a:pt x="5470" y="8396"/>
                </a:cubicBezTo>
                <a:lnTo>
                  <a:pt x="0" y="8396"/>
                </a:lnTo>
                <a:lnTo>
                  <a:pt x="0" y="3816"/>
                </a:lnTo>
                <a:lnTo>
                  <a:pt x="70474" y="3816"/>
                </a:lnTo>
                <a:lnTo>
                  <a:pt x="118940" y="117390"/>
                </a:lnTo>
                <a:close/>
                <a:moveTo>
                  <a:pt x="313782" y="158757"/>
                </a:moveTo>
                <a:cubicBezTo>
                  <a:pt x="299280" y="171647"/>
                  <a:pt x="286262" y="178093"/>
                  <a:pt x="274729" y="178093"/>
                </a:cubicBezTo>
                <a:cubicBezTo>
                  <a:pt x="267944" y="178093"/>
                  <a:pt x="262305" y="175860"/>
                  <a:pt x="257810" y="171394"/>
                </a:cubicBezTo>
                <a:cubicBezTo>
                  <a:pt x="253315" y="166926"/>
                  <a:pt x="251068" y="161331"/>
                  <a:pt x="251068" y="154611"/>
                </a:cubicBezTo>
                <a:cubicBezTo>
                  <a:pt x="251068" y="145505"/>
                  <a:pt x="254969" y="137314"/>
                  <a:pt x="262771" y="130039"/>
                </a:cubicBezTo>
                <a:cubicBezTo>
                  <a:pt x="270573" y="122765"/>
                  <a:pt x="287577" y="113086"/>
                  <a:pt x="313782" y="101004"/>
                </a:cubicBezTo>
                <a:lnTo>
                  <a:pt x="313782" y="89046"/>
                </a:lnTo>
                <a:cubicBezTo>
                  <a:pt x="313782" y="80057"/>
                  <a:pt x="313294" y="74396"/>
                  <a:pt x="312319" y="72064"/>
                </a:cubicBezTo>
                <a:cubicBezTo>
                  <a:pt x="311344" y="69732"/>
                  <a:pt x="309499" y="67696"/>
                  <a:pt x="306785" y="65958"/>
                </a:cubicBezTo>
                <a:cubicBezTo>
                  <a:pt x="304072" y="64219"/>
                  <a:pt x="301019" y="63350"/>
                  <a:pt x="297626" y="63350"/>
                </a:cubicBezTo>
                <a:cubicBezTo>
                  <a:pt x="292114" y="63350"/>
                  <a:pt x="287577" y="64580"/>
                  <a:pt x="284015" y="67039"/>
                </a:cubicBezTo>
                <a:cubicBezTo>
                  <a:pt x="281810" y="68566"/>
                  <a:pt x="280708" y="70347"/>
                  <a:pt x="280708" y="72382"/>
                </a:cubicBezTo>
                <a:cubicBezTo>
                  <a:pt x="280708" y="74163"/>
                  <a:pt x="281895" y="76368"/>
                  <a:pt x="284269" y="78997"/>
                </a:cubicBezTo>
                <a:cubicBezTo>
                  <a:pt x="287492" y="82643"/>
                  <a:pt x="289103" y="86163"/>
                  <a:pt x="289103" y="89555"/>
                </a:cubicBezTo>
                <a:cubicBezTo>
                  <a:pt x="289103" y="93711"/>
                  <a:pt x="287556" y="97251"/>
                  <a:pt x="284460" y="100177"/>
                </a:cubicBezTo>
                <a:cubicBezTo>
                  <a:pt x="281365" y="103103"/>
                  <a:pt x="277315" y="104566"/>
                  <a:pt x="272312" y="104566"/>
                </a:cubicBezTo>
                <a:cubicBezTo>
                  <a:pt x="266969" y="104566"/>
                  <a:pt x="262496" y="102954"/>
                  <a:pt x="258891" y="99732"/>
                </a:cubicBezTo>
                <a:cubicBezTo>
                  <a:pt x="255287" y="96509"/>
                  <a:pt x="253485" y="92735"/>
                  <a:pt x="253485" y="88410"/>
                </a:cubicBezTo>
                <a:cubicBezTo>
                  <a:pt x="253485" y="82304"/>
                  <a:pt x="255902" y="76474"/>
                  <a:pt x="260736" y="70919"/>
                </a:cubicBezTo>
                <a:cubicBezTo>
                  <a:pt x="265570" y="65364"/>
                  <a:pt x="272312" y="61103"/>
                  <a:pt x="280962" y="58135"/>
                </a:cubicBezTo>
                <a:cubicBezTo>
                  <a:pt x="289612" y="55166"/>
                  <a:pt x="298602" y="53682"/>
                  <a:pt x="307930" y="53682"/>
                </a:cubicBezTo>
                <a:cubicBezTo>
                  <a:pt x="319210" y="53682"/>
                  <a:pt x="328135" y="56085"/>
                  <a:pt x="334708" y="60889"/>
                </a:cubicBezTo>
                <a:cubicBezTo>
                  <a:pt x="341280" y="65692"/>
                  <a:pt x="345542" y="70898"/>
                  <a:pt x="347492" y="76508"/>
                </a:cubicBezTo>
                <a:cubicBezTo>
                  <a:pt x="348680" y="80078"/>
                  <a:pt x="349273" y="88280"/>
                  <a:pt x="349273" y="101115"/>
                </a:cubicBezTo>
                <a:lnTo>
                  <a:pt x="349273" y="147399"/>
                </a:lnTo>
                <a:cubicBezTo>
                  <a:pt x="349273" y="152840"/>
                  <a:pt x="349485" y="156263"/>
                  <a:pt x="349909" y="157668"/>
                </a:cubicBezTo>
                <a:cubicBezTo>
                  <a:pt x="350333" y="159070"/>
                  <a:pt x="350969" y="160111"/>
                  <a:pt x="351817" y="160792"/>
                </a:cubicBezTo>
                <a:cubicBezTo>
                  <a:pt x="352666" y="161471"/>
                  <a:pt x="353641" y="161810"/>
                  <a:pt x="354743" y="161810"/>
                </a:cubicBezTo>
                <a:cubicBezTo>
                  <a:pt x="356948" y="161810"/>
                  <a:pt x="359196" y="160241"/>
                  <a:pt x="361485" y="157103"/>
                </a:cubicBezTo>
                <a:lnTo>
                  <a:pt x="365302" y="160156"/>
                </a:lnTo>
                <a:cubicBezTo>
                  <a:pt x="361061" y="166432"/>
                  <a:pt x="356673" y="170990"/>
                  <a:pt x="352136" y="173831"/>
                </a:cubicBezTo>
                <a:cubicBezTo>
                  <a:pt x="347598" y="176672"/>
                  <a:pt x="342446" y="178093"/>
                  <a:pt x="336680" y="178093"/>
                </a:cubicBezTo>
                <a:cubicBezTo>
                  <a:pt x="329895" y="178093"/>
                  <a:pt x="324595" y="176492"/>
                  <a:pt x="320778" y="173290"/>
                </a:cubicBezTo>
                <a:cubicBezTo>
                  <a:pt x="316962" y="170089"/>
                  <a:pt x="314630" y="165244"/>
                  <a:pt x="313782" y="158757"/>
                </a:cubicBezTo>
                <a:moveTo>
                  <a:pt x="313782" y="149343"/>
                </a:moveTo>
                <a:lnTo>
                  <a:pt x="313782" y="109551"/>
                </a:lnTo>
                <a:cubicBezTo>
                  <a:pt x="303520" y="115601"/>
                  <a:pt x="295888" y="122078"/>
                  <a:pt x="290884" y="128982"/>
                </a:cubicBezTo>
                <a:cubicBezTo>
                  <a:pt x="287577" y="133583"/>
                  <a:pt x="285923" y="138227"/>
                  <a:pt x="285923" y="142915"/>
                </a:cubicBezTo>
                <a:cubicBezTo>
                  <a:pt x="285923" y="146835"/>
                  <a:pt x="287323" y="150287"/>
                  <a:pt x="290121" y="153271"/>
                </a:cubicBezTo>
                <a:cubicBezTo>
                  <a:pt x="292241" y="155571"/>
                  <a:pt x="295209" y="156721"/>
                  <a:pt x="299026" y="156721"/>
                </a:cubicBezTo>
                <a:cubicBezTo>
                  <a:pt x="303266" y="156721"/>
                  <a:pt x="308185" y="154262"/>
                  <a:pt x="313782" y="149343"/>
                </a:cubicBezTo>
                <a:close/>
                <a:moveTo>
                  <a:pt x="426164" y="57244"/>
                </a:moveTo>
                <a:lnTo>
                  <a:pt x="426164" y="72764"/>
                </a:lnTo>
                <a:cubicBezTo>
                  <a:pt x="432270" y="66104"/>
                  <a:pt x="438122" y="61259"/>
                  <a:pt x="443719" y="58230"/>
                </a:cubicBezTo>
                <a:cubicBezTo>
                  <a:pt x="449316" y="55198"/>
                  <a:pt x="455337" y="53682"/>
                  <a:pt x="461783" y="53682"/>
                </a:cubicBezTo>
                <a:cubicBezTo>
                  <a:pt x="469500" y="53682"/>
                  <a:pt x="475903" y="55826"/>
                  <a:pt x="480991" y="60114"/>
                </a:cubicBezTo>
                <a:cubicBezTo>
                  <a:pt x="486080" y="64402"/>
                  <a:pt x="489472" y="69730"/>
                  <a:pt x="491168" y="76099"/>
                </a:cubicBezTo>
                <a:cubicBezTo>
                  <a:pt x="492525" y="80941"/>
                  <a:pt x="493203" y="90240"/>
                  <a:pt x="493203" y="103997"/>
                </a:cubicBezTo>
                <a:lnTo>
                  <a:pt x="493203" y="150361"/>
                </a:lnTo>
                <a:cubicBezTo>
                  <a:pt x="493203" y="159520"/>
                  <a:pt x="494030" y="165223"/>
                  <a:pt x="495684" y="167471"/>
                </a:cubicBezTo>
                <a:cubicBezTo>
                  <a:pt x="497338" y="169718"/>
                  <a:pt x="500793" y="171139"/>
                  <a:pt x="506051" y="171732"/>
                </a:cubicBezTo>
                <a:lnTo>
                  <a:pt x="506051" y="176312"/>
                </a:lnTo>
                <a:lnTo>
                  <a:pt x="445882" y="176312"/>
                </a:lnTo>
                <a:lnTo>
                  <a:pt x="445882" y="171732"/>
                </a:lnTo>
                <a:cubicBezTo>
                  <a:pt x="450376" y="171139"/>
                  <a:pt x="453599" y="169273"/>
                  <a:pt x="455549" y="166135"/>
                </a:cubicBezTo>
                <a:cubicBezTo>
                  <a:pt x="456906" y="164015"/>
                  <a:pt x="457585" y="158757"/>
                  <a:pt x="457585" y="150361"/>
                </a:cubicBezTo>
                <a:lnTo>
                  <a:pt x="457585" y="97442"/>
                </a:lnTo>
                <a:cubicBezTo>
                  <a:pt x="457585" y="87689"/>
                  <a:pt x="457203" y="81541"/>
                  <a:pt x="456440" y="78997"/>
                </a:cubicBezTo>
                <a:cubicBezTo>
                  <a:pt x="455677" y="76453"/>
                  <a:pt x="454383" y="74481"/>
                  <a:pt x="452560" y="73082"/>
                </a:cubicBezTo>
                <a:cubicBezTo>
                  <a:pt x="450737" y="71682"/>
                  <a:pt x="448723" y="70983"/>
                  <a:pt x="446518" y="70983"/>
                </a:cubicBezTo>
                <a:cubicBezTo>
                  <a:pt x="439224" y="70983"/>
                  <a:pt x="432440" y="76241"/>
                  <a:pt x="426164" y="86757"/>
                </a:cubicBezTo>
                <a:lnTo>
                  <a:pt x="426164" y="150361"/>
                </a:lnTo>
                <a:cubicBezTo>
                  <a:pt x="426164" y="159266"/>
                  <a:pt x="426991" y="164905"/>
                  <a:pt x="428645" y="167280"/>
                </a:cubicBezTo>
                <a:cubicBezTo>
                  <a:pt x="430298" y="169654"/>
                  <a:pt x="433373" y="171139"/>
                  <a:pt x="437867" y="171732"/>
                </a:cubicBezTo>
                <a:lnTo>
                  <a:pt x="437867" y="176312"/>
                </a:lnTo>
                <a:lnTo>
                  <a:pt x="377698" y="176312"/>
                </a:lnTo>
                <a:lnTo>
                  <a:pt x="377698" y="171732"/>
                </a:lnTo>
                <a:cubicBezTo>
                  <a:pt x="382701" y="171223"/>
                  <a:pt x="386263" y="169612"/>
                  <a:pt x="388383" y="166898"/>
                </a:cubicBezTo>
                <a:cubicBezTo>
                  <a:pt x="389825" y="165032"/>
                  <a:pt x="390546" y="159520"/>
                  <a:pt x="390546" y="150361"/>
                </a:cubicBezTo>
                <a:lnTo>
                  <a:pt x="390546" y="83195"/>
                </a:lnTo>
                <a:cubicBezTo>
                  <a:pt x="390546" y="74097"/>
                  <a:pt x="389719" y="68432"/>
                  <a:pt x="388065" y="66200"/>
                </a:cubicBezTo>
                <a:cubicBezTo>
                  <a:pt x="386411" y="63969"/>
                  <a:pt x="382955" y="62510"/>
                  <a:pt x="377698" y="61824"/>
                </a:cubicBezTo>
                <a:lnTo>
                  <a:pt x="377698" y="57244"/>
                </a:lnTo>
                <a:lnTo>
                  <a:pt x="426164" y="57244"/>
                </a:lnTo>
                <a:close/>
                <a:moveTo>
                  <a:pt x="636197" y="57244"/>
                </a:moveTo>
                <a:lnTo>
                  <a:pt x="636197" y="150361"/>
                </a:lnTo>
                <a:cubicBezTo>
                  <a:pt x="636197" y="159491"/>
                  <a:pt x="637045" y="165186"/>
                  <a:pt x="638741" y="167447"/>
                </a:cubicBezTo>
                <a:cubicBezTo>
                  <a:pt x="640437" y="169707"/>
                  <a:pt x="643872" y="171136"/>
                  <a:pt x="649045" y="171732"/>
                </a:cubicBezTo>
                <a:lnTo>
                  <a:pt x="649045" y="176312"/>
                </a:lnTo>
                <a:lnTo>
                  <a:pt x="600578" y="176312"/>
                </a:lnTo>
                <a:lnTo>
                  <a:pt x="600578" y="160411"/>
                </a:lnTo>
                <a:cubicBezTo>
                  <a:pt x="594896" y="167195"/>
                  <a:pt x="589214" y="172135"/>
                  <a:pt x="583532" y="175230"/>
                </a:cubicBezTo>
                <a:cubicBezTo>
                  <a:pt x="577850" y="178326"/>
                  <a:pt x="571490" y="179874"/>
                  <a:pt x="564451" y="179874"/>
                </a:cubicBezTo>
                <a:cubicBezTo>
                  <a:pt x="557751" y="179874"/>
                  <a:pt x="551794" y="177817"/>
                  <a:pt x="546578" y="173704"/>
                </a:cubicBezTo>
                <a:cubicBezTo>
                  <a:pt x="541363" y="169591"/>
                  <a:pt x="537864" y="164778"/>
                  <a:pt x="536083" y="159266"/>
                </a:cubicBezTo>
                <a:cubicBezTo>
                  <a:pt x="534302" y="153753"/>
                  <a:pt x="533412" y="144128"/>
                  <a:pt x="533412" y="130389"/>
                </a:cubicBezTo>
                <a:lnTo>
                  <a:pt x="533412" y="83195"/>
                </a:lnTo>
                <a:cubicBezTo>
                  <a:pt x="533412" y="74097"/>
                  <a:pt x="532585" y="68432"/>
                  <a:pt x="530931" y="66200"/>
                </a:cubicBezTo>
                <a:cubicBezTo>
                  <a:pt x="529278" y="63969"/>
                  <a:pt x="525822" y="62510"/>
                  <a:pt x="520564" y="61824"/>
                </a:cubicBezTo>
                <a:lnTo>
                  <a:pt x="520564" y="57244"/>
                </a:lnTo>
                <a:lnTo>
                  <a:pt x="569031" y="57244"/>
                </a:lnTo>
                <a:lnTo>
                  <a:pt x="569031" y="138630"/>
                </a:lnTo>
                <a:cubicBezTo>
                  <a:pt x="569031" y="147121"/>
                  <a:pt x="569433" y="152598"/>
                  <a:pt x="570239" y="155060"/>
                </a:cubicBezTo>
                <a:cubicBezTo>
                  <a:pt x="571045" y="157522"/>
                  <a:pt x="572317" y="159390"/>
                  <a:pt x="574055" y="160665"/>
                </a:cubicBezTo>
                <a:cubicBezTo>
                  <a:pt x="575794" y="161937"/>
                  <a:pt x="577808" y="162573"/>
                  <a:pt x="580098" y="162573"/>
                </a:cubicBezTo>
                <a:cubicBezTo>
                  <a:pt x="583151" y="162573"/>
                  <a:pt x="585907" y="161767"/>
                  <a:pt x="588366" y="160156"/>
                </a:cubicBezTo>
                <a:cubicBezTo>
                  <a:pt x="591759" y="157951"/>
                  <a:pt x="595829" y="153499"/>
                  <a:pt x="600578" y="146799"/>
                </a:cubicBezTo>
                <a:lnTo>
                  <a:pt x="600578" y="83195"/>
                </a:lnTo>
                <a:cubicBezTo>
                  <a:pt x="600578" y="74097"/>
                  <a:pt x="599751" y="68432"/>
                  <a:pt x="598098" y="66200"/>
                </a:cubicBezTo>
                <a:cubicBezTo>
                  <a:pt x="596444" y="63969"/>
                  <a:pt x="592988" y="62510"/>
                  <a:pt x="587730" y="61824"/>
                </a:cubicBezTo>
                <a:lnTo>
                  <a:pt x="587730" y="57244"/>
                </a:lnTo>
                <a:lnTo>
                  <a:pt x="636197" y="57244"/>
                </a:lnTo>
                <a:close/>
                <a:moveTo>
                  <a:pt x="730724" y="158757"/>
                </a:moveTo>
                <a:cubicBezTo>
                  <a:pt x="716222" y="171647"/>
                  <a:pt x="703205" y="178093"/>
                  <a:pt x="691671" y="178093"/>
                </a:cubicBezTo>
                <a:cubicBezTo>
                  <a:pt x="684886" y="178093"/>
                  <a:pt x="679247" y="175860"/>
                  <a:pt x="674752" y="171394"/>
                </a:cubicBezTo>
                <a:cubicBezTo>
                  <a:pt x="670257" y="166926"/>
                  <a:pt x="668010" y="161331"/>
                  <a:pt x="668010" y="154611"/>
                </a:cubicBezTo>
                <a:cubicBezTo>
                  <a:pt x="668010" y="145505"/>
                  <a:pt x="671911" y="137314"/>
                  <a:pt x="679713" y="130039"/>
                </a:cubicBezTo>
                <a:cubicBezTo>
                  <a:pt x="687515" y="122765"/>
                  <a:pt x="704519" y="113086"/>
                  <a:pt x="730724" y="101004"/>
                </a:cubicBezTo>
                <a:lnTo>
                  <a:pt x="730724" y="89046"/>
                </a:lnTo>
                <a:cubicBezTo>
                  <a:pt x="730724" y="80057"/>
                  <a:pt x="730236" y="74396"/>
                  <a:pt x="729261" y="72064"/>
                </a:cubicBezTo>
                <a:cubicBezTo>
                  <a:pt x="728286" y="69732"/>
                  <a:pt x="726441" y="67696"/>
                  <a:pt x="723728" y="65958"/>
                </a:cubicBezTo>
                <a:cubicBezTo>
                  <a:pt x="721014" y="64219"/>
                  <a:pt x="717961" y="63350"/>
                  <a:pt x="714569" y="63350"/>
                </a:cubicBezTo>
                <a:cubicBezTo>
                  <a:pt x="709056" y="63350"/>
                  <a:pt x="704519" y="64580"/>
                  <a:pt x="700957" y="67039"/>
                </a:cubicBezTo>
                <a:cubicBezTo>
                  <a:pt x="698752" y="68566"/>
                  <a:pt x="697650" y="70347"/>
                  <a:pt x="697650" y="72382"/>
                </a:cubicBezTo>
                <a:cubicBezTo>
                  <a:pt x="697650" y="74163"/>
                  <a:pt x="698837" y="76368"/>
                  <a:pt x="701212" y="78997"/>
                </a:cubicBezTo>
                <a:cubicBezTo>
                  <a:pt x="704434" y="82643"/>
                  <a:pt x="706046" y="86163"/>
                  <a:pt x="706046" y="89555"/>
                </a:cubicBezTo>
                <a:cubicBezTo>
                  <a:pt x="706046" y="93711"/>
                  <a:pt x="704498" y="97251"/>
                  <a:pt x="701402" y="100177"/>
                </a:cubicBezTo>
                <a:cubicBezTo>
                  <a:pt x="698307" y="103103"/>
                  <a:pt x="694258" y="104566"/>
                  <a:pt x="689254" y="104566"/>
                </a:cubicBezTo>
                <a:cubicBezTo>
                  <a:pt x="683911" y="104566"/>
                  <a:pt x="679438" y="102954"/>
                  <a:pt x="675833" y="99732"/>
                </a:cubicBezTo>
                <a:cubicBezTo>
                  <a:pt x="672229" y="96509"/>
                  <a:pt x="670427" y="92735"/>
                  <a:pt x="670427" y="88410"/>
                </a:cubicBezTo>
                <a:cubicBezTo>
                  <a:pt x="670427" y="82304"/>
                  <a:pt x="672844" y="76474"/>
                  <a:pt x="677678" y="70919"/>
                </a:cubicBezTo>
                <a:cubicBezTo>
                  <a:pt x="682512" y="65364"/>
                  <a:pt x="689254" y="61103"/>
                  <a:pt x="697904" y="58135"/>
                </a:cubicBezTo>
                <a:cubicBezTo>
                  <a:pt x="706554" y="55166"/>
                  <a:pt x="715544" y="53682"/>
                  <a:pt x="724872" y="53682"/>
                </a:cubicBezTo>
                <a:cubicBezTo>
                  <a:pt x="736152" y="53682"/>
                  <a:pt x="745078" y="56085"/>
                  <a:pt x="751650" y="60889"/>
                </a:cubicBezTo>
                <a:cubicBezTo>
                  <a:pt x="758222" y="65692"/>
                  <a:pt x="762484" y="70898"/>
                  <a:pt x="764434" y="76508"/>
                </a:cubicBezTo>
                <a:cubicBezTo>
                  <a:pt x="765622" y="80078"/>
                  <a:pt x="766215" y="88280"/>
                  <a:pt x="766215" y="101115"/>
                </a:cubicBezTo>
                <a:lnTo>
                  <a:pt x="766215" y="147399"/>
                </a:lnTo>
                <a:cubicBezTo>
                  <a:pt x="766215" y="152840"/>
                  <a:pt x="766427" y="156263"/>
                  <a:pt x="766851" y="157668"/>
                </a:cubicBezTo>
                <a:cubicBezTo>
                  <a:pt x="767275" y="159070"/>
                  <a:pt x="767912" y="160111"/>
                  <a:pt x="768760" y="160792"/>
                </a:cubicBezTo>
                <a:cubicBezTo>
                  <a:pt x="769608" y="161471"/>
                  <a:pt x="770583" y="161810"/>
                  <a:pt x="771685" y="161810"/>
                </a:cubicBezTo>
                <a:cubicBezTo>
                  <a:pt x="773890" y="161810"/>
                  <a:pt x="776138" y="160241"/>
                  <a:pt x="778427" y="157103"/>
                </a:cubicBezTo>
                <a:lnTo>
                  <a:pt x="782244" y="160156"/>
                </a:lnTo>
                <a:cubicBezTo>
                  <a:pt x="778003" y="166432"/>
                  <a:pt x="773615" y="170990"/>
                  <a:pt x="769078" y="173831"/>
                </a:cubicBezTo>
                <a:cubicBezTo>
                  <a:pt x="764540" y="176672"/>
                  <a:pt x="759389" y="178093"/>
                  <a:pt x="753622" y="178093"/>
                </a:cubicBezTo>
                <a:cubicBezTo>
                  <a:pt x="746837" y="178093"/>
                  <a:pt x="741537" y="176492"/>
                  <a:pt x="737721" y="173290"/>
                </a:cubicBezTo>
                <a:cubicBezTo>
                  <a:pt x="733904" y="170089"/>
                  <a:pt x="731572" y="165244"/>
                  <a:pt x="730724" y="158757"/>
                </a:cubicBezTo>
                <a:moveTo>
                  <a:pt x="730724" y="149343"/>
                </a:moveTo>
                <a:lnTo>
                  <a:pt x="730724" y="109551"/>
                </a:lnTo>
                <a:cubicBezTo>
                  <a:pt x="720463" y="115601"/>
                  <a:pt x="712830" y="122078"/>
                  <a:pt x="707826" y="128982"/>
                </a:cubicBezTo>
                <a:cubicBezTo>
                  <a:pt x="704519" y="133583"/>
                  <a:pt x="702865" y="138227"/>
                  <a:pt x="702865" y="142915"/>
                </a:cubicBezTo>
                <a:cubicBezTo>
                  <a:pt x="702865" y="146835"/>
                  <a:pt x="704265" y="150287"/>
                  <a:pt x="707063" y="153271"/>
                </a:cubicBezTo>
                <a:cubicBezTo>
                  <a:pt x="709183" y="155571"/>
                  <a:pt x="712152" y="156721"/>
                  <a:pt x="715968" y="156721"/>
                </a:cubicBezTo>
                <a:cubicBezTo>
                  <a:pt x="720208" y="156721"/>
                  <a:pt x="725127" y="154262"/>
                  <a:pt x="730724" y="149343"/>
                </a:cubicBezTo>
                <a:close/>
                <a:moveTo>
                  <a:pt x="841071" y="3816"/>
                </a:moveTo>
                <a:lnTo>
                  <a:pt x="841071" y="151633"/>
                </a:lnTo>
                <a:cubicBezTo>
                  <a:pt x="841071" y="160029"/>
                  <a:pt x="842047" y="165393"/>
                  <a:pt x="843997" y="167725"/>
                </a:cubicBezTo>
                <a:cubicBezTo>
                  <a:pt x="845948" y="170057"/>
                  <a:pt x="849764" y="171393"/>
                  <a:pt x="855446" y="171732"/>
                </a:cubicBezTo>
                <a:lnTo>
                  <a:pt x="855446" y="176312"/>
                </a:lnTo>
                <a:lnTo>
                  <a:pt x="791206" y="176312"/>
                </a:lnTo>
                <a:lnTo>
                  <a:pt x="791206" y="171732"/>
                </a:lnTo>
                <a:cubicBezTo>
                  <a:pt x="796464" y="171563"/>
                  <a:pt x="800365" y="170036"/>
                  <a:pt x="802909" y="167153"/>
                </a:cubicBezTo>
                <a:cubicBezTo>
                  <a:pt x="804605" y="165202"/>
                  <a:pt x="805453" y="160029"/>
                  <a:pt x="805453" y="151633"/>
                </a:cubicBezTo>
                <a:lnTo>
                  <a:pt x="805453" y="28495"/>
                </a:lnTo>
                <a:cubicBezTo>
                  <a:pt x="805453" y="20131"/>
                  <a:pt x="804478" y="14776"/>
                  <a:pt x="802527" y="12431"/>
                </a:cubicBezTo>
                <a:cubicBezTo>
                  <a:pt x="800577" y="10083"/>
                  <a:pt x="796803" y="8738"/>
                  <a:pt x="791206" y="8396"/>
                </a:cubicBezTo>
                <a:lnTo>
                  <a:pt x="791206" y="3816"/>
                </a:lnTo>
                <a:lnTo>
                  <a:pt x="841071" y="3816"/>
                </a:lnTo>
                <a:close/>
                <a:moveTo>
                  <a:pt x="1016773" y="126955"/>
                </a:moveTo>
                <a:lnTo>
                  <a:pt x="955840" y="126955"/>
                </a:lnTo>
                <a:lnTo>
                  <a:pt x="948589" y="143830"/>
                </a:lnTo>
                <a:cubicBezTo>
                  <a:pt x="946214" y="149488"/>
                  <a:pt x="945027" y="154160"/>
                  <a:pt x="945027" y="157846"/>
                </a:cubicBezTo>
                <a:cubicBezTo>
                  <a:pt x="945027" y="162731"/>
                  <a:pt x="946978" y="166331"/>
                  <a:pt x="950879" y="168647"/>
                </a:cubicBezTo>
                <a:cubicBezTo>
                  <a:pt x="953168" y="170017"/>
                  <a:pt x="958808" y="171046"/>
                  <a:pt x="967798" y="171732"/>
                </a:cubicBezTo>
                <a:lnTo>
                  <a:pt x="967798" y="176312"/>
                </a:lnTo>
                <a:lnTo>
                  <a:pt x="910426" y="176312"/>
                </a:lnTo>
                <a:lnTo>
                  <a:pt x="910426" y="171732"/>
                </a:lnTo>
                <a:cubicBezTo>
                  <a:pt x="916617" y="170791"/>
                  <a:pt x="921705" y="168202"/>
                  <a:pt x="925691" y="163964"/>
                </a:cubicBezTo>
                <a:cubicBezTo>
                  <a:pt x="929677" y="159724"/>
                  <a:pt x="934596" y="150968"/>
                  <a:pt x="940448" y="137696"/>
                </a:cubicBezTo>
                <a:lnTo>
                  <a:pt x="1002144" y="0"/>
                </a:lnTo>
                <a:lnTo>
                  <a:pt x="1004561" y="0"/>
                </a:lnTo>
                <a:lnTo>
                  <a:pt x="1066766" y="141532"/>
                </a:lnTo>
                <a:cubicBezTo>
                  <a:pt x="1072703" y="155069"/>
                  <a:pt x="1077579" y="163593"/>
                  <a:pt x="1081395" y="167105"/>
                </a:cubicBezTo>
                <a:cubicBezTo>
                  <a:pt x="1084279" y="169760"/>
                  <a:pt x="1088349" y="171303"/>
                  <a:pt x="1093607" y="171732"/>
                </a:cubicBezTo>
                <a:lnTo>
                  <a:pt x="1093607" y="176312"/>
                </a:lnTo>
                <a:lnTo>
                  <a:pt x="1010158" y="176312"/>
                </a:lnTo>
                <a:lnTo>
                  <a:pt x="1010158" y="171732"/>
                </a:lnTo>
                <a:lnTo>
                  <a:pt x="1013593" y="171732"/>
                </a:lnTo>
                <a:cubicBezTo>
                  <a:pt x="1020292" y="171732"/>
                  <a:pt x="1024999" y="170783"/>
                  <a:pt x="1027713" y="168886"/>
                </a:cubicBezTo>
                <a:cubicBezTo>
                  <a:pt x="1029579" y="167508"/>
                  <a:pt x="1030512" y="165524"/>
                  <a:pt x="1030512" y="162935"/>
                </a:cubicBezTo>
                <a:cubicBezTo>
                  <a:pt x="1030512" y="161384"/>
                  <a:pt x="1030257" y="159789"/>
                  <a:pt x="1029748" y="158149"/>
                </a:cubicBezTo>
                <a:cubicBezTo>
                  <a:pt x="1029579" y="157375"/>
                  <a:pt x="1028307" y="154142"/>
                  <a:pt x="1025932" y="148449"/>
                </a:cubicBezTo>
                <a:lnTo>
                  <a:pt x="1016773" y="126955"/>
                </a:lnTo>
                <a:moveTo>
                  <a:pt x="1012448" y="117541"/>
                </a:moveTo>
                <a:lnTo>
                  <a:pt x="986752" y="58063"/>
                </a:lnTo>
                <a:lnTo>
                  <a:pt x="960292" y="117541"/>
                </a:lnTo>
                <a:lnTo>
                  <a:pt x="1012448" y="117541"/>
                </a:lnTo>
                <a:close/>
                <a:moveTo>
                  <a:pt x="1152792" y="57244"/>
                </a:moveTo>
                <a:lnTo>
                  <a:pt x="1152792" y="72764"/>
                </a:lnTo>
                <a:cubicBezTo>
                  <a:pt x="1158898" y="66104"/>
                  <a:pt x="1164750" y="61259"/>
                  <a:pt x="1170347" y="58230"/>
                </a:cubicBezTo>
                <a:cubicBezTo>
                  <a:pt x="1175944" y="55198"/>
                  <a:pt x="1181966" y="53682"/>
                  <a:pt x="1188411" y="53682"/>
                </a:cubicBezTo>
                <a:cubicBezTo>
                  <a:pt x="1196128" y="53682"/>
                  <a:pt x="1202531" y="55826"/>
                  <a:pt x="1207619" y="60114"/>
                </a:cubicBezTo>
                <a:cubicBezTo>
                  <a:pt x="1212708" y="64402"/>
                  <a:pt x="1216100" y="69730"/>
                  <a:pt x="1217796" y="76099"/>
                </a:cubicBezTo>
                <a:cubicBezTo>
                  <a:pt x="1219153" y="80941"/>
                  <a:pt x="1219832" y="90240"/>
                  <a:pt x="1219832" y="103997"/>
                </a:cubicBezTo>
                <a:lnTo>
                  <a:pt x="1219832" y="150361"/>
                </a:lnTo>
                <a:cubicBezTo>
                  <a:pt x="1219832" y="159520"/>
                  <a:pt x="1220658" y="165223"/>
                  <a:pt x="1222312" y="167471"/>
                </a:cubicBezTo>
                <a:cubicBezTo>
                  <a:pt x="1223966" y="169718"/>
                  <a:pt x="1227422" y="171139"/>
                  <a:pt x="1232680" y="171732"/>
                </a:cubicBezTo>
                <a:lnTo>
                  <a:pt x="1232680" y="176312"/>
                </a:lnTo>
                <a:lnTo>
                  <a:pt x="1172510" y="176312"/>
                </a:lnTo>
                <a:lnTo>
                  <a:pt x="1172510" y="171732"/>
                </a:lnTo>
                <a:cubicBezTo>
                  <a:pt x="1177005" y="171139"/>
                  <a:pt x="1180227" y="169273"/>
                  <a:pt x="1182178" y="166135"/>
                </a:cubicBezTo>
                <a:cubicBezTo>
                  <a:pt x="1183535" y="164015"/>
                  <a:pt x="1184213" y="158757"/>
                  <a:pt x="1184213" y="150361"/>
                </a:cubicBezTo>
                <a:lnTo>
                  <a:pt x="1184213" y="97442"/>
                </a:lnTo>
                <a:cubicBezTo>
                  <a:pt x="1184213" y="87689"/>
                  <a:pt x="1183831" y="81541"/>
                  <a:pt x="1183068" y="78997"/>
                </a:cubicBezTo>
                <a:cubicBezTo>
                  <a:pt x="1182305" y="76453"/>
                  <a:pt x="1181012" y="74481"/>
                  <a:pt x="1179188" y="73082"/>
                </a:cubicBezTo>
                <a:cubicBezTo>
                  <a:pt x="1177365" y="71682"/>
                  <a:pt x="1175351" y="70983"/>
                  <a:pt x="1173146" y="70983"/>
                </a:cubicBezTo>
                <a:cubicBezTo>
                  <a:pt x="1165853" y="70983"/>
                  <a:pt x="1159068" y="76241"/>
                  <a:pt x="1152792" y="86757"/>
                </a:cubicBezTo>
                <a:lnTo>
                  <a:pt x="1152792" y="150361"/>
                </a:lnTo>
                <a:cubicBezTo>
                  <a:pt x="1152792" y="159266"/>
                  <a:pt x="1153619" y="164905"/>
                  <a:pt x="1155273" y="167280"/>
                </a:cubicBezTo>
                <a:cubicBezTo>
                  <a:pt x="1156927" y="169654"/>
                  <a:pt x="1160001" y="171139"/>
                  <a:pt x="1164496" y="171732"/>
                </a:cubicBezTo>
                <a:lnTo>
                  <a:pt x="1164496" y="176312"/>
                </a:lnTo>
                <a:lnTo>
                  <a:pt x="1104326" y="176312"/>
                </a:lnTo>
                <a:lnTo>
                  <a:pt x="1104326" y="171732"/>
                </a:lnTo>
                <a:cubicBezTo>
                  <a:pt x="1109329" y="171223"/>
                  <a:pt x="1112891" y="169612"/>
                  <a:pt x="1115011" y="166898"/>
                </a:cubicBezTo>
                <a:cubicBezTo>
                  <a:pt x="1116453" y="165032"/>
                  <a:pt x="1117174" y="159520"/>
                  <a:pt x="1117174" y="150361"/>
                </a:cubicBezTo>
                <a:lnTo>
                  <a:pt x="1117174" y="83195"/>
                </a:lnTo>
                <a:cubicBezTo>
                  <a:pt x="1117174" y="74097"/>
                  <a:pt x="1116347" y="68432"/>
                  <a:pt x="1114693" y="66200"/>
                </a:cubicBezTo>
                <a:cubicBezTo>
                  <a:pt x="1113040" y="63969"/>
                  <a:pt x="1109584" y="62510"/>
                  <a:pt x="1104326" y="61824"/>
                </a:cubicBezTo>
                <a:lnTo>
                  <a:pt x="1104326" y="57244"/>
                </a:lnTo>
                <a:lnTo>
                  <a:pt x="1152792" y="57244"/>
                </a:lnTo>
                <a:close/>
                <a:moveTo>
                  <a:pt x="1313622" y="158757"/>
                </a:moveTo>
                <a:cubicBezTo>
                  <a:pt x="1299120" y="171647"/>
                  <a:pt x="1286103" y="178093"/>
                  <a:pt x="1274569" y="178093"/>
                </a:cubicBezTo>
                <a:cubicBezTo>
                  <a:pt x="1267784" y="178093"/>
                  <a:pt x="1262145" y="175860"/>
                  <a:pt x="1257650" y="171394"/>
                </a:cubicBezTo>
                <a:cubicBezTo>
                  <a:pt x="1253155" y="166926"/>
                  <a:pt x="1250908" y="161331"/>
                  <a:pt x="1250908" y="154611"/>
                </a:cubicBezTo>
                <a:cubicBezTo>
                  <a:pt x="1250908" y="145505"/>
                  <a:pt x="1254809" y="137314"/>
                  <a:pt x="1262611" y="130039"/>
                </a:cubicBezTo>
                <a:cubicBezTo>
                  <a:pt x="1270413" y="122765"/>
                  <a:pt x="1287417" y="113086"/>
                  <a:pt x="1313622" y="101004"/>
                </a:cubicBezTo>
                <a:lnTo>
                  <a:pt x="1313622" y="89046"/>
                </a:lnTo>
                <a:cubicBezTo>
                  <a:pt x="1313622" y="80057"/>
                  <a:pt x="1313134" y="74396"/>
                  <a:pt x="1312159" y="72064"/>
                </a:cubicBezTo>
                <a:cubicBezTo>
                  <a:pt x="1311184" y="69732"/>
                  <a:pt x="1309339" y="67696"/>
                  <a:pt x="1306626" y="65958"/>
                </a:cubicBezTo>
                <a:cubicBezTo>
                  <a:pt x="1303912" y="64219"/>
                  <a:pt x="1300859" y="63350"/>
                  <a:pt x="1297467" y="63350"/>
                </a:cubicBezTo>
                <a:cubicBezTo>
                  <a:pt x="1291954" y="63350"/>
                  <a:pt x="1287417" y="64580"/>
                  <a:pt x="1283855" y="67039"/>
                </a:cubicBezTo>
                <a:cubicBezTo>
                  <a:pt x="1281650" y="68566"/>
                  <a:pt x="1280548" y="70347"/>
                  <a:pt x="1280548" y="72382"/>
                </a:cubicBezTo>
                <a:cubicBezTo>
                  <a:pt x="1280548" y="74163"/>
                  <a:pt x="1281735" y="76368"/>
                  <a:pt x="1284110" y="78997"/>
                </a:cubicBezTo>
                <a:cubicBezTo>
                  <a:pt x="1287332" y="82643"/>
                  <a:pt x="1288944" y="86163"/>
                  <a:pt x="1288944" y="89555"/>
                </a:cubicBezTo>
                <a:cubicBezTo>
                  <a:pt x="1288944" y="93711"/>
                  <a:pt x="1287396" y="97251"/>
                  <a:pt x="1284300" y="100177"/>
                </a:cubicBezTo>
                <a:cubicBezTo>
                  <a:pt x="1281205" y="103103"/>
                  <a:pt x="1277156" y="104566"/>
                  <a:pt x="1272152" y="104566"/>
                </a:cubicBezTo>
                <a:cubicBezTo>
                  <a:pt x="1266809" y="104566"/>
                  <a:pt x="1262336" y="102954"/>
                  <a:pt x="1258731" y="99732"/>
                </a:cubicBezTo>
                <a:cubicBezTo>
                  <a:pt x="1255127" y="96509"/>
                  <a:pt x="1253325" y="92735"/>
                  <a:pt x="1253325" y="88410"/>
                </a:cubicBezTo>
                <a:cubicBezTo>
                  <a:pt x="1253325" y="82304"/>
                  <a:pt x="1255742" y="76474"/>
                  <a:pt x="1260576" y="70919"/>
                </a:cubicBezTo>
                <a:cubicBezTo>
                  <a:pt x="1265410" y="65364"/>
                  <a:pt x="1272152" y="61103"/>
                  <a:pt x="1280802" y="58135"/>
                </a:cubicBezTo>
                <a:cubicBezTo>
                  <a:pt x="1289452" y="55166"/>
                  <a:pt x="1298442" y="53682"/>
                  <a:pt x="1307770" y="53682"/>
                </a:cubicBezTo>
                <a:cubicBezTo>
                  <a:pt x="1319050" y="53682"/>
                  <a:pt x="1327976" y="56085"/>
                  <a:pt x="1334548" y="60889"/>
                </a:cubicBezTo>
                <a:cubicBezTo>
                  <a:pt x="1341120" y="65692"/>
                  <a:pt x="1345382" y="70898"/>
                  <a:pt x="1347332" y="76508"/>
                </a:cubicBezTo>
                <a:cubicBezTo>
                  <a:pt x="1348520" y="80078"/>
                  <a:pt x="1349113" y="88280"/>
                  <a:pt x="1349113" y="101115"/>
                </a:cubicBezTo>
                <a:lnTo>
                  <a:pt x="1349113" y="147399"/>
                </a:lnTo>
                <a:cubicBezTo>
                  <a:pt x="1349113" y="152840"/>
                  <a:pt x="1349325" y="156263"/>
                  <a:pt x="1349749" y="157668"/>
                </a:cubicBezTo>
                <a:cubicBezTo>
                  <a:pt x="1350173" y="159070"/>
                  <a:pt x="1350810" y="160111"/>
                  <a:pt x="1351658" y="160792"/>
                </a:cubicBezTo>
                <a:cubicBezTo>
                  <a:pt x="1352506" y="161471"/>
                  <a:pt x="1353481" y="161810"/>
                  <a:pt x="1354583" y="161810"/>
                </a:cubicBezTo>
                <a:cubicBezTo>
                  <a:pt x="1356788" y="161810"/>
                  <a:pt x="1359036" y="160241"/>
                  <a:pt x="1361325" y="157103"/>
                </a:cubicBezTo>
                <a:lnTo>
                  <a:pt x="1365142" y="160156"/>
                </a:lnTo>
                <a:cubicBezTo>
                  <a:pt x="1360901" y="166432"/>
                  <a:pt x="1356513" y="170990"/>
                  <a:pt x="1351976" y="173831"/>
                </a:cubicBezTo>
                <a:cubicBezTo>
                  <a:pt x="1347438" y="176672"/>
                  <a:pt x="1342287" y="178093"/>
                  <a:pt x="1336520" y="178093"/>
                </a:cubicBezTo>
                <a:cubicBezTo>
                  <a:pt x="1329735" y="178093"/>
                  <a:pt x="1324435" y="176492"/>
                  <a:pt x="1320619" y="173290"/>
                </a:cubicBezTo>
                <a:cubicBezTo>
                  <a:pt x="1316802" y="170089"/>
                  <a:pt x="1314470" y="165244"/>
                  <a:pt x="1313622" y="158757"/>
                </a:cubicBezTo>
                <a:moveTo>
                  <a:pt x="1313622" y="149343"/>
                </a:moveTo>
                <a:lnTo>
                  <a:pt x="1313622" y="109551"/>
                </a:lnTo>
                <a:cubicBezTo>
                  <a:pt x="1303361" y="115601"/>
                  <a:pt x="1295728" y="122078"/>
                  <a:pt x="1290724" y="128982"/>
                </a:cubicBezTo>
                <a:cubicBezTo>
                  <a:pt x="1287417" y="133583"/>
                  <a:pt x="1285763" y="138227"/>
                  <a:pt x="1285763" y="142915"/>
                </a:cubicBezTo>
                <a:cubicBezTo>
                  <a:pt x="1285763" y="146835"/>
                  <a:pt x="1287163" y="150287"/>
                  <a:pt x="1289961" y="153271"/>
                </a:cubicBezTo>
                <a:cubicBezTo>
                  <a:pt x="1292081" y="155571"/>
                  <a:pt x="1295050" y="156721"/>
                  <a:pt x="1298866" y="156721"/>
                </a:cubicBezTo>
                <a:cubicBezTo>
                  <a:pt x="1303106" y="156721"/>
                  <a:pt x="1308025" y="154262"/>
                  <a:pt x="1313622" y="149343"/>
                </a:cubicBezTo>
                <a:close/>
                <a:moveTo>
                  <a:pt x="1423995" y="3816"/>
                </a:moveTo>
                <a:lnTo>
                  <a:pt x="1423995" y="151633"/>
                </a:lnTo>
                <a:cubicBezTo>
                  <a:pt x="1423995" y="160029"/>
                  <a:pt x="1424970" y="165393"/>
                  <a:pt x="1426921" y="167725"/>
                </a:cubicBezTo>
                <a:cubicBezTo>
                  <a:pt x="1428871" y="170057"/>
                  <a:pt x="1432688" y="171393"/>
                  <a:pt x="1438370" y="171732"/>
                </a:cubicBezTo>
                <a:lnTo>
                  <a:pt x="1438370" y="176312"/>
                </a:lnTo>
                <a:lnTo>
                  <a:pt x="1374129" y="176312"/>
                </a:lnTo>
                <a:lnTo>
                  <a:pt x="1374129" y="171732"/>
                </a:lnTo>
                <a:cubicBezTo>
                  <a:pt x="1379387" y="171563"/>
                  <a:pt x="1383288" y="170036"/>
                  <a:pt x="1385832" y="167153"/>
                </a:cubicBezTo>
                <a:cubicBezTo>
                  <a:pt x="1387528" y="165202"/>
                  <a:pt x="1388376" y="160029"/>
                  <a:pt x="1388376" y="151633"/>
                </a:cubicBezTo>
                <a:lnTo>
                  <a:pt x="1388376" y="28495"/>
                </a:lnTo>
                <a:cubicBezTo>
                  <a:pt x="1388376" y="20131"/>
                  <a:pt x="1387401" y="14776"/>
                  <a:pt x="1385451" y="12431"/>
                </a:cubicBezTo>
                <a:cubicBezTo>
                  <a:pt x="1383500" y="10083"/>
                  <a:pt x="1379726" y="8738"/>
                  <a:pt x="1374129" y="8396"/>
                </a:cubicBezTo>
                <a:lnTo>
                  <a:pt x="1374129" y="3816"/>
                </a:lnTo>
                <a:lnTo>
                  <a:pt x="1423995" y="3816"/>
                </a:lnTo>
                <a:close/>
                <a:moveTo>
                  <a:pt x="1503888" y="181261"/>
                </a:moveTo>
                <a:lnTo>
                  <a:pt x="1465471" y="92898"/>
                </a:lnTo>
                <a:cubicBezTo>
                  <a:pt x="1459704" y="79515"/>
                  <a:pt x="1455442" y="71289"/>
                  <a:pt x="1452686" y="68220"/>
                </a:cubicBezTo>
                <a:cubicBezTo>
                  <a:pt x="1449930" y="65148"/>
                  <a:pt x="1446601" y="63016"/>
                  <a:pt x="1442700" y="61824"/>
                </a:cubicBezTo>
                <a:lnTo>
                  <a:pt x="1442700" y="57244"/>
                </a:lnTo>
                <a:lnTo>
                  <a:pt x="1505923" y="57244"/>
                </a:lnTo>
                <a:lnTo>
                  <a:pt x="1505923" y="61824"/>
                </a:lnTo>
                <a:cubicBezTo>
                  <a:pt x="1501768" y="61993"/>
                  <a:pt x="1498842" y="62803"/>
                  <a:pt x="1497146" y="64252"/>
                </a:cubicBezTo>
                <a:cubicBezTo>
                  <a:pt x="1495450" y="65699"/>
                  <a:pt x="1494602" y="67446"/>
                  <a:pt x="1494602" y="69492"/>
                </a:cubicBezTo>
                <a:cubicBezTo>
                  <a:pt x="1494602" y="72728"/>
                  <a:pt x="1496722" y="79117"/>
                  <a:pt x="1500962" y="88661"/>
                </a:cubicBezTo>
                <a:lnTo>
                  <a:pt x="1521315" y="135438"/>
                </a:lnTo>
                <a:lnTo>
                  <a:pt x="1535181" y="99291"/>
                </a:lnTo>
                <a:cubicBezTo>
                  <a:pt x="1540185" y="86419"/>
                  <a:pt x="1542687" y="77468"/>
                  <a:pt x="1542687" y="72438"/>
                </a:cubicBezTo>
                <a:cubicBezTo>
                  <a:pt x="1542687" y="69284"/>
                  <a:pt x="1541648" y="66769"/>
                  <a:pt x="1539570" y="64892"/>
                </a:cubicBezTo>
                <a:cubicBezTo>
                  <a:pt x="1537492" y="63016"/>
                  <a:pt x="1533824" y="61993"/>
                  <a:pt x="1528566" y="61824"/>
                </a:cubicBezTo>
                <a:lnTo>
                  <a:pt x="1528566" y="57244"/>
                </a:lnTo>
                <a:lnTo>
                  <a:pt x="1568383" y="57244"/>
                </a:lnTo>
                <a:lnTo>
                  <a:pt x="1568383" y="61824"/>
                </a:lnTo>
                <a:cubicBezTo>
                  <a:pt x="1564482" y="62250"/>
                  <a:pt x="1561301" y="63764"/>
                  <a:pt x="1558842" y="66363"/>
                </a:cubicBezTo>
                <a:cubicBezTo>
                  <a:pt x="1556383" y="68963"/>
                  <a:pt x="1552270" y="77808"/>
                  <a:pt x="1546503" y="92898"/>
                </a:cubicBezTo>
                <a:lnTo>
                  <a:pt x="1512538" y="181146"/>
                </a:lnTo>
                <a:cubicBezTo>
                  <a:pt x="1503973" y="203195"/>
                  <a:pt x="1497612" y="216764"/>
                  <a:pt x="1493457" y="221853"/>
                </a:cubicBezTo>
                <a:cubicBezTo>
                  <a:pt x="1487605" y="228976"/>
                  <a:pt x="1480269" y="232538"/>
                  <a:pt x="1471449" y="232538"/>
                </a:cubicBezTo>
                <a:cubicBezTo>
                  <a:pt x="1464411" y="232538"/>
                  <a:pt x="1458707" y="230524"/>
                  <a:pt x="1454340" y="226496"/>
                </a:cubicBezTo>
                <a:cubicBezTo>
                  <a:pt x="1449972" y="222467"/>
                  <a:pt x="1447789" y="217612"/>
                  <a:pt x="1447789" y="211930"/>
                </a:cubicBezTo>
                <a:cubicBezTo>
                  <a:pt x="1447789" y="207011"/>
                  <a:pt x="1449294" y="202941"/>
                  <a:pt x="1452305" y="199718"/>
                </a:cubicBezTo>
                <a:cubicBezTo>
                  <a:pt x="1455315" y="196496"/>
                  <a:pt x="1459025" y="194884"/>
                  <a:pt x="1463435" y="194884"/>
                </a:cubicBezTo>
                <a:cubicBezTo>
                  <a:pt x="1467676" y="194884"/>
                  <a:pt x="1471089" y="196233"/>
                  <a:pt x="1473676" y="198931"/>
                </a:cubicBezTo>
                <a:cubicBezTo>
                  <a:pt x="1476262" y="201632"/>
                  <a:pt x="1477598" y="205808"/>
                  <a:pt x="1477683" y="211461"/>
                </a:cubicBezTo>
                <a:cubicBezTo>
                  <a:pt x="1477768" y="214668"/>
                  <a:pt x="1478149" y="216735"/>
                  <a:pt x="1478828" y="217663"/>
                </a:cubicBezTo>
                <a:cubicBezTo>
                  <a:pt x="1479506" y="218590"/>
                  <a:pt x="1480481" y="219054"/>
                  <a:pt x="1481753" y="219054"/>
                </a:cubicBezTo>
                <a:cubicBezTo>
                  <a:pt x="1483789" y="219054"/>
                  <a:pt x="1485951" y="217830"/>
                  <a:pt x="1488241" y="215381"/>
                </a:cubicBezTo>
                <a:cubicBezTo>
                  <a:pt x="1491633" y="211835"/>
                  <a:pt x="1495619" y="203731"/>
                  <a:pt x="1500199" y="191068"/>
                </a:cubicBezTo>
                <a:lnTo>
                  <a:pt x="1503888" y="181261"/>
                </a:lnTo>
                <a:close/>
                <a:moveTo>
                  <a:pt x="1653950" y="54191"/>
                </a:moveTo>
                <a:lnTo>
                  <a:pt x="1655858" y="94898"/>
                </a:lnTo>
                <a:lnTo>
                  <a:pt x="1651533" y="94898"/>
                </a:lnTo>
                <a:cubicBezTo>
                  <a:pt x="1646360" y="82757"/>
                  <a:pt x="1640996" y="74465"/>
                  <a:pt x="1635441" y="70021"/>
                </a:cubicBezTo>
                <a:cubicBezTo>
                  <a:pt x="1629886" y="65574"/>
                  <a:pt x="1624353" y="63350"/>
                  <a:pt x="1618840" y="63350"/>
                </a:cubicBezTo>
                <a:cubicBezTo>
                  <a:pt x="1615363" y="63350"/>
                  <a:pt x="1612395" y="64516"/>
                  <a:pt x="1609936" y="66848"/>
                </a:cubicBezTo>
                <a:cubicBezTo>
                  <a:pt x="1607476" y="69180"/>
                  <a:pt x="1606246" y="71873"/>
                  <a:pt x="1606246" y="74926"/>
                </a:cubicBezTo>
                <a:cubicBezTo>
                  <a:pt x="1606246" y="77216"/>
                  <a:pt x="1607095" y="79421"/>
                  <a:pt x="1608791" y="81541"/>
                </a:cubicBezTo>
                <a:cubicBezTo>
                  <a:pt x="1611504" y="85018"/>
                  <a:pt x="1619095" y="90976"/>
                  <a:pt x="1631561" y="99414"/>
                </a:cubicBezTo>
                <a:cubicBezTo>
                  <a:pt x="1644028" y="107852"/>
                  <a:pt x="1652233" y="115018"/>
                  <a:pt x="1656176" y="120912"/>
                </a:cubicBezTo>
                <a:cubicBezTo>
                  <a:pt x="1660119" y="126806"/>
                  <a:pt x="1662091" y="133400"/>
                  <a:pt x="1662091" y="140693"/>
                </a:cubicBezTo>
                <a:cubicBezTo>
                  <a:pt x="1662091" y="147308"/>
                  <a:pt x="1660437" y="153796"/>
                  <a:pt x="1657130" y="160156"/>
                </a:cubicBezTo>
                <a:cubicBezTo>
                  <a:pt x="1653823" y="166517"/>
                  <a:pt x="1649158" y="171393"/>
                  <a:pt x="1643137" y="174785"/>
                </a:cubicBezTo>
                <a:cubicBezTo>
                  <a:pt x="1637116" y="178177"/>
                  <a:pt x="1630459" y="179874"/>
                  <a:pt x="1623165" y="179874"/>
                </a:cubicBezTo>
                <a:cubicBezTo>
                  <a:pt x="1617483" y="179874"/>
                  <a:pt x="1609893" y="178059"/>
                  <a:pt x="1600395" y="174431"/>
                </a:cubicBezTo>
                <a:cubicBezTo>
                  <a:pt x="1597851" y="173480"/>
                  <a:pt x="1596112" y="173004"/>
                  <a:pt x="1595179" y="173004"/>
                </a:cubicBezTo>
                <a:cubicBezTo>
                  <a:pt x="1592381" y="173004"/>
                  <a:pt x="1590048" y="175124"/>
                  <a:pt x="1588183" y="179365"/>
                </a:cubicBezTo>
                <a:lnTo>
                  <a:pt x="1583985" y="179365"/>
                </a:lnTo>
                <a:lnTo>
                  <a:pt x="1581950" y="136622"/>
                </a:lnTo>
                <a:lnTo>
                  <a:pt x="1586275" y="136622"/>
                </a:lnTo>
                <a:cubicBezTo>
                  <a:pt x="1590091" y="147817"/>
                  <a:pt x="1595328" y="156213"/>
                  <a:pt x="1601985" y="161810"/>
                </a:cubicBezTo>
                <a:cubicBezTo>
                  <a:pt x="1608642" y="167407"/>
                  <a:pt x="1614939" y="170206"/>
                  <a:pt x="1620875" y="170206"/>
                </a:cubicBezTo>
                <a:cubicBezTo>
                  <a:pt x="1624946" y="170206"/>
                  <a:pt x="1628275" y="168955"/>
                  <a:pt x="1630861" y="166453"/>
                </a:cubicBezTo>
                <a:cubicBezTo>
                  <a:pt x="1633448" y="163951"/>
                  <a:pt x="1634741" y="160919"/>
                  <a:pt x="1634741" y="157358"/>
                </a:cubicBezTo>
                <a:cubicBezTo>
                  <a:pt x="1634741" y="153287"/>
                  <a:pt x="1633469" y="149767"/>
                  <a:pt x="1630925" y="146799"/>
                </a:cubicBezTo>
                <a:cubicBezTo>
                  <a:pt x="1628381" y="143831"/>
                  <a:pt x="1622699" y="139336"/>
                  <a:pt x="1613879" y="133315"/>
                </a:cubicBezTo>
                <a:cubicBezTo>
                  <a:pt x="1600904" y="124326"/>
                  <a:pt x="1592508" y="117456"/>
                  <a:pt x="1588692" y="112707"/>
                </a:cubicBezTo>
                <a:cubicBezTo>
                  <a:pt x="1583094" y="105753"/>
                  <a:pt x="1580296" y="98078"/>
                  <a:pt x="1580296" y="89682"/>
                </a:cubicBezTo>
                <a:cubicBezTo>
                  <a:pt x="1580296" y="80523"/>
                  <a:pt x="1583455" y="72234"/>
                  <a:pt x="1589773" y="64813"/>
                </a:cubicBezTo>
                <a:cubicBezTo>
                  <a:pt x="1596091" y="57392"/>
                  <a:pt x="1605229" y="53682"/>
                  <a:pt x="1617186" y="53682"/>
                </a:cubicBezTo>
                <a:cubicBezTo>
                  <a:pt x="1623632" y="53682"/>
                  <a:pt x="1629865" y="55312"/>
                  <a:pt x="1635886" y="58572"/>
                </a:cubicBezTo>
                <a:cubicBezTo>
                  <a:pt x="1638176" y="59892"/>
                  <a:pt x="1640042" y="60551"/>
                  <a:pt x="1641483" y="60551"/>
                </a:cubicBezTo>
                <a:cubicBezTo>
                  <a:pt x="1643010" y="60551"/>
                  <a:pt x="1644240" y="60233"/>
                  <a:pt x="1645172" y="59597"/>
                </a:cubicBezTo>
                <a:cubicBezTo>
                  <a:pt x="1646105" y="58961"/>
                  <a:pt x="1647589" y="57159"/>
                  <a:pt x="1649625" y="54191"/>
                </a:cubicBezTo>
                <a:lnTo>
                  <a:pt x="1653950" y="54191"/>
                </a:lnTo>
                <a:close/>
                <a:moveTo>
                  <a:pt x="1708188" y="0"/>
                </a:moveTo>
                <a:cubicBezTo>
                  <a:pt x="1713700" y="0"/>
                  <a:pt x="1718365" y="1936"/>
                  <a:pt x="1722181" y="5808"/>
                </a:cubicBezTo>
                <a:cubicBezTo>
                  <a:pt x="1725997" y="9677"/>
                  <a:pt x="1727905" y="14335"/>
                  <a:pt x="1727905" y="19781"/>
                </a:cubicBezTo>
                <a:cubicBezTo>
                  <a:pt x="1727905" y="25227"/>
                  <a:pt x="1725976" y="29865"/>
                  <a:pt x="1722117" y="33694"/>
                </a:cubicBezTo>
                <a:cubicBezTo>
                  <a:pt x="1718259" y="37521"/>
                  <a:pt x="1713616" y="39435"/>
                  <a:pt x="1708188" y="39435"/>
                </a:cubicBezTo>
                <a:cubicBezTo>
                  <a:pt x="1702760" y="39435"/>
                  <a:pt x="1698138" y="37521"/>
                  <a:pt x="1694322" y="33694"/>
                </a:cubicBezTo>
                <a:cubicBezTo>
                  <a:pt x="1690506" y="29865"/>
                  <a:pt x="1688598" y="25227"/>
                  <a:pt x="1688598" y="19781"/>
                </a:cubicBezTo>
                <a:cubicBezTo>
                  <a:pt x="1688598" y="14335"/>
                  <a:pt x="1690506" y="9677"/>
                  <a:pt x="1694322" y="5808"/>
                </a:cubicBezTo>
                <a:cubicBezTo>
                  <a:pt x="1698138" y="1936"/>
                  <a:pt x="1702760" y="0"/>
                  <a:pt x="1708188" y="0"/>
                </a:cubicBezTo>
                <a:moveTo>
                  <a:pt x="1725997" y="57244"/>
                </a:moveTo>
                <a:lnTo>
                  <a:pt x="1725997" y="151633"/>
                </a:lnTo>
                <a:cubicBezTo>
                  <a:pt x="1725997" y="160029"/>
                  <a:pt x="1726972" y="165393"/>
                  <a:pt x="1728923" y="167725"/>
                </a:cubicBezTo>
                <a:cubicBezTo>
                  <a:pt x="1730874" y="170057"/>
                  <a:pt x="1734690" y="171393"/>
                  <a:pt x="1740372" y="171732"/>
                </a:cubicBezTo>
                <a:lnTo>
                  <a:pt x="1740372" y="176312"/>
                </a:lnTo>
                <a:lnTo>
                  <a:pt x="1676131" y="176312"/>
                </a:lnTo>
                <a:lnTo>
                  <a:pt x="1676131" y="171732"/>
                </a:lnTo>
                <a:cubicBezTo>
                  <a:pt x="1681389" y="171563"/>
                  <a:pt x="1685290" y="170036"/>
                  <a:pt x="1687834" y="167153"/>
                </a:cubicBezTo>
                <a:cubicBezTo>
                  <a:pt x="1689531" y="165202"/>
                  <a:pt x="1690379" y="160029"/>
                  <a:pt x="1690379" y="151633"/>
                </a:cubicBezTo>
                <a:lnTo>
                  <a:pt x="1690379" y="82177"/>
                </a:lnTo>
                <a:cubicBezTo>
                  <a:pt x="1690379" y="73675"/>
                  <a:pt x="1689403" y="68244"/>
                  <a:pt x="1687453" y="65882"/>
                </a:cubicBezTo>
                <a:cubicBezTo>
                  <a:pt x="1685502" y="63521"/>
                  <a:pt x="1681728" y="62168"/>
                  <a:pt x="1676131" y="61824"/>
                </a:cubicBezTo>
                <a:lnTo>
                  <a:pt x="1676131" y="57244"/>
                </a:lnTo>
                <a:lnTo>
                  <a:pt x="1725997" y="57244"/>
                </a:lnTo>
                <a:close/>
                <a:moveTo>
                  <a:pt x="1826625" y="54191"/>
                </a:moveTo>
                <a:lnTo>
                  <a:pt x="1828533" y="94898"/>
                </a:lnTo>
                <a:lnTo>
                  <a:pt x="1824208" y="94898"/>
                </a:lnTo>
                <a:cubicBezTo>
                  <a:pt x="1819035" y="82757"/>
                  <a:pt x="1813671" y="74465"/>
                  <a:pt x="1808116" y="70021"/>
                </a:cubicBezTo>
                <a:cubicBezTo>
                  <a:pt x="1802561" y="65574"/>
                  <a:pt x="1797028" y="63350"/>
                  <a:pt x="1791515" y="63350"/>
                </a:cubicBezTo>
                <a:cubicBezTo>
                  <a:pt x="1788038" y="63350"/>
                  <a:pt x="1785070" y="64516"/>
                  <a:pt x="1782611" y="66848"/>
                </a:cubicBezTo>
                <a:cubicBezTo>
                  <a:pt x="1780151" y="69180"/>
                  <a:pt x="1778922" y="71873"/>
                  <a:pt x="1778922" y="74926"/>
                </a:cubicBezTo>
                <a:cubicBezTo>
                  <a:pt x="1778922" y="77216"/>
                  <a:pt x="1779770" y="79421"/>
                  <a:pt x="1781466" y="81541"/>
                </a:cubicBezTo>
                <a:cubicBezTo>
                  <a:pt x="1784180" y="85018"/>
                  <a:pt x="1791770" y="90976"/>
                  <a:pt x="1804236" y="99414"/>
                </a:cubicBezTo>
                <a:cubicBezTo>
                  <a:pt x="1816703" y="107852"/>
                  <a:pt x="1824908" y="115018"/>
                  <a:pt x="1828851" y="120912"/>
                </a:cubicBezTo>
                <a:cubicBezTo>
                  <a:pt x="1832795" y="126806"/>
                  <a:pt x="1834766" y="133400"/>
                  <a:pt x="1834766" y="140693"/>
                </a:cubicBezTo>
                <a:cubicBezTo>
                  <a:pt x="1834766" y="147308"/>
                  <a:pt x="1833113" y="153796"/>
                  <a:pt x="1829805" y="160156"/>
                </a:cubicBezTo>
                <a:cubicBezTo>
                  <a:pt x="1826498" y="166517"/>
                  <a:pt x="1821834" y="171393"/>
                  <a:pt x="1815812" y="174785"/>
                </a:cubicBezTo>
                <a:cubicBezTo>
                  <a:pt x="1809791" y="178177"/>
                  <a:pt x="1803134" y="179874"/>
                  <a:pt x="1795841" y="179874"/>
                </a:cubicBezTo>
                <a:cubicBezTo>
                  <a:pt x="1790159" y="179874"/>
                  <a:pt x="1782568" y="178059"/>
                  <a:pt x="1773070" y="174431"/>
                </a:cubicBezTo>
                <a:cubicBezTo>
                  <a:pt x="1770526" y="173480"/>
                  <a:pt x="1768787" y="173004"/>
                  <a:pt x="1767855" y="173004"/>
                </a:cubicBezTo>
                <a:cubicBezTo>
                  <a:pt x="1765056" y="173004"/>
                  <a:pt x="1762724" y="175124"/>
                  <a:pt x="1760858" y="179365"/>
                </a:cubicBezTo>
                <a:lnTo>
                  <a:pt x="1756660" y="179365"/>
                </a:lnTo>
                <a:lnTo>
                  <a:pt x="1754625" y="136622"/>
                </a:lnTo>
                <a:lnTo>
                  <a:pt x="1758950" y="136622"/>
                </a:lnTo>
                <a:cubicBezTo>
                  <a:pt x="1762766" y="147817"/>
                  <a:pt x="1768003" y="156213"/>
                  <a:pt x="1774660" y="161810"/>
                </a:cubicBezTo>
                <a:cubicBezTo>
                  <a:pt x="1781318" y="167407"/>
                  <a:pt x="1787614" y="170206"/>
                  <a:pt x="1793551" y="170206"/>
                </a:cubicBezTo>
                <a:cubicBezTo>
                  <a:pt x="1797621" y="170206"/>
                  <a:pt x="1800950" y="168955"/>
                  <a:pt x="1803537" y="166453"/>
                </a:cubicBezTo>
                <a:cubicBezTo>
                  <a:pt x="1806123" y="163951"/>
                  <a:pt x="1807417" y="160919"/>
                  <a:pt x="1807417" y="157358"/>
                </a:cubicBezTo>
                <a:cubicBezTo>
                  <a:pt x="1807417" y="153287"/>
                  <a:pt x="1806144" y="149767"/>
                  <a:pt x="1803600" y="146799"/>
                </a:cubicBezTo>
                <a:cubicBezTo>
                  <a:pt x="1801056" y="143831"/>
                  <a:pt x="1795374" y="139336"/>
                  <a:pt x="1786554" y="133315"/>
                </a:cubicBezTo>
                <a:cubicBezTo>
                  <a:pt x="1773579" y="124326"/>
                  <a:pt x="1765183" y="117456"/>
                  <a:pt x="1761367" y="112707"/>
                </a:cubicBezTo>
                <a:cubicBezTo>
                  <a:pt x="1755770" y="105753"/>
                  <a:pt x="1752971" y="98078"/>
                  <a:pt x="1752971" y="89682"/>
                </a:cubicBezTo>
                <a:cubicBezTo>
                  <a:pt x="1752971" y="80523"/>
                  <a:pt x="1756130" y="72234"/>
                  <a:pt x="1762448" y="64813"/>
                </a:cubicBezTo>
                <a:cubicBezTo>
                  <a:pt x="1768766" y="57392"/>
                  <a:pt x="1777904" y="53682"/>
                  <a:pt x="1789862" y="53682"/>
                </a:cubicBezTo>
                <a:cubicBezTo>
                  <a:pt x="1796307" y="53682"/>
                  <a:pt x="1802540" y="55312"/>
                  <a:pt x="1808561" y="58572"/>
                </a:cubicBezTo>
                <a:cubicBezTo>
                  <a:pt x="1810851" y="59892"/>
                  <a:pt x="1812717" y="60551"/>
                  <a:pt x="1814159" y="60551"/>
                </a:cubicBezTo>
                <a:cubicBezTo>
                  <a:pt x="1815685" y="60551"/>
                  <a:pt x="1816915" y="60233"/>
                  <a:pt x="1817848" y="59597"/>
                </a:cubicBezTo>
                <a:cubicBezTo>
                  <a:pt x="1818781" y="58961"/>
                  <a:pt x="1820265" y="57159"/>
                  <a:pt x="1822300" y="54191"/>
                </a:cubicBezTo>
                <a:lnTo>
                  <a:pt x="1826625" y="54191"/>
                </a:lnTo>
                <a:close/>
              </a:path>
            </a:pathLst>
          </a:custGeom>
          <a:solidFill xmlns:a="http://schemas.openxmlformats.org/drawingml/2006/main">
            <a:srgbClr val="5281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CF04C3-DE85-427A-8016-20420F91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230" y="77745"/>
            <a:ext cx="5401949" cy="4058527"/>
          </a:xfrm>
          <a:custGeom xmlns:a="http://schemas.openxmlformats.org/drawingml/2006/main">
            <a:pathLst>
              <a:path w="5401949" h="4058527">
                <a:moveTo>
                  <a:pt x="0" y="0"/>
                </a:moveTo>
                <a:lnTo>
                  <a:pt x="5401949" y="0"/>
                </a:lnTo>
                <a:lnTo>
                  <a:pt x="5401949" y="4058527"/>
                </a:lnTo>
                <a:lnTo>
                  <a:pt x="0" y="40585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9E3ADB-B8E2-4DB6-93A5-09AF63BF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231" y="77745"/>
            <a:ext cx="5401950" cy="4058526"/>
          </a:xfrm>
          <a:custGeom xmlns:a="http://schemas.openxmlformats.org/drawingml/2006/main">
            <a:pathLst>
              <a:path w="5401950" h="4058526" fill="none">
                <a:moveTo>
                  <a:pt x="0" y="0"/>
                </a:moveTo>
                <a:lnTo>
                  <a:pt x="5401950" y="0"/>
                </a:lnTo>
                <a:lnTo>
                  <a:pt x="5401950" y="4058526"/>
                </a:lnTo>
                <a:lnTo>
                  <a:pt x="0" y="40585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580" cap="flat">
            <a:solidFill>
              <a:srgbClr val="528133"/>
            </a:solidFill>
            <a:custDash>
              <a:ds d="400000" sp="300000"/>
            </a:custDash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F1CFBA-3C8C-4458-B5B9-1D6FB7EF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80" y="2126496"/>
            <a:ext cx="6278969" cy="245070"/>
          </a:xfrm>
          <a:custGeom xmlns:a="http://schemas.openxmlformats.org/drawingml/2006/main">
            <a:pathLst>
              <a:path w="6278969" h="245070">
                <a:moveTo>
                  <a:pt x="0" y="237264"/>
                </a:moveTo>
                <a:lnTo>
                  <a:pt x="96190" y="245070"/>
                </a:lnTo>
                <a:lnTo>
                  <a:pt x="82811" y="211833"/>
                </a:lnTo>
                <a:lnTo>
                  <a:pt x="109835" y="206750"/>
                </a:lnTo>
                <a:lnTo>
                  <a:pt x="142124" y="201462"/>
                </a:lnTo>
                <a:lnTo>
                  <a:pt x="178492" y="196183"/>
                </a:lnTo>
                <a:lnTo>
                  <a:pt x="218888" y="190915"/>
                </a:lnTo>
                <a:lnTo>
                  <a:pt x="263135" y="185678"/>
                </a:lnTo>
                <a:lnTo>
                  <a:pt x="263065" y="185686"/>
                </a:lnTo>
                <a:lnTo>
                  <a:pt x="311197" y="180468"/>
                </a:lnTo>
                <a:lnTo>
                  <a:pt x="311138" y="180474"/>
                </a:lnTo>
                <a:lnTo>
                  <a:pt x="363007" y="175288"/>
                </a:lnTo>
                <a:lnTo>
                  <a:pt x="362955" y="175292"/>
                </a:lnTo>
                <a:lnTo>
                  <a:pt x="418488" y="170140"/>
                </a:lnTo>
                <a:lnTo>
                  <a:pt x="418444" y="170145"/>
                </a:lnTo>
                <a:lnTo>
                  <a:pt x="477570" y="165029"/>
                </a:lnTo>
                <a:lnTo>
                  <a:pt x="477531" y="165032"/>
                </a:lnTo>
                <a:lnTo>
                  <a:pt x="540179" y="159956"/>
                </a:lnTo>
                <a:lnTo>
                  <a:pt x="540144" y="159959"/>
                </a:lnTo>
                <a:lnTo>
                  <a:pt x="606240" y="154925"/>
                </a:lnTo>
                <a:lnTo>
                  <a:pt x="606209" y="154928"/>
                </a:lnTo>
                <a:lnTo>
                  <a:pt x="675683" y="149939"/>
                </a:lnTo>
                <a:lnTo>
                  <a:pt x="675655" y="149940"/>
                </a:lnTo>
                <a:lnTo>
                  <a:pt x="748434" y="144999"/>
                </a:lnTo>
                <a:lnTo>
                  <a:pt x="748409" y="145000"/>
                </a:lnTo>
                <a:lnTo>
                  <a:pt x="824412" y="140109"/>
                </a:lnTo>
                <a:lnTo>
                  <a:pt x="903551" y="135272"/>
                </a:lnTo>
                <a:lnTo>
                  <a:pt x="985797" y="130490"/>
                </a:lnTo>
                <a:lnTo>
                  <a:pt x="1071060" y="125766"/>
                </a:lnTo>
                <a:lnTo>
                  <a:pt x="1159272" y="121102"/>
                </a:lnTo>
                <a:lnTo>
                  <a:pt x="1250358" y="116499"/>
                </a:lnTo>
                <a:lnTo>
                  <a:pt x="1344249" y="111965"/>
                </a:lnTo>
                <a:lnTo>
                  <a:pt x="1440869" y="107498"/>
                </a:lnTo>
                <a:lnTo>
                  <a:pt x="1540151" y="103101"/>
                </a:lnTo>
                <a:lnTo>
                  <a:pt x="1642019" y="98778"/>
                </a:lnTo>
                <a:lnTo>
                  <a:pt x="1746404" y="94533"/>
                </a:lnTo>
                <a:lnTo>
                  <a:pt x="1853231" y="90365"/>
                </a:lnTo>
                <a:lnTo>
                  <a:pt x="1962431" y="86281"/>
                </a:lnTo>
                <a:lnTo>
                  <a:pt x="2073930" y="82279"/>
                </a:lnTo>
                <a:lnTo>
                  <a:pt x="2187657" y="78364"/>
                </a:lnTo>
                <a:lnTo>
                  <a:pt x="2303541" y="74539"/>
                </a:lnTo>
                <a:lnTo>
                  <a:pt x="2421509" y="70807"/>
                </a:lnTo>
                <a:lnTo>
                  <a:pt x="2541488" y="67169"/>
                </a:lnTo>
                <a:lnTo>
                  <a:pt x="2663408" y="63628"/>
                </a:lnTo>
                <a:lnTo>
                  <a:pt x="2787197" y="60187"/>
                </a:lnTo>
                <a:lnTo>
                  <a:pt x="2912783" y="56849"/>
                </a:lnTo>
                <a:lnTo>
                  <a:pt x="3040092" y="53617"/>
                </a:lnTo>
                <a:lnTo>
                  <a:pt x="3169056" y="50492"/>
                </a:lnTo>
                <a:lnTo>
                  <a:pt x="3299600" y="47478"/>
                </a:lnTo>
                <a:lnTo>
                  <a:pt x="3431654" y="44576"/>
                </a:lnTo>
                <a:lnTo>
                  <a:pt x="3565143" y="41791"/>
                </a:lnTo>
                <a:lnTo>
                  <a:pt x="3700000" y="39125"/>
                </a:lnTo>
                <a:lnTo>
                  <a:pt x="3836148" y="36579"/>
                </a:lnTo>
                <a:lnTo>
                  <a:pt x="3973515" y="34158"/>
                </a:lnTo>
                <a:lnTo>
                  <a:pt x="4251633" y="29695"/>
                </a:lnTo>
                <a:lnTo>
                  <a:pt x="4533777" y="25760"/>
                </a:lnTo>
                <a:lnTo>
                  <a:pt x="4819370" y="22372"/>
                </a:lnTo>
                <a:lnTo>
                  <a:pt x="5107835" y="19554"/>
                </a:lnTo>
                <a:lnTo>
                  <a:pt x="5398601" y="17324"/>
                </a:lnTo>
                <a:lnTo>
                  <a:pt x="5691108" y="15706"/>
                </a:lnTo>
                <a:lnTo>
                  <a:pt x="5691083" y="15706"/>
                </a:lnTo>
                <a:lnTo>
                  <a:pt x="6278969" y="14386"/>
                </a:lnTo>
                <a:lnTo>
                  <a:pt x="6278936" y="0"/>
                </a:lnTo>
                <a:lnTo>
                  <a:pt x="5691039" y="1319"/>
                </a:lnTo>
                <a:lnTo>
                  <a:pt x="5398522" y="2938"/>
                </a:lnTo>
                <a:lnTo>
                  <a:pt x="5107726" y="5168"/>
                </a:lnTo>
                <a:lnTo>
                  <a:pt x="4819229" y="7987"/>
                </a:lnTo>
                <a:lnTo>
                  <a:pt x="4533606" y="11375"/>
                </a:lnTo>
                <a:lnTo>
                  <a:pt x="4251433" y="15310"/>
                </a:lnTo>
                <a:lnTo>
                  <a:pt x="3973284" y="19773"/>
                </a:lnTo>
                <a:lnTo>
                  <a:pt x="3835895" y="22195"/>
                </a:lnTo>
                <a:lnTo>
                  <a:pt x="3699731" y="24740"/>
                </a:lnTo>
                <a:lnTo>
                  <a:pt x="3564858" y="27407"/>
                </a:lnTo>
                <a:lnTo>
                  <a:pt x="3431353" y="30193"/>
                </a:lnTo>
                <a:lnTo>
                  <a:pt x="3299283" y="33094"/>
                </a:lnTo>
                <a:lnTo>
                  <a:pt x="3168724" y="36108"/>
                </a:lnTo>
                <a:lnTo>
                  <a:pt x="3039744" y="39235"/>
                </a:lnTo>
                <a:lnTo>
                  <a:pt x="2912418" y="42467"/>
                </a:lnTo>
                <a:lnTo>
                  <a:pt x="2786815" y="45806"/>
                </a:lnTo>
                <a:lnTo>
                  <a:pt x="2663008" y="49247"/>
                </a:lnTo>
                <a:lnTo>
                  <a:pt x="2541071" y="52788"/>
                </a:lnTo>
                <a:lnTo>
                  <a:pt x="2421073" y="56426"/>
                </a:lnTo>
                <a:lnTo>
                  <a:pt x="2303086" y="60159"/>
                </a:lnTo>
                <a:lnTo>
                  <a:pt x="2187182" y="63986"/>
                </a:lnTo>
                <a:lnTo>
                  <a:pt x="2073435" y="67901"/>
                </a:lnTo>
                <a:lnTo>
                  <a:pt x="1961915" y="71903"/>
                </a:lnTo>
                <a:lnTo>
                  <a:pt x="1852693" y="75989"/>
                </a:lnTo>
                <a:lnTo>
                  <a:pt x="1745843" y="80158"/>
                </a:lnTo>
                <a:lnTo>
                  <a:pt x="1641435" y="84405"/>
                </a:lnTo>
                <a:lnTo>
                  <a:pt x="1539541" y="88728"/>
                </a:lnTo>
                <a:lnTo>
                  <a:pt x="1440233" y="93124"/>
                </a:lnTo>
                <a:lnTo>
                  <a:pt x="1343583" y="97593"/>
                </a:lnTo>
                <a:lnTo>
                  <a:pt x="1249664" y="102130"/>
                </a:lnTo>
                <a:lnTo>
                  <a:pt x="1158545" y="106732"/>
                </a:lnTo>
                <a:lnTo>
                  <a:pt x="1070301" y="111399"/>
                </a:lnTo>
                <a:lnTo>
                  <a:pt x="985000" y="116125"/>
                </a:lnTo>
                <a:lnTo>
                  <a:pt x="902717" y="120910"/>
                </a:lnTo>
                <a:lnTo>
                  <a:pt x="823508" y="125751"/>
                </a:lnTo>
                <a:lnTo>
                  <a:pt x="747472" y="130644"/>
                </a:lnTo>
                <a:lnTo>
                  <a:pt x="674667" y="135589"/>
                </a:lnTo>
                <a:lnTo>
                  <a:pt x="605163" y="140579"/>
                </a:lnTo>
                <a:lnTo>
                  <a:pt x="539034" y="145616"/>
                </a:lnTo>
                <a:lnTo>
                  <a:pt x="476350" y="150694"/>
                </a:lnTo>
                <a:lnTo>
                  <a:pt x="417182" y="155813"/>
                </a:lnTo>
                <a:lnTo>
                  <a:pt x="361601" y="160971"/>
                </a:lnTo>
                <a:lnTo>
                  <a:pt x="309676" y="166163"/>
                </a:lnTo>
                <a:lnTo>
                  <a:pt x="261479" y="171388"/>
                </a:lnTo>
                <a:lnTo>
                  <a:pt x="217078" y="176643"/>
                </a:lnTo>
                <a:lnTo>
                  <a:pt x="176541" y="181929"/>
                </a:lnTo>
                <a:lnTo>
                  <a:pt x="139933" y="187243"/>
                </a:lnTo>
                <a:lnTo>
                  <a:pt x="107317" y="192585"/>
                </a:lnTo>
                <a:lnTo>
                  <a:pt x="78169" y="198067"/>
                </a:lnTo>
                <a:lnTo>
                  <a:pt x="77395" y="198378"/>
                </a:lnTo>
                <a:lnTo>
                  <a:pt x="63958" y="164996"/>
                </a:lnTo>
                <a:lnTo>
                  <a:pt x="0" y="237264"/>
                </a:lnTo>
                <a:close/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acc836443485e"/>
          <a:stretch xmlns:a="http://schemas.openxmlformats.org/drawingml/2006/main"/>
        </p:blipFill>
        <p:spPr>
          <a:xfrm xmlns:a="http://schemas.openxmlformats.org/drawingml/2006/main">
            <a:off x="4162471" y="703947"/>
            <a:ext cx="866320" cy="866320"/>
          </a:xfrm>
          <a:prstGeom xmlns:a="http://schemas.openxmlformats.org/drawingml/2006/main" prst="rect">
            <a:avLst/>
          </a:prstGeom>
        </p:spPr>
      </p:pic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0D8E2-97F6-4681-940B-F78CEDE9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764" y="523462"/>
            <a:ext cx="238552" cy="1374815"/>
          </a:xfrm>
          <a:custGeom xmlns:a="http://schemas.openxmlformats.org/drawingml/2006/main">
            <a:pathLst>
              <a:path w="238552" h="1374815" fill="none">
                <a:moveTo>
                  <a:pt x="238552" y="1374815"/>
                </a:moveTo>
                <a:cubicBezTo>
                  <a:pt x="172678" y="1374815"/>
                  <a:pt x="119276" y="1365916"/>
                  <a:pt x="119276" y="1354937"/>
                </a:cubicBezTo>
                <a:lnTo>
                  <a:pt x="119276" y="707285"/>
                </a:lnTo>
                <a:cubicBezTo>
                  <a:pt x="119276" y="696307"/>
                  <a:pt x="65874" y="687407"/>
                  <a:pt x="0" y="687407"/>
                </a:cubicBezTo>
                <a:cubicBezTo>
                  <a:pt x="65874" y="687407"/>
                  <a:pt x="119276" y="678508"/>
                  <a:pt x="119276" y="667529"/>
                </a:cubicBezTo>
                <a:lnTo>
                  <a:pt x="119276" y="19878"/>
                </a:lnTo>
                <a:cubicBezTo>
                  <a:pt x="119276" y="8900"/>
                  <a:pt x="172678" y="0"/>
                  <a:pt x="23855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790" cap="flat">
            <a:solidFill>
              <a:srgbClr val="156082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335680-EA1A-42D3-A596-EB03F8DE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630" y="517185"/>
            <a:ext cx="238553" cy="1425034"/>
          </a:xfrm>
          <a:custGeom xmlns:a="http://schemas.openxmlformats.org/drawingml/2006/main">
            <a:pathLst>
              <a:path w="238553" h="1425034" fill="none">
                <a:moveTo>
                  <a:pt x="0" y="0"/>
                </a:moveTo>
                <a:cubicBezTo>
                  <a:pt x="65875" y="0"/>
                  <a:pt x="119277" y="8900"/>
                  <a:pt x="119277" y="19878"/>
                </a:cubicBezTo>
                <a:lnTo>
                  <a:pt x="119277" y="692639"/>
                </a:lnTo>
                <a:cubicBezTo>
                  <a:pt x="119277" y="703618"/>
                  <a:pt x="172679" y="712517"/>
                  <a:pt x="238553" y="712517"/>
                </a:cubicBezTo>
                <a:cubicBezTo>
                  <a:pt x="172679" y="712517"/>
                  <a:pt x="119277" y="721417"/>
                  <a:pt x="119277" y="732395"/>
                </a:cubicBezTo>
                <a:lnTo>
                  <a:pt x="119277" y="1405156"/>
                </a:lnTo>
                <a:cubicBezTo>
                  <a:pt x="119277" y="1416135"/>
                  <a:pt x="65875" y="1425034"/>
                  <a:pt x="0" y="14250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790" cap="flat">
            <a:solidFill>
              <a:srgbClr val="156082"/>
            </a:solidFill>
            <a:miter/>
          </a:ln>
        </p:spPr>
      </p:sp>
      <p:sp>
        <p:nvSpPr>
          <p:cNvPr id="34" name="Text (a)AIExtensionCollection">
            <a:extLst xmlns:a="http://schemas.openxmlformats.org/drawingml/2006/main">
              <a:ext uri="{FF2B5EF4-FFF2-40B4-BE49-F238E27FC236}">
                <a16:creationId xmlns:a16="http://schemas.microsoft.com/office/drawing/2014/main" id="{9CFDACBD-6F35-45A8-A9D0-B499C3DC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543" y="171453"/>
            <a:ext cx="2307381" cy="176168"/>
          </a:xfrm>
          <a:custGeom xmlns:a="http://schemas.openxmlformats.org/drawingml/2006/main">
            <a:pathLst>
              <a:path w="2307381" h="176168">
                <a:moveTo>
                  <a:pt x="56499" y="0"/>
                </a:moveTo>
                <a:lnTo>
                  <a:pt x="56499" y="4512"/>
                </a:lnTo>
                <a:cubicBezTo>
                  <a:pt x="49698" y="8957"/>
                  <a:pt x="44696" y="13303"/>
                  <a:pt x="41492" y="17552"/>
                </a:cubicBezTo>
                <a:cubicBezTo>
                  <a:pt x="37045" y="23433"/>
                  <a:pt x="33579" y="30981"/>
                  <a:pt x="31094" y="40195"/>
                </a:cubicBezTo>
                <a:cubicBezTo>
                  <a:pt x="27955" y="51633"/>
                  <a:pt x="26386" y="67612"/>
                  <a:pt x="26386" y="88133"/>
                </a:cubicBezTo>
                <a:cubicBezTo>
                  <a:pt x="26386" y="107477"/>
                  <a:pt x="27808" y="122508"/>
                  <a:pt x="30653" y="133226"/>
                </a:cubicBezTo>
                <a:cubicBezTo>
                  <a:pt x="33497" y="143944"/>
                  <a:pt x="37372" y="152604"/>
                  <a:pt x="42276" y="159204"/>
                </a:cubicBezTo>
                <a:cubicBezTo>
                  <a:pt x="45677" y="163780"/>
                  <a:pt x="50418" y="167799"/>
                  <a:pt x="56499" y="171263"/>
                </a:cubicBezTo>
                <a:lnTo>
                  <a:pt x="56499" y="176168"/>
                </a:lnTo>
                <a:cubicBezTo>
                  <a:pt x="40740" y="170873"/>
                  <a:pt x="27383" y="160072"/>
                  <a:pt x="16430" y="143765"/>
                </a:cubicBezTo>
                <a:cubicBezTo>
                  <a:pt x="5477" y="127459"/>
                  <a:pt x="0" y="108719"/>
                  <a:pt x="0" y="87544"/>
                </a:cubicBezTo>
                <a:cubicBezTo>
                  <a:pt x="0" y="66631"/>
                  <a:pt x="5460" y="48120"/>
                  <a:pt x="16381" y="32011"/>
                </a:cubicBezTo>
                <a:cubicBezTo>
                  <a:pt x="27301" y="15900"/>
                  <a:pt x="40674" y="5229"/>
                  <a:pt x="56499" y="0"/>
                </a:cubicBezTo>
                <a:close/>
                <a:moveTo>
                  <a:pt x="115872" y="122415"/>
                </a:moveTo>
                <a:cubicBezTo>
                  <a:pt x="104690" y="132355"/>
                  <a:pt x="94652" y="137324"/>
                  <a:pt x="85759" y="137324"/>
                </a:cubicBezTo>
                <a:cubicBezTo>
                  <a:pt x="80527" y="137324"/>
                  <a:pt x="76179" y="135603"/>
                  <a:pt x="72713" y="132159"/>
                </a:cubicBezTo>
                <a:cubicBezTo>
                  <a:pt x="69247" y="128714"/>
                  <a:pt x="67514" y="124400"/>
                  <a:pt x="67514" y="119218"/>
                </a:cubicBezTo>
                <a:cubicBezTo>
                  <a:pt x="67514" y="112196"/>
                  <a:pt x="70522" y="105881"/>
                  <a:pt x="76539" y="100271"/>
                </a:cubicBezTo>
                <a:cubicBezTo>
                  <a:pt x="82555" y="94662"/>
                  <a:pt x="95666" y="87199"/>
                  <a:pt x="115872" y="77883"/>
                </a:cubicBezTo>
                <a:lnTo>
                  <a:pt x="115872" y="68662"/>
                </a:lnTo>
                <a:cubicBezTo>
                  <a:pt x="115872" y="61731"/>
                  <a:pt x="115496" y="57366"/>
                  <a:pt x="114744" y="55567"/>
                </a:cubicBezTo>
                <a:cubicBezTo>
                  <a:pt x="113992" y="53769"/>
                  <a:pt x="112570" y="52200"/>
                  <a:pt x="110477" y="50859"/>
                </a:cubicBezTo>
                <a:cubicBezTo>
                  <a:pt x="108385" y="49519"/>
                  <a:pt x="106031" y="48848"/>
                  <a:pt x="103415" y="48848"/>
                </a:cubicBezTo>
                <a:cubicBezTo>
                  <a:pt x="99164" y="48848"/>
                  <a:pt x="95666" y="49796"/>
                  <a:pt x="92919" y="51693"/>
                </a:cubicBezTo>
                <a:cubicBezTo>
                  <a:pt x="91219" y="52870"/>
                  <a:pt x="90369" y="54243"/>
                  <a:pt x="90369" y="55813"/>
                </a:cubicBezTo>
                <a:cubicBezTo>
                  <a:pt x="90369" y="57186"/>
                  <a:pt x="91285" y="58886"/>
                  <a:pt x="93116" y="60913"/>
                </a:cubicBezTo>
                <a:cubicBezTo>
                  <a:pt x="95600" y="63725"/>
                  <a:pt x="96843" y="66439"/>
                  <a:pt x="96843" y="69055"/>
                </a:cubicBezTo>
                <a:cubicBezTo>
                  <a:pt x="96843" y="72259"/>
                  <a:pt x="95650" y="74989"/>
                  <a:pt x="93263" y="77245"/>
                </a:cubicBezTo>
                <a:cubicBezTo>
                  <a:pt x="90876" y="79501"/>
                  <a:pt x="87753" y="80629"/>
                  <a:pt x="83895" y="80629"/>
                </a:cubicBezTo>
                <a:cubicBezTo>
                  <a:pt x="79775" y="80629"/>
                  <a:pt x="76326" y="79387"/>
                  <a:pt x="73547" y="76902"/>
                </a:cubicBezTo>
                <a:cubicBezTo>
                  <a:pt x="70768" y="74417"/>
                  <a:pt x="69378" y="71507"/>
                  <a:pt x="69378" y="68172"/>
                </a:cubicBezTo>
                <a:cubicBezTo>
                  <a:pt x="69378" y="63464"/>
                  <a:pt x="71242" y="58968"/>
                  <a:pt x="74969" y="54685"/>
                </a:cubicBezTo>
                <a:cubicBezTo>
                  <a:pt x="78696" y="50401"/>
                  <a:pt x="83895" y="47115"/>
                  <a:pt x="90565" y="44827"/>
                </a:cubicBezTo>
                <a:cubicBezTo>
                  <a:pt x="97235" y="42538"/>
                  <a:pt x="104167" y="41394"/>
                  <a:pt x="111360" y="41394"/>
                </a:cubicBezTo>
                <a:cubicBezTo>
                  <a:pt x="120057" y="41394"/>
                  <a:pt x="126940" y="43246"/>
                  <a:pt x="132008" y="46951"/>
                </a:cubicBezTo>
                <a:cubicBezTo>
                  <a:pt x="137076" y="50654"/>
                  <a:pt x="140362" y="54668"/>
                  <a:pt x="141866" y="58994"/>
                </a:cubicBezTo>
                <a:cubicBezTo>
                  <a:pt x="142781" y="61747"/>
                  <a:pt x="143239" y="68072"/>
                  <a:pt x="143239" y="77968"/>
                </a:cubicBezTo>
                <a:lnTo>
                  <a:pt x="143239" y="113657"/>
                </a:lnTo>
                <a:cubicBezTo>
                  <a:pt x="143239" y="117853"/>
                  <a:pt x="143402" y="120492"/>
                  <a:pt x="143729" y="121575"/>
                </a:cubicBezTo>
                <a:cubicBezTo>
                  <a:pt x="144056" y="122656"/>
                  <a:pt x="144547" y="123459"/>
                  <a:pt x="145201" y="123984"/>
                </a:cubicBezTo>
                <a:cubicBezTo>
                  <a:pt x="145855" y="124507"/>
                  <a:pt x="146607" y="124769"/>
                  <a:pt x="147457" y="124769"/>
                </a:cubicBezTo>
                <a:cubicBezTo>
                  <a:pt x="149157" y="124769"/>
                  <a:pt x="150890" y="123559"/>
                  <a:pt x="152655" y="121140"/>
                </a:cubicBezTo>
                <a:lnTo>
                  <a:pt x="155598" y="123494"/>
                </a:lnTo>
                <a:cubicBezTo>
                  <a:pt x="152329" y="128333"/>
                  <a:pt x="148944" y="131848"/>
                  <a:pt x="145446" y="134038"/>
                </a:cubicBezTo>
                <a:cubicBezTo>
                  <a:pt x="141947" y="136229"/>
                  <a:pt x="137975" y="137324"/>
                  <a:pt x="133528" y="137324"/>
                </a:cubicBezTo>
                <a:cubicBezTo>
                  <a:pt x="128297" y="137324"/>
                  <a:pt x="124210" y="136090"/>
                  <a:pt x="121267" y="133622"/>
                </a:cubicBezTo>
                <a:cubicBezTo>
                  <a:pt x="118324" y="131153"/>
                  <a:pt x="116526" y="127417"/>
                  <a:pt x="115872" y="122415"/>
                </a:cubicBezTo>
                <a:moveTo>
                  <a:pt x="115872" y="115156"/>
                </a:moveTo>
                <a:lnTo>
                  <a:pt x="115872" y="84473"/>
                </a:lnTo>
                <a:cubicBezTo>
                  <a:pt x="107960" y="89138"/>
                  <a:pt x="102074" y="94133"/>
                  <a:pt x="98216" y="99456"/>
                </a:cubicBezTo>
                <a:cubicBezTo>
                  <a:pt x="95666" y="103004"/>
                  <a:pt x="94391" y="106585"/>
                  <a:pt x="94391" y="110200"/>
                </a:cubicBezTo>
                <a:cubicBezTo>
                  <a:pt x="94391" y="113222"/>
                  <a:pt x="95470" y="115884"/>
                  <a:pt x="97628" y="118185"/>
                </a:cubicBezTo>
                <a:cubicBezTo>
                  <a:pt x="99262" y="119959"/>
                  <a:pt x="101551" y="120845"/>
                  <a:pt x="104494" y="120845"/>
                </a:cubicBezTo>
                <a:cubicBezTo>
                  <a:pt x="107763" y="120845"/>
                  <a:pt x="111556" y="118949"/>
                  <a:pt x="115872" y="115156"/>
                </a:cubicBezTo>
                <a:close/>
                <a:moveTo>
                  <a:pt x="161626" y="176168"/>
                </a:moveTo>
                <a:lnTo>
                  <a:pt x="161626" y="171656"/>
                </a:lnTo>
                <a:cubicBezTo>
                  <a:pt x="168427" y="167145"/>
                  <a:pt x="173430" y="162767"/>
                  <a:pt x="176634" y="158521"/>
                </a:cubicBezTo>
                <a:cubicBezTo>
                  <a:pt x="181015" y="152638"/>
                  <a:pt x="184481" y="145121"/>
                  <a:pt x="187031" y="135973"/>
                </a:cubicBezTo>
                <a:cubicBezTo>
                  <a:pt x="190170" y="124470"/>
                  <a:pt x="191740" y="108458"/>
                  <a:pt x="191740" y="87937"/>
                </a:cubicBezTo>
                <a:cubicBezTo>
                  <a:pt x="191740" y="68593"/>
                  <a:pt x="190317" y="53578"/>
                  <a:pt x="187473" y="42892"/>
                </a:cubicBezTo>
                <a:cubicBezTo>
                  <a:pt x="184628" y="32207"/>
                  <a:pt x="180754" y="23564"/>
                  <a:pt x="175849" y="16963"/>
                </a:cubicBezTo>
                <a:cubicBezTo>
                  <a:pt x="172449" y="12388"/>
                  <a:pt x="167708" y="8368"/>
                  <a:pt x="161626" y="4904"/>
                </a:cubicBezTo>
                <a:lnTo>
                  <a:pt x="161626" y="0"/>
                </a:lnTo>
                <a:cubicBezTo>
                  <a:pt x="177386" y="5295"/>
                  <a:pt x="190742" y="16096"/>
                  <a:pt x="201696" y="32403"/>
                </a:cubicBezTo>
                <a:cubicBezTo>
                  <a:pt x="212649" y="48708"/>
                  <a:pt x="218126" y="67448"/>
                  <a:pt x="218126" y="88623"/>
                </a:cubicBezTo>
                <a:cubicBezTo>
                  <a:pt x="218126" y="109471"/>
                  <a:pt x="212649" y="127950"/>
                  <a:pt x="201696" y="144059"/>
                </a:cubicBezTo>
                <a:cubicBezTo>
                  <a:pt x="190742" y="160170"/>
                  <a:pt x="177386" y="170873"/>
                  <a:pt x="161626" y="176168"/>
                </a:cubicBezTo>
                <a:close/>
                <a:moveTo>
                  <a:pt x="348492" y="97893"/>
                </a:moveTo>
                <a:lnTo>
                  <a:pt x="301508" y="97893"/>
                </a:lnTo>
                <a:lnTo>
                  <a:pt x="295917" y="110905"/>
                </a:lnTo>
                <a:cubicBezTo>
                  <a:pt x="294086" y="115268"/>
                  <a:pt x="293170" y="118870"/>
                  <a:pt x="293170" y="121713"/>
                </a:cubicBezTo>
                <a:cubicBezTo>
                  <a:pt x="293170" y="125479"/>
                  <a:pt x="294674" y="128255"/>
                  <a:pt x="297682" y="130041"/>
                </a:cubicBezTo>
                <a:cubicBezTo>
                  <a:pt x="299448" y="131098"/>
                  <a:pt x="303796" y="131891"/>
                  <a:pt x="310728" y="132420"/>
                </a:cubicBezTo>
                <a:lnTo>
                  <a:pt x="310728" y="135951"/>
                </a:lnTo>
                <a:lnTo>
                  <a:pt x="266490" y="135951"/>
                </a:lnTo>
                <a:lnTo>
                  <a:pt x="266490" y="132420"/>
                </a:lnTo>
                <a:cubicBezTo>
                  <a:pt x="271264" y="131695"/>
                  <a:pt x="275187" y="129698"/>
                  <a:pt x="278261" y="126430"/>
                </a:cubicBezTo>
                <a:cubicBezTo>
                  <a:pt x="281334" y="123161"/>
                  <a:pt x="285127" y="116409"/>
                  <a:pt x="289639" y="106175"/>
                </a:cubicBezTo>
                <a:lnTo>
                  <a:pt x="337212" y="0"/>
                </a:lnTo>
                <a:lnTo>
                  <a:pt x="339076" y="0"/>
                </a:lnTo>
                <a:lnTo>
                  <a:pt x="387041" y="109133"/>
                </a:lnTo>
                <a:cubicBezTo>
                  <a:pt x="391619" y="119571"/>
                  <a:pt x="395379" y="126144"/>
                  <a:pt x="398321" y="128852"/>
                </a:cubicBezTo>
                <a:cubicBezTo>
                  <a:pt x="400545" y="130900"/>
                  <a:pt x="403684" y="132089"/>
                  <a:pt x="407738" y="132420"/>
                </a:cubicBezTo>
                <a:lnTo>
                  <a:pt x="407738" y="135951"/>
                </a:lnTo>
                <a:lnTo>
                  <a:pt x="343392" y="135951"/>
                </a:lnTo>
                <a:lnTo>
                  <a:pt x="343392" y="132420"/>
                </a:lnTo>
                <a:lnTo>
                  <a:pt x="346040" y="132420"/>
                </a:lnTo>
                <a:cubicBezTo>
                  <a:pt x="351206" y="132420"/>
                  <a:pt x="354835" y="131688"/>
                  <a:pt x="356928" y="130225"/>
                </a:cubicBezTo>
                <a:cubicBezTo>
                  <a:pt x="358367" y="129163"/>
                  <a:pt x="359086" y="127633"/>
                  <a:pt x="359086" y="125637"/>
                </a:cubicBezTo>
                <a:cubicBezTo>
                  <a:pt x="359086" y="124441"/>
                  <a:pt x="358890" y="123211"/>
                  <a:pt x="358497" y="121946"/>
                </a:cubicBezTo>
                <a:cubicBezTo>
                  <a:pt x="358367" y="121349"/>
                  <a:pt x="357386" y="118856"/>
                  <a:pt x="355555" y="114467"/>
                </a:cubicBezTo>
                <a:lnTo>
                  <a:pt x="348492" y="97893"/>
                </a:lnTo>
                <a:moveTo>
                  <a:pt x="345157" y="90634"/>
                </a:moveTo>
                <a:lnTo>
                  <a:pt x="325343" y="44771"/>
                </a:lnTo>
                <a:lnTo>
                  <a:pt x="304941" y="90634"/>
                </a:lnTo>
                <a:lnTo>
                  <a:pt x="345157" y="90634"/>
                </a:lnTo>
                <a:close/>
                <a:moveTo>
                  <a:pt x="484170" y="132420"/>
                </a:moveTo>
                <a:lnTo>
                  <a:pt x="484170" y="135951"/>
                </a:lnTo>
                <a:lnTo>
                  <a:pt x="414625" y="135951"/>
                </a:lnTo>
                <a:lnTo>
                  <a:pt x="414625" y="132420"/>
                </a:lnTo>
                <a:lnTo>
                  <a:pt x="419039" y="132420"/>
                </a:lnTo>
                <a:cubicBezTo>
                  <a:pt x="422897" y="132420"/>
                  <a:pt x="426003" y="131730"/>
                  <a:pt x="428357" y="130351"/>
                </a:cubicBezTo>
                <a:cubicBezTo>
                  <a:pt x="430058" y="129429"/>
                  <a:pt x="431365" y="127852"/>
                  <a:pt x="432281" y="125618"/>
                </a:cubicBezTo>
                <a:cubicBezTo>
                  <a:pt x="433000" y="124041"/>
                  <a:pt x="433360" y="119899"/>
                  <a:pt x="433360" y="113195"/>
                </a:cubicBezTo>
                <a:lnTo>
                  <a:pt x="433360" y="25699"/>
                </a:lnTo>
                <a:cubicBezTo>
                  <a:pt x="433360" y="18864"/>
                  <a:pt x="433000" y="14592"/>
                  <a:pt x="432281" y="12883"/>
                </a:cubicBezTo>
                <a:cubicBezTo>
                  <a:pt x="431562" y="11173"/>
                  <a:pt x="430107" y="9677"/>
                  <a:pt x="427916" y="8396"/>
                </a:cubicBezTo>
                <a:cubicBezTo>
                  <a:pt x="425725" y="7115"/>
                  <a:pt x="422766" y="6474"/>
                  <a:pt x="419039" y="6474"/>
                </a:cubicBezTo>
                <a:lnTo>
                  <a:pt x="414625" y="6474"/>
                </a:lnTo>
                <a:lnTo>
                  <a:pt x="414625" y="2943"/>
                </a:lnTo>
                <a:lnTo>
                  <a:pt x="484170" y="2943"/>
                </a:lnTo>
                <a:lnTo>
                  <a:pt x="484170" y="6474"/>
                </a:lnTo>
                <a:lnTo>
                  <a:pt x="479756" y="6474"/>
                </a:lnTo>
                <a:cubicBezTo>
                  <a:pt x="475898" y="6474"/>
                  <a:pt x="472792" y="7164"/>
                  <a:pt x="470437" y="8543"/>
                </a:cubicBezTo>
                <a:cubicBezTo>
                  <a:pt x="468737" y="9465"/>
                  <a:pt x="467397" y="11042"/>
                  <a:pt x="466416" y="13276"/>
                </a:cubicBezTo>
                <a:cubicBezTo>
                  <a:pt x="465697" y="14853"/>
                  <a:pt x="465337" y="18994"/>
                  <a:pt x="465337" y="25699"/>
                </a:cubicBezTo>
                <a:lnTo>
                  <a:pt x="465337" y="113195"/>
                </a:lnTo>
                <a:cubicBezTo>
                  <a:pt x="465337" y="120030"/>
                  <a:pt x="465713" y="124303"/>
                  <a:pt x="466465" y="126014"/>
                </a:cubicBezTo>
                <a:cubicBezTo>
                  <a:pt x="467217" y="127722"/>
                  <a:pt x="468688" y="129217"/>
                  <a:pt x="470879" y="130498"/>
                </a:cubicBezTo>
                <a:cubicBezTo>
                  <a:pt x="473070" y="131779"/>
                  <a:pt x="476029" y="132420"/>
                  <a:pt x="479756" y="132420"/>
                </a:cubicBezTo>
                <a:lnTo>
                  <a:pt x="484170" y="132420"/>
                </a:lnTo>
                <a:close/>
                <a:moveTo>
                  <a:pt x="594989" y="10594"/>
                </a:moveTo>
                <a:lnTo>
                  <a:pt x="594989" y="64542"/>
                </a:lnTo>
                <a:lnTo>
                  <a:pt x="597637" y="64542"/>
                </a:lnTo>
                <a:cubicBezTo>
                  <a:pt x="606073" y="64542"/>
                  <a:pt x="612187" y="61894"/>
                  <a:pt x="615980" y="56597"/>
                </a:cubicBezTo>
                <a:cubicBezTo>
                  <a:pt x="619772" y="51300"/>
                  <a:pt x="622192" y="43486"/>
                  <a:pt x="623238" y="33154"/>
                </a:cubicBezTo>
                <a:lnTo>
                  <a:pt x="626966" y="33154"/>
                </a:lnTo>
                <a:lnTo>
                  <a:pt x="626966" y="102993"/>
                </a:lnTo>
                <a:lnTo>
                  <a:pt x="623238" y="102993"/>
                </a:lnTo>
                <a:cubicBezTo>
                  <a:pt x="622453" y="95383"/>
                  <a:pt x="620802" y="89152"/>
                  <a:pt x="618285" y="84298"/>
                </a:cubicBezTo>
                <a:cubicBezTo>
                  <a:pt x="615767" y="79443"/>
                  <a:pt x="612841" y="76179"/>
                  <a:pt x="609506" y="74508"/>
                </a:cubicBezTo>
                <a:cubicBezTo>
                  <a:pt x="606171" y="72834"/>
                  <a:pt x="601332" y="71997"/>
                  <a:pt x="594989" y="71997"/>
                </a:cubicBezTo>
                <a:lnTo>
                  <a:pt x="594989" y="109467"/>
                </a:lnTo>
                <a:cubicBezTo>
                  <a:pt x="594989" y="116791"/>
                  <a:pt x="595299" y="121271"/>
                  <a:pt x="595920" y="122905"/>
                </a:cubicBezTo>
                <a:cubicBezTo>
                  <a:pt x="596542" y="124540"/>
                  <a:pt x="597702" y="125881"/>
                  <a:pt x="599403" y="126927"/>
                </a:cubicBezTo>
                <a:cubicBezTo>
                  <a:pt x="601103" y="127973"/>
                  <a:pt x="603849" y="128496"/>
                  <a:pt x="607642" y="128496"/>
                </a:cubicBezTo>
                <a:lnTo>
                  <a:pt x="615587" y="128496"/>
                </a:lnTo>
                <a:cubicBezTo>
                  <a:pt x="628012" y="128496"/>
                  <a:pt x="637968" y="125636"/>
                  <a:pt x="645455" y="119914"/>
                </a:cubicBezTo>
                <a:cubicBezTo>
                  <a:pt x="652943" y="114192"/>
                  <a:pt x="658321" y="105446"/>
                  <a:pt x="661591" y="93675"/>
                </a:cubicBezTo>
                <a:lnTo>
                  <a:pt x="665220" y="93675"/>
                </a:lnTo>
                <a:lnTo>
                  <a:pt x="659237" y="135951"/>
                </a:lnTo>
                <a:lnTo>
                  <a:pt x="544277" y="135951"/>
                </a:lnTo>
                <a:lnTo>
                  <a:pt x="544277" y="132420"/>
                </a:lnTo>
                <a:lnTo>
                  <a:pt x="548691" y="132420"/>
                </a:lnTo>
                <a:cubicBezTo>
                  <a:pt x="552549" y="132420"/>
                  <a:pt x="555655" y="131730"/>
                  <a:pt x="558009" y="130351"/>
                </a:cubicBezTo>
                <a:cubicBezTo>
                  <a:pt x="559709" y="129429"/>
                  <a:pt x="561017" y="127852"/>
                  <a:pt x="561933" y="125618"/>
                </a:cubicBezTo>
                <a:cubicBezTo>
                  <a:pt x="562652" y="124041"/>
                  <a:pt x="563012" y="119899"/>
                  <a:pt x="563012" y="113195"/>
                </a:cubicBezTo>
                <a:lnTo>
                  <a:pt x="563012" y="25699"/>
                </a:lnTo>
                <a:cubicBezTo>
                  <a:pt x="563012" y="19653"/>
                  <a:pt x="562848" y="15938"/>
                  <a:pt x="562521" y="14557"/>
                </a:cubicBezTo>
                <a:cubicBezTo>
                  <a:pt x="561867" y="12258"/>
                  <a:pt x="560657" y="10484"/>
                  <a:pt x="558892" y="9236"/>
                </a:cubicBezTo>
                <a:cubicBezTo>
                  <a:pt x="556407" y="7394"/>
                  <a:pt x="553007" y="6474"/>
                  <a:pt x="548691" y="6474"/>
                </a:cubicBezTo>
                <a:lnTo>
                  <a:pt x="544277" y="6474"/>
                </a:lnTo>
                <a:lnTo>
                  <a:pt x="544277" y="2943"/>
                </a:lnTo>
                <a:lnTo>
                  <a:pt x="655607" y="2943"/>
                </a:lnTo>
                <a:lnTo>
                  <a:pt x="655607" y="42374"/>
                </a:lnTo>
                <a:lnTo>
                  <a:pt x="651880" y="42374"/>
                </a:lnTo>
                <a:cubicBezTo>
                  <a:pt x="649984" y="32731"/>
                  <a:pt x="647319" y="25811"/>
                  <a:pt x="643886" y="21613"/>
                </a:cubicBezTo>
                <a:cubicBezTo>
                  <a:pt x="640453" y="17416"/>
                  <a:pt x="635597" y="14333"/>
                  <a:pt x="629320" y="12365"/>
                </a:cubicBezTo>
                <a:cubicBezTo>
                  <a:pt x="625658" y="11184"/>
                  <a:pt x="618791" y="10594"/>
                  <a:pt x="608721" y="10594"/>
                </a:cubicBezTo>
                <a:lnTo>
                  <a:pt x="594989" y="10594"/>
                </a:lnTo>
                <a:close/>
                <a:moveTo>
                  <a:pt x="735687" y="79691"/>
                </a:moveTo>
                <a:lnTo>
                  <a:pt x="751991" y="109964"/>
                </a:lnTo>
                <a:cubicBezTo>
                  <a:pt x="757484" y="120490"/>
                  <a:pt x="761833" y="127158"/>
                  <a:pt x="765037" y="129968"/>
                </a:cubicBezTo>
                <a:cubicBezTo>
                  <a:pt x="766803" y="131472"/>
                  <a:pt x="769222" y="132289"/>
                  <a:pt x="772296" y="132420"/>
                </a:cubicBezTo>
                <a:lnTo>
                  <a:pt x="772296" y="135951"/>
                </a:lnTo>
                <a:lnTo>
                  <a:pt x="721192" y="135951"/>
                </a:lnTo>
                <a:lnTo>
                  <a:pt x="721192" y="132420"/>
                </a:lnTo>
                <a:cubicBezTo>
                  <a:pt x="725181" y="132093"/>
                  <a:pt x="727649" y="131570"/>
                  <a:pt x="728597" y="130851"/>
                </a:cubicBezTo>
                <a:cubicBezTo>
                  <a:pt x="729545" y="130129"/>
                  <a:pt x="730020" y="129146"/>
                  <a:pt x="730020" y="127902"/>
                </a:cubicBezTo>
                <a:cubicBezTo>
                  <a:pt x="730020" y="126069"/>
                  <a:pt x="728973" y="123187"/>
                  <a:pt x="726881" y="119258"/>
                </a:cubicBezTo>
                <a:lnTo>
                  <a:pt x="718874" y="104391"/>
                </a:lnTo>
                <a:lnTo>
                  <a:pt x="712167" y="114249"/>
                </a:lnTo>
                <a:cubicBezTo>
                  <a:pt x="709094" y="118767"/>
                  <a:pt x="707361" y="121452"/>
                  <a:pt x="706969" y="122305"/>
                </a:cubicBezTo>
                <a:cubicBezTo>
                  <a:pt x="706446" y="123547"/>
                  <a:pt x="706184" y="124660"/>
                  <a:pt x="706184" y="125643"/>
                </a:cubicBezTo>
                <a:cubicBezTo>
                  <a:pt x="706184" y="127149"/>
                  <a:pt x="706495" y="128410"/>
                  <a:pt x="707116" y="129425"/>
                </a:cubicBezTo>
                <a:cubicBezTo>
                  <a:pt x="707737" y="130439"/>
                  <a:pt x="708587" y="131192"/>
                  <a:pt x="709666" y="131684"/>
                </a:cubicBezTo>
                <a:cubicBezTo>
                  <a:pt x="710745" y="132175"/>
                  <a:pt x="712723" y="132420"/>
                  <a:pt x="715601" y="132420"/>
                </a:cubicBezTo>
                <a:lnTo>
                  <a:pt x="715601" y="135951"/>
                </a:lnTo>
                <a:lnTo>
                  <a:pt x="679700" y="135951"/>
                </a:lnTo>
                <a:lnTo>
                  <a:pt x="679700" y="132420"/>
                </a:lnTo>
                <a:cubicBezTo>
                  <a:pt x="684147" y="132420"/>
                  <a:pt x="688217" y="131193"/>
                  <a:pt x="691912" y="128739"/>
                </a:cubicBezTo>
                <a:cubicBezTo>
                  <a:pt x="695607" y="126282"/>
                  <a:pt x="700985" y="119850"/>
                  <a:pt x="708048" y="109443"/>
                </a:cubicBezTo>
                <a:lnTo>
                  <a:pt x="715616" y="98337"/>
                </a:lnTo>
                <a:lnTo>
                  <a:pt x="699808" y="68984"/>
                </a:lnTo>
                <a:cubicBezTo>
                  <a:pt x="694642" y="59380"/>
                  <a:pt x="690784" y="53492"/>
                  <a:pt x="688234" y="51322"/>
                </a:cubicBezTo>
                <a:cubicBezTo>
                  <a:pt x="685683" y="49152"/>
                  <a:pt x="682839" y="47935"/>
                  <a:pt x="679700" y="47671"/>
                </a:cubicBezTo>
                <a:lnTo>
                  <a:pt x="679700" y="44140"/>
                </a:lnTo>
                <a:lnTo>
                  <a:pt x="730510" y="44140"/>
                </a:lnTo>
                <a:lnTo>
                  <a:pt x="730510" y="47671"/>
                </a:lnTo>
                <a:lnTo>
                  <a:pt x="727862" y="47769"/>
                </a:lnTo>
                <a:lnTo>
                  <a:pt x="722761" y="49553"/>
                </a:lnTo>
                <a:cubicBezTo>
                  <a:pt x="722238" y="50015"/>
                  <a:pt x="721976" y="50774"/>
                  <a:pt x="721976" y="51831"/>
                </a:cubicBezTo>
                <a:cubicBezTo>
                  <a:pt x="721976" y="52820"/>
                  <a:pt x="722140" y="53843"/>
                  <a:pt x="722467" y="54899"/>
                </a:cubicBezTo>
                <a:cubicBezTo>
                  <a:pt x="722663" y="55361"/>
                  <a:pt x="723578" y="57143"/>
                  <a:pt x="725213" y="60245"/>
                </a:cubicBezTo>
                <a:lnTo>
                  <a:pt x="732435" y="73652"/>
                </a:lnTo>
                <a:lnTo>
                  <a:pt x="736101" y="68270"/>
                </a:lnTo>
                <a:cubicBezTo>
                  <a:pt x="741332" y="61042"/>
                  <a:pt x="743948" y="55982"/>
                  <a:pt x="743948" y="53091"/>
                </a:cubicBezTo>
                <a:cubicBezTo>
                  <a:pt x="743948" y="51711"/>
                  <a:pt x="743376" y="50545"/>
                  <a:pt x="742232" y="49593"/>
                </a:cubicBezTo>
                <a:cubicBezTo>
                  <a:pt x="741087" y="48641"/>
                  <a:pt x="739044" y="48000"/>
                  <a:pt x="736101" y="47671"/>
                </a:cubicBezTo>
                <a:lnTo>
                  <a:pt x="736101" y="44140"/>
                </a:lnTo>
                <a:lnTo>
                  <a:pt x="768569" y="44140"/>
                </a:lnTo>
                <a:lnTo>
                  <a:pt x="768569" y="47671"/>
                </a:lnTo>
                <a:cubicBezTo>
                  <a:pt x="764580" y="47802"/>
                  <a:pt x="760852" y="49036"/>
                  <a:pt x="757386" y="51374"/>
                </a:cubicBezTo>
                <a:cubicBezTo>
                  <a:pt x="753921" y="53712"/>
                  <a:pt x="750030" y="58239"/>
                  <a:pt x="745714" y="64956"/>
                </a:cubicBezTo>
                <a:lnTo>
                  <a:pt x="735687" y="79691"/>
                </a:lnTo>
                <a:close/>
                <a:moveTo>
                  <a:pt x="818933" y="10397"/>
                </a:moveTo>
                <a:lnTo>
                  <a:pt x="818933" y="44140"/>
                </a:lnTo>
                <a:lnTo>
                  <a:pt x="840709" y="44140"/>
                </a:lnTo>
                <a:lnTo>
                  <a:pt x="840709" y="53753"/>
                </a:lnTo>
                <a:lnTo>
                  <a:pt x="818933" y="53753"/>
                </a:lnTo>
                <a:lnTo>
                  <a:pt x="818933" y="110503"/>
                </a:lnTo>
                <a:cubicBezTo>
                  <a:pt x="818933" y="115814"/>
                  <a:pt x="819178" y="119240"/>
                  <a:pt x="819669" y="120781"/>
                </a:cubicBezTo>
                <a:cubicBezTo>
                  <a:pt x="820159" y="122322"/>
                  <a:pt x="821025" y="123568"/>
                  <a:pt x="822268" y="124521"/>
                </a:cubicBezTo>
                <a:cubicBezTo>
                  <a:pt x="823510" y="125471"/>
                  <a:pt x="824655" y="125946"/>
                  <a:pt x="825701" y="125946"/>
                </a:cubicBezTo>
                <a:cubicBezTo>
                  <a:pt x="829952" y="125946"/>
                  <a:pt x="833973" y="122676"/>
                  <a:pt x="837766" y="116137"/>
                </a:cubicBezTo>
                <a:lnTo>
                  <a:pt x="840709" y="118317"/>
                </a:lnTo>
                <a:cubicBezTo>
                  <a:pt x="835412" y="130988"/>
                  <a:pt x="826813" y="137324"/>
                  <a:pt x="814911" y="137324"/>
                </a:cubicBezTo>
                <a:cubicBezTo>
                  <a:pt x="809091" y="137324"/>
                  <a:pt x="804171" y="135701"/>
                  <a:pt x="800149" y="132454"/>
                </a:cubicBezTo>
                <a:cubicBezTo>
                  <a:pt x="796127" y="129205"/>
                  <a:pt x="793561" y="125578"/>
                  <a:pt x="792449" y="121575"/>
                </a:cubicBezTo>
                <a:cubicBezTo>
                  <a:pt x="791795" y="119344"/>
                  <a:pt x="791468" y="113306"/>
                  <a:pt x="791468" y="103462"/>
                </a:cubicBezTo>
                <a:lnTo>
                  <a:pt x="791468" y="53753"/>
                </a:lnTo>
                <a:lnTo>
                  <a:pt x="779501" y="53753"/>
                </a:lnTo>
                <a:lnTo>
                  <a:pt x="779501" y="50310"/>
                </a:lnTo>
                <a:cubicBezTo>
                  <a:pt x="787741" y="44478"/>
                  <a:pt x="794754" y="38351"/>
                  <a:pt x="800541" y="31928"/>
                </a:cubicBezTo>
                <a:cubicBezTo>
                  <a:pt x="806329" y="25505"/>
                  <a:pt x="811380" y="18328"/>
                  <a:pt x="815696" y="10397"/>
                </a:cubicBezTo>
                <a:lnTo>
                  <a:pt x="818933" y="10397"/>
                </a:lnTo>
                <a:close/>
                <a:moveTo>
                  <a:pt x="926762" y="86711"/>
                </a:moveTo>
                <a:lnTo>
                  <a:pt x="876442" y="86711"/>
                </a:lnTo>
                <a:cubicBezTo>
                  <a:pt x="877031" y="98906"/>
                  <a:pt x="880268" y="108545"/>
                  <a:pt x="886153" y="115625"/>
                </a:cubicBezTo>
                <a:cubicBezTo>
                  <a:pt x="890665" y="121067"/>
                  <a:pt x="896093" y="123788"/>
                  <a:pt x="902436" y="123788"/>
                </a:cubicBezTo>
                <a:cubicBezTo>
                  <a:pt x="906359" y="123788"/>
                  <a:pt x="909923" y="122693"/>
                  <a:pt x="913127" y="120502"/>
                </a:cubicBezTo>
                <a:cubicBezTo>
                  <a:pt x="916332" y="118312"/>
                  <a:pt x="919765" y="114372"/>
                  <a:pt x="923427" y="108682"/>
                </a:cubicBezTo>
                <a:lnTo>
                  <a:pt x="926762" y="110840"/>
                </a:lnTo>
                <a:cubicBezTo>
                  <a:pt x="921792" y="120976"/>
                  <a:pt x="916299" y="128153"/>
                  <a:pt x="910283" y="132371"/>
                </a:cubicBezTo>
                <a:cubicBezTo>
                  <a:pt x="904267" y="136589"/>
                  <a:pt x="897302" y="138698"/>
                  <a:pt x="889390" y="138698"/>
                </a:cubicBezTo>
                <a:cubicBezTo>
                  <a:pt x="875788" y="138698"/>
                  <a:pt x="865489" y="133461"/>
                  <a:pt x="858492" y="122988"/>
                </a:cubicBezTo>
                <a:cubicBezTo>
                  <a:pt x="852868" y="114544"/>
                  <a:pt x="850056" y="104071"/>
                  <a:pt x="850056" y="91569"/>
                </a:cubicBezTo>
                <a:cubicBezTo>
                  <a:pt x="850056" y="76251"/>
                  <a:pt x="854192" y="64059"/>
                  <a:pt x="862465" y="54994"/>
                </a:cubicBezTo>
                <a:cubicBezTo>
                  <a:pt x="870737" y="45927"/>
                  <a:pt x="880431" y="41394"/>
                  <a:pt x="891548" y="41394"/>
                </a:cubicBezTo>
                <a:cubicBezTo>
                  <a:pt x="900834" y="41394"/>
                  <a:pt x="908893" y="45203"/>
                  <a:pt x="915727" y="52821"/>
                </a:cubicBezTo>
                <a:cubicBezTo>
                  <a:pt x="922560" y="60439"/>
                  <a:pt x="926239" y="71736"/>
                  <a:pt x="926762" y="86711"/>
                </a:cubicBezTo>
                <a:moveTo>
                  <a:pt x="902632" y="80237"/>
                </a:moveTo>
                <a:cubicBezTo>
                  <a:pt x="902632" y="69708"/>
                  <a:pt x="902060" y="62483"/>
                  <a:pt x="900915" y="58559"/>
                </a:cubicBezTo>
                <a:cubicBezTo>
                  <a:pt x="899771" y="54635"/>
                  <a:pt x="897989" y="51660"/>
                  <a:pt x="895570" y="49633"/>
                </a:cubicBezTo>
                <a:cubicBezTo>
                  <a:pt x="894196" y="48456"/>
                  <a:pt x="892365" y="47867"/>
                  <a:pt x="890077" y="47867"/>
                </a:cubicBezTo>
                <a:cubicBezTo>
                  <a:pt x="886676" y="47867"/>
                  <a:pt x="883897" y="49535"/>
                  <a:pt x="881739" y="52870"/>
                </a:cubicBezTo>
                <a:cubicBezTo>
                  <a:pt x="877881" y="58690"/>
                  <a:pt x="875952" y="66668"/>
                  <a:pt x="875952" y="76804"/>
                </a:cubicBezTo>
                <a:lnTo>
                  <a:pt x="875952" y="80237"/>
                </a:lnTo>
                <a:lnTo>
                  <a:pt x="902632" y="80237"/>
                </a:lnTo>
                <a:close/>
                <a:moveTo>
                  <a:pt x="976382" y="44140"/>
                </a:moveTo>
                <a:lnTo>
                  <a:pt x="976382" y="56107"/>
                </a:lnTo>
                <a:cubicBezTo>
                  <a:pt x="981090" y="50971"/>
                  <a:pt x="985602" y="47236"/>
                  <a:pt x="989918" y="44900"/>
                </a:cubicBezTo>
                <a:cubicBezTo>
                  <a:pt x="994234" y="42562"/>
                  <a:pt x="998877" y="41394"/>
                  <a:pt x="1003847" y="41394"/>
                </a:cubicBezTo>
                <a:cubicBezTo>
                  <a:pt x="1009797" y="41394"/>
                  <a:pt x="1014734" y="43047"/>
                  <a:pt x="1018658" y="46353"/>
                </a:cubicBezTo>
                <a:cubicBezTo>
                  <a:pt x="1022582" y="49660"/>
                  <a:pt x="1025197" y="53768"/>
                  <a:pt x="1026505" y="58679"/>
                </a:cubicBezTo>
                <a:cubicBezTo>
                  <a:pt x="1027551" y="62412"/>
                  <a:pt x="1028075" y="69583"/>
                  <a:pt x="1028075" y="80191"/>
                </a:cubicBezTo>
                <a:lnTo>
                  <a:pt x="1028075" y="115941"/>
                </a:lnTo>
                <a:cubicBezTo>
                  <a:pt x="1028075" y="123003"/>
                  <a:pt x="1028712" y="127401"/>
                  <a:pt x="1029987" y="129134"/>
                </a:cubicBezTo>
                <a:cubicBezTo>
                  <a:pt x="1031262" y="130867"/>
                  <a:pt x="1033927" y="131962"/>
                  <a:pt x="1037982" y="132420"/>
                </a:cubicBezTo>
                <a:lnTo>
                  <a:pt x="1037982" y="135951"/>
                </a:lnTo>
                <a:lnTo>
                  <a:pt x="991586" y="135951"/>
                </a:lnTo>
                <a:lnTo>
                  <a:pt x="991586" y="132420"/>
                </a:lnTo>
                <a:cubicBezTo>
                  <a:pt x="995051" y="131962"/>
                  <a:pt x="997536" y="130524"/>
                  <a:pt x="999040" y="128104"/>
                </a:cubicBezTo>
                <a:cubicBezTo>
                  <a:pt x="1000087" y="126469"/>
                  <a:pt x="1000610" y="122415"/>
                  <a:pt x="1000610" y="115941"/>
                </a:cubicBezTo>
                <a:lnTo>
                  <a:pt x="1000610" y="75136"/>
                </a:lnTo>
                <a:cubicBezTo>
                  <a:pt x="1000610" y="67616"/>
                  <a:pt x="1000315" y="62875"/>
                  <a:pt x="999727" y="60913"/>
                </a:cubicBezTo>
                <a:cubicBezTo>
                  <a:pt x="999138" y="58951"/>
                  <a:pt x="998141" y="57431"/>
                  <a:pt x="996735" y="56352"/>
                </a:cubicBezTo>
                <a:cubicBezTo>
                  <a:pt x="995329" y="55273"/>
                  <a:pt x="993776" y="54734"/>
                  <a:pt x="992076" y="54734"/>
                </a:cubicBezTo>
                <a:cubicBezTo>
                  <a:pt x="986452" y="54734"/>
                  <a:pt x="981221" y="58788"/>
                  <a:pt x="976382" y="66897"/>
                </a:cubicBezTo>
                <a:lnTo>
                  <a:pt x="976382" y="115941"/>
                </a:lnTo>
                <a:cubicBezTo>
                  <a:pt x="976382" y="122807"/>
                  <a:pt x="977019" y="127156"/>
                  <a:pt x="978294" y="128987"/>
                </a:cubicBezTo>
                <a:cubicBezTo>
                  <a:pt x="979570" y="130818"/>
                  <a:pt x="981940" y="131962"/>
                  <a:pt x="985406" y="132420"/>
                </a:cubicBezTo>
                <a:lnTo>
                  <a:pt x="985406" y="135951"/>
                </a:lnTo>
                <a:lnTo>
                  <a:pt x="939010" y="135951"/>
                </a:lnTo>
                <a:lnTo>
                  <a:pt x="939010" y="132420"/>
                </a:lnTo>
                <a:cubicBezTo>
                  <a:pt x="942868" y="132028"/>
                  <a:pt x="945615" y="130785"/>
                  <a:pt x="947249" y="128693"/>
                </a:cubicBezTo>
                <a:cubicBezTo>
                  <a:pt x="948361" y="127254"/>
                  <a:pt x="948917" y="123003"/>
                  <a:pt x="948917" y="115941"/>
                </a:cubicBezTo>
                <a:lnTo>
                  <a:pt x="948917" y="64150"/>
                </a:lnTo>
                <a:cubicBezTo>
                  <a:pt x="948917" y="57135"/>
                  <a:pt x="948279" y="52767"/>
                  <a:pt x="947004" y="51046"/>
                </a:cubicBezTo>
                <a:cubicBezTo>
                  <a:pt x="945729" y="49325"/>
                  <a:pt x="943064" y="48200"/>
                  <a:pt x="939010" y="47671"/>
                </a:cubicBezTo>
                <a:lnTo>
                  <a:pt x="939010" y="44140"/>
                </a:lnTo>
                <a:lnTo>
                  <a:pt x="976382" y="44140"/>
                </a:lnTo>
                <a:close/>
                <a:moveTo>
                  <a:pt x="1108414" y="41786"/>
                </a:moveTo>
                <a:lnTo>
                  <a:pt x="1109886" y="73174"/>
                </a:lnTo>
                <a:lnTo>
                  <a:pt x="1106551" y="73174"/>
                </a:lnTo>
                <a:cubicBezTo>
                  <a:pt x="1102562" y="63813"/>
                  <a:pt x="1098426" y="57419"/>
                  <a:pt x="1094142" y="53992"/>
                </a:cubicBezTo>
                <a:cubicBezTo>
                  <a:pt x="1089859" y="50563"/>
                  <a:pt x="1085592" y="48848"/>
                  <a:pt x="1081342" y="48848"/>
                </a:cubicBezTo>
                <a:cubicBezTo>
                  <a:pt x="1078661" y="48848"/>
                  <a:pt x="1076372" y="49747"/>
                  <a:pt x="1074475" y="51546"/>
                </a:cubicBezTo>
                <a:cubicBezTo>
                  <a:pt x="1072579" y="53344"/>
                  <a:pt x="1071631" y="55420"/>
                  <a:pt x="1071631" y="57774"/>
                </a:cubicBezTo>
                <a:cubicBezTo>
                  <a:pt x="1071631" y="59540"/>
                  <a:pt x="1072285" y="61240"/>
                  <a:pt x="1073593" y="62875"/>
                </a:cubicBezTo>
                <a:cubicBezTo>
                  <a:pt x="1075685" y="65556"/>
                  <a:pt x="1081538" y="70150"/>
                  <a:pt x="1091151" y="76656"/>
                </a:cubicBezTo>
                <a:cubicBezTo>
                  <a:pt x="1100763" y="83163"/>
                  <a:pt x="1107090" y="88689"/>
                  <a:pt x="1110131" y="93233"/>
                </a:cubicBezTo>
                <a:cubicBezTo>
                  <a:pt x="1113172" y="97778"/>
                  <a:pt x="1114692" y="102863"/>
                  <a:pt x="1114692" y="108486"/>
                </a:cubicBezTo>
                <a:cubicBezTo>
                  <a:pt x="1114692" y="113587"/>
                  <a:pt x="1113417" y="118589"/>
                  <a:pt x="1110866" y="123494"/>
                </a:cubicBezTo>
                <a:cubicBezTo>
                  <a:pt x="1108316" y="128398"/>
                  <a:pt x="1104720" y="132158"/>
                  <a:pt x="1100077" y="134774"/>
                </a:cubicBezTo>
                <a:cubicBezTo>
                  <a:pt x="1095434" y="137390"/>
                  <a:pt x="1090301" y="138698"/>
                  <a:pt x="1084677" y="138698"/>
                </a:cubicBezTo>
                <a:cubicBezTo>
                  <a:pt x="1080295" y="138698"/>
                  <a:pt x="1074443" y="137299"/>
                  <a:pt x="1067119" y="134501"/>
                </a:cubicBezTo>
                <a:cubicBezTo>
                  <a:pt x="1065157" y="133768"/>
                  <a:pt x="1063817" y="133401"/>
                  <a:pt x="1063097" y="133401"/>
                </a:cubicBezTo>
                <a:cubicBezTo>
                  <a:pt x="1060939" y="133401"/>
                  <a:pt x="1059141" y="135036"/>
                  <a:pt x="1057702" y="138305"/>
                </a:cubicBezTo>
                <a:lnTo>
                  <a:pt x="1054465" y="138305"/>
                </a:lnTo>
                <a:lnTo>
                  <a:pt x="1052896" y="105347"/>
                </a:lnTo>
                <a:lnTo>
                  <a:pt x="1056231" y="105347"/>
                </a:lnTo>
                <a:cubicBezTo>
                  <a:pt x="1059174" y="113979"/>
                  <a:pt x="1063212" y="120453"/>
                  <a:pt x="1068345" y="124769"/>
                </a:cubicBezTo>
                <a:cubicBezTo>
                  <a:pt x="1073478" y="129085"/>
                  <a:pt x="1078334" y="131243"/>
                  <a:pt x="1082911" y="131243"/>
                </a:cubicBezTo>
                <a:cubicBezTo>
                  <a:pt x="1086050" y="131243"/>
                  <a:pt x="1088617" y="130278"/>
                  <a:pt x="1090611" y="128349"/>
                </a:cubicBezTo>
                <a:cubicBezTo>
                  <a:pt x="1092606" y="126420"/>
                  <a:pt x="1093603" y="124082"/>
                  <a:pt x="1093603" y="121336"/>
                </a:cubicBezTo>
                <a:cubicBezTo>
                  <a:pt x="1093603" y="118197"/>
                  <a:pt x="1092622" y="115483"/>
                  <a:pt x="1090660" y="113195"/>
                </a:cubicBezTo>
                <a:cubicBezTo>
                  <a:pt x="1088698" y="110906"/>
                  <a:pt x="1084317" y="107440"/>
                  <a:pt x="1077516" y="102797"/>
                </a:cubicBezTo>
                <a:cubicBezTo>
                  <a:pt x="1067511" y="95866"/>
                  <a:pt x="1061037" y="90569"/>
                  <a:pt x="1058095" y="86907"/>
                </a:cubicBezTo>
                <a:cubicBezTo>
                  <a:pt x="1053779" y="81545"/>
                  <a:pt x="1051621" y="75627"/>
                  <a:pt x="1051621" y="69153"/>
                </a:cubicBezTo>
                <a:cubicBezTo>
                  <a:pt x="1051621" y="62090"/>
                  <a:pt x="1054057" y="55698"/>
                  <a:pt x="1058928" y="49976"/>
                </a:cubicBezTo>
                <a:cubicBezTo>
                  <a:pt x="1063800" y="44254"/>
                  <a:pt x="1070846" y="41394"/>
                  <a:pt x="1080067" y="41394"/>
                </a:cubicBezTo>
                <a:cubicBezTo>
                  <a:pt x="1085036" y="41394"/>
                  <a:pt x="1089843" y="42650"/>
                  <a:pt x="1094486" y="45164"/>
                </a:cubicBezTo>
                <a:cubicBezTo>
                  <a:pt x="1096251" y="46181"/>
                  <a:pt x="1097690" y="46690"/>
                  <a:pt x="1098802" y="46690"/>
                </a:cubicBezTo>
                <a:cubicBezTo>
                  <a:pt x="1099979" y="46690"/>
                  <a:pt x="1100927" y="46445"/>
                  <a:pt x="1101646" y="45955"/>
                </a:cubicBezTo>
                <a:cubicBezTo>
                  <a:pt x="1102365" y="45464"/>
                  <a:pt x="1103510" y="44075"/>
                  <a:pt x="1105079" y="41786"/>
                </a:cubicBezTo>
                <a:lnTo>
                  <a:pt x="1108414" y="41786"/>
                </a:lnTo>
                <a:close/>
                <a:moveTo>
                  <a:pt x="1151703" y="0"/>
                </a:moveTo>
                <a:cubicBezTo>
                  <a:pt x="1155954" y="0"/>
                  <a:pt x="1159550" y="1493"/>
                  <a:pt x="1162493" y="4478"/>
                </a:cubicBezTo>
                <a:cubicBezTo>
                  <a:pt x="1165435" y="7462"/>
                  <a:pt x="1166907" y="11053"/>
                  <a:pt x="1166907" y="15253"/>
                </a:cubicBezTo>
                <a:cubicBezTo>
                  <a:pt x="1166907" y="19452"/>
                  <a:pt x="1165419" y="23028"/>
                  <a:pt x="1162444" y="25981"/>
                </a:cubicBezTo>
                <a:cubicBezTo>
                  <a:pt x="1159468" y="28932"/>
                  <a:pt x="1155888" y="30408"/>
                  <a:pt x="1151703" y="30408"/>
                </a:cubicBezTo>
                <a:cubicBezTo>
                  <a:pt x="1147518" y="30408"/>
                  <a:pt x="1143954" y="28932"/>
                  <a:pt x="1141011" y="25981"/>
                </a:cubicBezTo>
                <a:cubicBezTo>
                  <a:pt x="1138069" y="23028"/>
                  <a:pt x="1136597" y="19452"/>
                  <a:pt x="1136597" y="15253"/>
                </a:cubicBezTo>
                <a:cubicBezTo>
                  <a:pt x="1136597" y="11053"/>
                  <a:pt x="1138069" y="7462"/>
                  <a:pt x="1141011" y="4478"/>
                </a:cubicBezTo>
                <a:cubicBezTo>
                  <a:pt x="1143954" y="1493"/>
                  <a:pt x="1147518" y="0"/>
                  <a:pt x="1151703" y="0"/>
                </a:cubicBezTo>
                <a:moveTo>
                  <a:pt x="1165435" y="44140"/>
                </a:moveTo>
                <a:lnTo>
                  <a:pt x="1165435" y="116922"/>
                </a:lnTo>
                <a:cubicBezTo>
                  <a:pt x="1165435" y="123396"/>
                  <a:pt x="1166187" y="127532"/>
                  <a:pt x="1167691" y="129330"/>
                </a:cubicBezTo>
                <a:cubicBezTo>
                  <a:pt x="1169196" y="131128"/>
                  <a:pt x="1172138" y="132158"/>
                  <a:pt x="1176519" y="132420"/>
                </a:cubicBezTo>
                <a:lnTo>
                  <a:pt x="1176519" y="135951"/>
                </a:lnTo>
                <a:lnTo>
                  <a:pt x="1126985" y="135951"/>
                </a:lnTo>
                <a:lnTo>
                  <a:pt x="1126985" y="132420"/>
                </a:lnTo>
                <a:cubicBezTo>
                  <a:pt x="1131039" y="132289"/>
                  <a:pt x="1134047" y="131112"/>
                  <a:pt x="1136009" y="128889"/>
                </a:cubicBezTo>
                <a:cubicBezTo>
                  <a:pt x="1137317" y="127385"/>
                  <a:pt x="1137971" y="123396"/>
                  <a:pt x="1137971" y="116922"/>
                </a:cubicBezTo>
                <a:lnTo>
                  <a:pt x="1137971" y="63365"/>
                </a:lnTo>
                <a:cubicBezTo>
                  <a:pt x="1137971" y="56810"/>
                  <a:pt x="1137219" y="52622"/>
                  <a:pt x="1135715" y="50801"/>
                </a:cubicBezTo>
                <a:cubicBezTo>
                  <a:pt x="1134210" y="48980"/>
                  <a:pt x="1131301" y="47937"/>
                  <a:pt x="1126985" y="47671"/>
                </a:cubicBezTo>
                <a:lnTo>
                  <a:pt x="1126985" y="44140"/>
                </a:lnTo>
                <a:lnTo>
                  <a:pt x="1165435" y="44140"/>
                </a:lnTo>
                <a:close/>
                <a:moveTo>
                  <a:pt x="1228575" y="41394"/>
                </a:moveTo>
                <a:cubicBezTo>
                  <a:pt x="1236553" y="41394"/>
                  <a:pt x="1243975" y="43455"/>
                  <a:pt x="1250842" y="47579"/>
                </a:cubicBezTo>
                <a:cubicBezTo>
                  <a:pt x="1257708" y="51703"/>
                  <a:pt x="1262923" y="57562"/>
                  <a:pt x="1266487" y="65156"/>
                </a:cubicBezTo>
                <a:cubicBezTo>
                  <a:pt x="1270051" y="72749"/>
                  <a:pt x="1271833" y="81062"/>
                  <a:pt x="1271833" y="90095"/>
                </a:cubicBezTo>
                <a:cubicBezTo>
                  <a:pt x="1271833" y="103120"/>
                  <a:pt x="1268530" y="114019"/>
                  <a:pt x="1261926" y="122792"/>
                </a:cubicBezTo>
                <a:cubicBezTo>
                  <a:pt x="1253948" y="133396"/>
                  <a:pt x="1242929" y="138698"/>
                  <a:pt x="1228870" y="138698"/>
                </a:cubicBezTo>
                <a:cubicBezTo>
                  <a:pt x="1215072" y="138698"/>
                  <a:pt x="1204446" y="133854"/>
                  <a:pt x="1196991" y="124165"/>
                </a:cubicBezTo>
                <a:cubicBezTo>
                  <a:pt x="1189536" y="114477"/>
                  <a:pt x="1185809" y="103251"/>
                  <a:pt x="1185809" y="90487"/>
                </a:cubicBezTo>
                <a:cubicBezTo>
                  <a:pt x="1185809" y="77331"/>
                  <a:pt x="1189618" y="65860"/>
                  <a:pt x="1197236" y="56073"/>
                </a:cubicBezTo>
                <a:cubicBezTo>
                  <a:pt x="1204854" y="46287"/>
                  <a:pt x="1215301" y="41394"/>
                  <a:pt x="1228575" y="41394"/>
                </a:cubicBezTo>
                <a:moveTo>
                  <a:pt x="1228968" y="48260"/>
                </a:moveTo>
                <a:cubicBezTo>
                  <a:pt x="1225633" y="48260"/>
                  <a:pt x="1222772" y="49521"/>
                  <a:pt x="1220385" y="52042"/>
                </a:cubicBezTo>
                <a:cubicBezTo>
                  <a:pt x="1217998" y="54562"/>
                  <a:pt x="1216429" y="59537"/>
                  <a:pt x="1215677" y="66967"/>
                </a:cubicBezTo>
                <a:cubicBezTo>
                  <a:pt x="1214925" y="74397"/>
                  <a:pt x="1214549" y="84725"/>
                  <a:pt x="1214549" y="97951"/>
                </a:cubicBezTo>
                <a:cubicBezTo>
                  <a:pt x="1214549" y="104956"/>
                  <a:pt x="1215007" y="111504"/>
                  <a:pt x="1215922" y="117593"/>
                </a:cubicBezTo>
                <a:cubicBezTo>
                  <a:pt x="1216641" y="122240"/>
                  <a:pt x="1218178" y="125775"/>
                  <a:pt x="1220532" y="128199"/>
                </a:cubicBezTo>
                <a:cubicBezTo>
                  <a:pt x="1222886" y="130621"/>
                  <a:pt x="1225567" y="131831"/>
                  <a:pt x="1228575" y="131831"/>
                </a:cubicBezTo>
                <a:cubicBezTo>
                  <a:pt x="1231518" y="131831"/>
                  <a:pt x="1233970" y="131013"/>
                  <a:pt x="1235932" y="129376"/>
                </a:cubicBezTo>
                <a:cubicBezTo>
                  <a:pt x="1238482" y="127151"/>
                  <a:pt x="1240183" y="124041"/>
                  <a:pt x="1241033" y="120045"/>
                </a:cubicBezTo>
                <a:cubicBezTo>
                  <a:pt x="1242341" y="113827"/>
                  <a:pt x="1242995" y="101257"/>
                  <a:pt x="1242995" y="82336"/>
                </a:cubicBezTo>
                <a:cubicBezTo>
                  <a:pt x="1242995" y="71207"/>
                  <a:pt x="1242373" y="63565"/>
                  <a:pt x="1241131" y="59408"/>
                </a:cubicBezTo>
                <a:cubicBezTo>
                  <a:pt x="1239888" y="55250"/>
                  <a:pt x="1238057" y="52221"/>
                  <a:pt x="1235638" y="50323"/>
                </a:cubicBezTo>
                <a:cubicBezTo>
                  <a:pt x="1233938" y="48947"/>
                  <a:pt x="1231714" y="48260"/>
                  <a:pt x="1228968" y="48260"/>
                </a:cubicBezTo>
                <a:close/>
                <a:moveTo>
                  <a:pt x="1323472" y="44140"/>
                </a:moveTo>
                <a:lnTo>
                  <a:pt x="1323472" y="56107"/>
                </a:lnTo>
                <a:cubicBezTo>
                  <a:pt x="1328181" y="50971"/>
                  <a:pt x="1332693" y="47236"/>
                  <a:pt x="1337009" y="44900"/>
                </a:cubicBezTo>
                <a:cubicBezTo>
                  <a:pt x="1341324" y="42562"/>
                  <a:pt x="1345967" y="41394"/>
                  <a:pt x="1350937" y="41394"/>
                </a:cubicBezTo>
                <a:cubicBezTo>
                  <a:pt x="1356888" y="41394"/>
                  <a:pt x="1361825" y="43047"/>
                  <a:pt x="1365749" y="46353"/>
                </a:cubicBezTo>
                <a:cubicBezTo>
                  <a:pt x="1369672" y="49660"/>
                  <a:pt x="1372288" y="53768"/>
                  <a:pt x="1373596" y="58679"/>
                </a:cubicBezTo>
                <a:cubicBezTo>
                  <a:pt x="1374642" y="62412"/>
                  <a:pt x="1375165" y="69583"/>
                  <a:pt x="1375165" y="80191"/>
                </a:cubicBezTo>
                <a:lnTo>
                  <a:pt x="1375165" y="115941"/>
                </a:lnTo>
                <a:cubicBezTo>
                  <a:pt x="1375165" y="123003"/>
                  <a:pt x="1375803" y="127401"/>
                  <a:pt x="1377078" y="129134"/>
                </a:cubicBezTo>
                <a:cubicBezTo>
                  <a:pt x="1378353" y="130867"/>
                  <a:pt x="1381018" y="131962"/>
                  <a:pt x="1385072" y="132420"/>
                </a:cubicBezTo>
                <a:lnTo>
                  <a:pt x="1385072" y="135951"/>
                </a:lnTo>
                <a:lnTo>
                  <a:pt x="1338676" y="135951"/>
                </a:lnTo>
                <a:lnTo>
                  <a:pt x="1338676" y="132420"/>
                </a:lnTo>
                <a:cubicBezTo>
                  <a:pt x="1342142" y="131962"/>
                  <a:pt x="1344627" y="130524"/>
                  <a:pt x="1346131" y="128104"/>
                </a:cubicBezTo>
                <a:cubicBezTo>
                  <a:pt x="1347177" y="126469"/>
                  <a:pt x="1347700" y="122415"/>
                  <a:pt x="1347700" y="115941"/>
                </a:cubicBezTo>
                <a:lnTo>
                  <a:pt x="1347700" y="75136"/>
                </a:lnTo>
                <a:cubicBezTo>
                  <a:pt x="1347700" y="67616"/>
                  <a:pt x="1347406" y="62875"/>
                  <a:pt x="1346817" y="60913"/>
                </a:cubicBezTo>
                <a:cubicBezTo>
                  <a:pt x="1346229" y="58951"/>
                  <a:pt x="1345232" y="57431"/>
                  <a:pt x="1343826" y="56352"/>
                </a:cubicBezTo>
                <a:cubicBezTo>
                  <a:pt x="1342420" y="55273"/>
                  <a:pt x="1340867" y="54734"/>
                  <a:pt x="1339166" y="54734"/>
                </a:cubicBezTo>
                <a:cubicBezTo>
                  <a:pt x="1333543" y="54734"/>
                  <a:pt x="1328311" y="58788"/>
                  <a:pt x="1323472" y="66897"/>
                </a:cubicBezTo>
                <a:lnTo>
                  <a:pt x="1323472" y="115941"/>
                </a:lnTo>
                <a:cubicBezTo>
                  <a:pt x="1323472" y="122807"/>
                  <a:pt x="1324110" y="127156"/>
                  <a:pt x="1325385" y="128987"/>
                </a:cubicBezTo>
                <a:cubicBezTo>
                  <a:pt x="1326660" y="130818"/>
                  <a:pt x="1329031" y="131962"/>
                  <a:pt x="1332496" y="132420"/>
                </a:cubicBezTo>
                <a:lnTo>
                  <a:pt x="1332496" y="135951"/>
                </a:lnTo>
                <a:lnTo>
                  <a:pt x="1286100" y="135951"/>
                </a:lnTo>
                <a:lnTo>
                  <a:pt x="1286100" y="132420"/>
                </a:lnTo>
                <a:cubicBezTo>
                  <a:pt x="1289959" y="132028"/>
                  <a:pt x="1292705" y="130785"/>
                  <a:pt x="1294340" y="128693"/>
                </a:cubicBezTo>
                <a:cubicBezTo>
                  <a:pt x="1295452" y="127254"/>
                  <a:pt x="1296007" y="123003"/>
                  <a:pt x="1296007" y="115941"/>
                </a:cubicBezTo>
                <a:lnTo>
                  <a:pt x="1296007" y="64150"/>
                </a:lnTo>
                <a:cubicBezTo>
                  <a:pt x="1296007" y="57135"/>
                  <a:pt x="1295370" y="52767"/>
                  <a:pt x="1294095" y="51046"/>
                </a:cubicBezTo>
                <a:cubicBezTo>
                  <a:pt x="1292819" y="49325"/>
                  <a:pt x="1290155" y="48200"/>
                  <a:pt x="1286100" y="47671"/>
                </a:cubicBezTo>
                <a:lnTo>
                  <a:pt x="1286100" y="44140"/>
                </a:lnTo>
                <a:lnTo>
                  <a:pt x="1323472" y="44140"/>
                </a:lnTo>
                <a:close/>
                <a:moveTo>
                  <a:pt x="1575316" y="0"/>
                </a:moveTo>
                <a:lnTo>
                  <a:pt x="1575316" y="46102"/>
                </a:lnTo>
                <a:lnTo>
                  <a:pt x="1571491" y="46102"/>
                </a:lnTo>
                <a:cubicBezTo>
                  <a:pt x="1568613" y="34006"/>
                  <a:pt x="1563251" y="24738"/>
                  <a:pt x="1555404" y="18297"/>
                </a:cubicBezTo>
                <a:cubicBezTo>
                  <a:pt x="1547557" y="11853"/>
                  <a:pt x="1538664" y="8632"/>
                  <a:pt x="1528724" y="8632"/>
                </a:cubicBezTo>
                <a:cubicBezTo>
                  <a:pt x="1520419" y="8632"/>
                  <a:pt x="1512801" y="11019"/>
                  <a:pt x="1505869" y="15792"/>
                </a:cubicBezTo>
                <a:cubicBezTo>
                  <a:pt x="1498938" y="20566"/>
                  <a:pt x="1493870" y="26811"/>
                  <a:pt x="1490665" y="34527"/>
                </a:cubicBezTo>
                <a:cubicBezTo>
                  <a:pt x="1486546" y="44402"/>
                  <a:pt x="1484486" y="55388"/>
                  <a:pt x="1484486" y="67485"/>
                </a:cubicBezTo>
                <a:cubicBezTo>
                  <a:pt x="1484486" y="79387"/>
                  <a:pt x="1485990" y="90225"/>
                  <a:pt x="1488998" y="100002"/>
                </a:cubicBezTo>
                <a:cubicBezTo>
                  <a:pt x="1492006" y="109778"/>
                  <a:pt x="1496714" y="117167"/>
                  <a:pt x="1503123" y="122170"/>
                </a:cubicBezTo>
                <a:cubicBezTo>
                  <a:pt x="1509531" y="127172"/>
                  <a:pt x="1517836" y="129673"/>
                  <a:pt x="1528037" y="129673"/>
                </a:cubicBezTo>
                <a:cubicBezTo>
                  <a:pt x="1536408" y="129673"/>
                  <a:pt x="1544075" y="127843"/>
                  <a:pt x="1551039" y="124181"/>
                </a:cubicBezTo>
                <a:cubicBezTo>
                  <a:pt x="1558004" y="120519"/>
                  <a:pt x="1565344" y="114208"/>
                  <a:pt x="1573060" y="105249"/>
                </a:cubicBezTo>
                <a:lnTo>
                  <a:pt x="1573060" y="116726"/>
                </a:lnTo>
                <a:cubicBezTo>
                  <a:pt x="1565605" y="124507"/>
                  <a:pt x="1557840" y="130148"/>
                  <a:pt x="1549764" y="133646"/>
                </a:cubicBezTo>
                <a:cubicBezTo>
                  <a:pt x="1541688" y="137145"/>
                  <a:pt x="1532255" y="138894"/>
                  <a:pt x="1521465" y="138894"/>
                </a:cubicBezTo>
                <a:cubicBezTo>
                  <a:pt x="1507275" y="138894"/>
                  <a:pt x="1494671" y="136053"/>
                  <a:pt x="1483652" y="130372"/>
                </a:cubicBezTo>
                <a:cubicBezTo>
                  <a:pt x="1472633" y="124691"/>
                  <a:pt x="1464132" y="116530"/>
                  <a:pt x="1458149" y="105887"/>
                </a:cubicBezTo>
                <a:cubicBezTo>
                  <a:pt x="1452166" y="95242"/>
                  <a:pt x="1449174" y="83912"/>
                  <a:pt x="1449174" y="71896"/>
                </a:cubicBezTo>
                <a:cubicBezTo>
                  <a:pt x="1449174" y="59228"/>
                  <a:pt x="1452493" y="47213"/>
                  <a:pt x="1459130" y="35851"/>
                </a:cubicBezTo>
                <a:cubicBezTo>
                  <a:pt x="1465767" y="24487"/>
                  <a:pt x="1474726" y="15672"/>
                  <a:pt x="1486006" y="9404"/>
                </a:cubicBezTo>
                <a:cubicBezTo>
                  <a:pt x="1497287" y="3135"/>
                  <a:pt x="1509270" y="0"/>
                  <a:pt x="1521956" y="0"/>
                </a:cubicBezTo>
                <a:cubicBezTo>
                  <a:pt x="1531307" y="0"/>
                  <a:pt x="1541181" y="2027"/>
                  <a:pt x="1551579" y="6082"/>
                </a:cubicBezTo>
                <a:cubicBezTo>
                  <a:pt x="1557595" y="8436"/>
                  <a:pt x="1561420" y="9613"/>
                  <a:pt x="1563055" y="9613"/>
                </a:cubicBezTo>
                <a:cubicBezTo>
                  <a:pt x="1565148" y="9613"/>
                  <a:pt x="1566962" y="8844"/>
                  <a:pt x="1568499" y="7308"/>
                </a:cubicBezTo>
                <a:cubicBezTo>
                  <a:pt x="1570036" y="5771"/>
                  <a:pt x="1571033" y="3335"/>
                  <a:pt x="1571491" y="0"/>
                </a:cubicBezTo>
                <a:lnTo>
                  <a:pt x="1575316" y="0"/>
                </a:lnTo>
                <a:close/>
                <a:moveTo>
                  <a:pt x="1636937" y="41394"/>
                </a:moveTo>
                <a:cubicBezTo>
                  <a:pt x="1644914" y="41394"/>
                  <a:pt x="1652336" y="43455"/>
                  <a:pt x="1659203" y="47579"/>
                </a:cubicBezTo>
                <a:cubicBezTo>
                  <a:pt x="1666069" y="51703"/>
                  <a:pt x="1671284" y="57562"/>
                  <a:pt x="1674848" y="65156"/>
                </a:cubicBezTo>
                <a:cubicBezTo>
                  <a:pt x="1678412" y="72749"/>
                  <a:pt x="1680194" y="81062"/>
                  <a:pt x="1680194" y="90095"/>
                </a:cubicBezTo>
                <a:cubicBezTo>
                  <a:pt x="1680194" y="103120"/>
                  <a:pt x="1676891" y="114019"/>
                  <a:pt x="1670287" y="122792"/>
                </a:cubicBezTo>
                <a:cubicBezTo>
                  <a:pt x="1662309" y="133396"/>
                  <a:pt x="1651290" y="138698"/>
                  <a:pt x="1637231" y="138698"/>
                </a:cubicBezTo>
                <a:cubicBezTo>
                  <a:pt x="1623433" y="138698"/>
                  <a:pt x="1612807" y="133854"/>
                  <a:pt x="1605352" y="124165"/>
                </a:cubicBezTo>
                <a:cubicBezTo>
                  <a:pt x="1597897" y="114477"/>
                  <a:pt x="1594170" y="103251"/>
                  <a:pt x="1594170" y="90487"/>
                </a:cubicBezTo>
                <a:cubicBezTo>
                  <a:pt x="1594170" y="77331"/>
                  <a:pt x="1597979" y="65860"/>
                  <a:pt x="1605597" y="56073"/>
                </a:cubicBezTo>
                <a:cubicBezTo>
                  <a:pt x="1613215" y="46287"/>
                  <a:pt x="1623662" y="41394"/>
                  <a:pt x="1636937" y="41394"/>
                </a:cubicBezTo>
                <a:moveTo>
                  <a:pt x="1637329" y="48260"/>
                </a:moveTo>
                <a:cubicBezTo>
                  <a:pt x="1633994" y="48260"/>
                  <a:pt x="1631133" y="49521"/>
                  <a:pt x="1628746" y="52042"/>
                </a:cubicBezTo>
                <a:cubicBezTo>
                  <a:pt x="1626359" y="54562"/>
                  <a:pt x="1624790" y="59537"/>
                  <a:pt x="1624038" y="66967"/>
                </a:cubicBezTo>
                <a:cubicBezTo>
                  <a:pt x="1623286" y="74397"/>
                  <a:pt x="1622910" y="84725"/>
                  <a:pt x="1622910" y="97951"/>
                </a:cubicBezTo>
                <a:cubicBezTo>
                  <a:pt x="1622910" y="104956"/>
                  <a:pt x="1623368" y="111504"/>
                  <a:pt x="1624283" y="117593"/>
                </a:cubicBezTo>
                <a:cubicBezTo>
                  <a:pt x="1625002" y="122240"/>
                  <a:pt x="1626539" y="125775"/>
                  <a:pt x="1628893" y="128199"/>
                </a:cubicBezTo>
                <a:cubicBezTo>
                  <a:pt x="1631247" y="130621"/>
                  <a:pt x="1633928" y="131831"/>
                  <a:pt x="1636937" y="131831"/>
                </a:cubicBezTo>
                <a:cubicBezTo>
                  <a:pt x="1639879" y="131831"/>
                  <a:pt x="1642331" y="131013"/>
                  <a:pt x="1644293" y="129376"/>
                </a:cubicBezTo>
                <a:cubicBezTo>
                  <a:pt x="1646844" y="127151"/>
                  <a:pt x="1648544" y="124041"/>
                  <a:pt x="1649394" y="120045"/>
                </a:cubicBezTo>
                <a:cubicBezTo>
                  <a:pt x="1650702" y="113827"/>
                  <a:pt x="1651356" y="101257"/>
                  <a:pt x="1651356" y="82336"/>
                </a:cubicBezTo>
                <a:cubicBezTo>
                  <a:pt x="1651356" y="71207"/>
                  <a:pt x="1650734" y="63565"/>
                  <a:pt x="1649492" y="59408"/>
                </a:cubicBezTo>
                <a:cubicBezTo>
                  <a:pt x="1648249" y="55250"/>
                  <a:pt x="1646418" y="52221"/>
                  <a:pt x="1643999" y="50323"/>
                </a:cubicBezTo>
                <a:cubicBezTo>
                  <a:pt x="1642299" y="48947"/>
                  <a:pt x="1640075" y="48260"/>
                  <a:pt x="1637329" y="48260"/>
                </a:cubicBezTo>
                <a:close/>
                <a:moveTo>
                  <a:pt x="1730264" y="2943"/>
                </a:moveTo>
                <a:lnTo>
                  <a:pt x="1730264" y="116922"/>
                </a:lnTo>
                <a:cubicBezTo>
                  <a:pt x="1730264" y="123396"/>
                  <a:pt x="1731016" y="127532"/>
                  <a:pt x="1732520" y="129330"/>
                </a:cubicBezTo>
                <a:cubicBezTo>
                  <a:pt x="1734024" y="131128"/>
                  <a:pt x="1736967" y="132158"/>
                  <a:pt x="1741348" y="132420"/>
                </a:cubicBezTo>
                <a:lnTo>
                  <a:pt x="1741348" y="135951"/>
                </a:lnTo>
                <a:lnTo>
                  <a:pt x="1691813" y="135951"/>
                </a:lnTo>
                <a:lnTo>
                  <a:pt x="1691813" y="132420"/>
                </a:lnTo>
                <a:cubicBezTo>
                  <a:pt x="1695868" y="132289"/>
                  <a:pt x="1698876" y="131112"/>
                  <a:pt x="1700837" y="128889"/>
                </a:cubicBezTo>
                <a:cubicBezTo>
                  <a:pt x="1702145" y="127385"/>
                  <a:pt x="1702799" y="123396"/>
                  <a:pt x="1702799" y="116922"/>
                </a:cubicBezTo>
                <a:lnTo>
                  <a:pt x="1702799" y="21972"/>
                </a:lnTo>
                <a:cubicBezTo>
                  <a:pt x="1702799" y="15523"/>
                  <a:pt x="1702047" y="11394"/>
                  <a:pt x="1700543" y="9585"/>
                </a:cubicBezTo>
                <a:cubicBezTo>
                  <a:pt x="1699039" y="7775"/>
                  <a:pt x="1696129" y="6737"/>
                  <a:pt x="1691813" y="6474"/>
                </a:cubicBezTo>
                <a:lnTo>
                  <a:pt x="1691813" y="2943"/>
                </a:lnTo>
                <a:lnTo>
                  <a:pt x="1730264" y="2943"/>
                </a:lnTo>
                <a:close/>
                <a:moveTo>
                  <a:pt x="1785950" y="2943"/>
                </a:moveTo>
                <a:lnTo>
                  <a:pt x="1785950" y="116922"/>
                </a:lnTo>
                <a:cubicBezTo>
                  <a:pt x="1785950" y="123396"/>
                  <a:pt x="1786702" y="127532"/>
                  <a:pt x="1788206" y="129330"/>
                </a:cubicBezTo>
                <a:cubicBezTo>
                  <a:pt x="1789710" y="131128"/>
                  <a:pt x="1792653" y="132158"/>
                  <a:pt x="1797034" y="132420"/>
                </a:cubicBezTo>
                <a:lnTo>
                  <a:pt x="1797034" y="135951"/>
                </a:lnTo>
                <a:lnTo>
                  <a:pt x="1747499" y="135951"/>
                </a:lnTo>
                <a:lnTo>
                  <a:pt x="1747499" y="132420"/>
                </a:lnTo>
                <a:cubicBezTo>
                  <a:pt x="1751553" y="132289"/>
                  <a:pt x="1754562" y="131112"/>
                  <a:pt x="1756523" y="128889"/>
                </a:cubicBezTo>
                <a:cubicBezTo>
                  <a:pt x="1757831" y="127385"/>
                  <a:pt x="1758485" y="123396"/>
                  <a:pt x="1758485" y="116922"/>
                </a:cubicBezTo>
                <a:lnTo>
                  <a:pt x="1758485" y="21972"/>
                </a:lnTo>
                <a:cubicBezTo>
                  <a:pt x="1758485" y="15523"/>
                  <a:pt x="1757733" y="11394"/>
                  <a:pt x="1756229" y="9585"/>
                </a:cubicBezTo>
                <a:cubicBezTo>
                  <a:pt x="1754725" y="7775"/>
                  <a:pt x="1751815" y="6737"/>
                  <a:pt x="1747499" y="6474"/>
                </a:cubicBezTo>
                <a:lnTo>
                  <a:pt x="1747499" y="2943"/>
                </a:lnTo>
                <a:lnTo>
                  <a:pt x="1785950" y="2943"/>
                </a:lnTo>
                <a:close/>
                <a:moveTo>
                  <a:pt x="1883422" y="86711"/>
                </a:moveTo>
                <a:lnTo>
                  <a:pt x="1833102" y="86711"/>
                </a:lnTo>
                <a:cubicBezTo>
                  <a:pt x="1833691" y="98906"/>
                  <a:pt x="1836928" y="108545"/>
                  <a:pt x="1842813" y="115625"/>
                </a:cubicBezTo>
                <a:cubicBezTo>
                  <a:pt x="1847325" y="121067"/>
                  <a:pt x="1852753" y="123788"/>
                  <a:pt x="1859096" y="123788"/>
                </a:cubicBezTo>
                <a:cubicBezTo>
                  <a:pt x="1863019" y="123788"/>
                  <a:pt x="1866583" y="122693"/>
                  <a:pt x="1869787" y="120502"/>
                </a:cubicBezTo>
                <a:cubicBezTo>
                  <a:pt x="1872992" y="118312"/>
                  <a:pt x="1876425" y="114372"/>
                  <a:pt x="1880087" y="108682"/>
                </a:cubicBezTo>
                <a:lnTo>
                  <a:pt x="1883422" y="110840"/>
                </a:lnTo>
                <a:cubicBezTo>
                  <a:pt x="1878452" y="120976"/>
                  <a:pt x="1872959" y="128153"/>
                  <a:pt x="1866943" y="132371"/>
                </a:cubicBezTo>
                <a:cubicBezTo>
                  <a:pt x="1860927" y="136589"/>
                  <a:pt x="1853962" y="138698"/>
                  <a:pt x="1846050" y="138698"/>
                </a:cubicBezTo>
                <a:cubicBezTo>
                  <a:pt x="1832448" y="138698"/>
                  <a:pt x="1822149" y="133461"/>
                  <a:pt x="1815152" y="122988"/>
                </a:cubicBezTo>
                <a:cubicBezTo>
                  <a:pt x="1809528" y="114544"/>
                  <a:pt x="1806716" y="104071"/>
                  <a:pt x="1806716" y="91569"/>
                </a:cubicBezTo>
                <a:cubicBezTo>
                  <a:pt x="1806716" y="76251"/>
                  <a:pt x="1810852" y="64059"/>
                  <a:pt x="1819124" y="54994"/>
                </a:cubicBezTo>
                <a:cubicBezTo>
                  <a:pt x="1827397" y="45927"/>
                  <a:pt x="1837091" y="41394"/>
                  <a:pt x="1848208" y="41394"/>
                </a:cubicBezTo>
                <a:cubicBezTo>
                  <a:pt x="1857493" y="41394"/>
                  <a:pt x="1865553" y="45203"/>
                  <a:pt x="1872387" y="52821"/>
                </a:cubicBezTo>
                <a:cubicBezTo>
                  <a:pt x="1879220" y="60439"/>
                  <a:pt x="1882899" y="71736"/>
                  <a:pt x="1883422" y="86711"/>
                </a:cubicBezTo>
                <a:moveTo>
                  <a:pt x="1859292" y="80237"/>
                </a:moveTo>
                <a:cubicBezTo>
                  <a:pt x="1859292" y="69708"/>
                  <a:pt x="1858720" y="62483"/>
                  <a:pt x="1857575" y="58559"/>
                </a:cubicBezTo>
                <a:cubicBezTo>
                  <a:pt x="1856431" y="54635"/>
                  <a:pt x="1854649" y="51660"/>
                  <a:pt x="1852229" y="49633"/>
                </a:cubicBezTo>
                <a:cubicBezTo>
                  <a:pt x="1850856" y="48456"/>
                  <a:pt x="1849025" y="47867"/>
                  <a:pt x="1846736" y="47867"/>
                </a:cubicBezTo>
                <a:cubicBezTo>
                  <a:pt x="1843336" y="47867"/>
                  <a:pt x="1840557" y="49535"/>
                  <a:pt x="1838399" y="52870"/>
                </a:cubicBezTo>
                <a:cubicBezTo>
                  <a:pt x="1834541" y="58690"/>
                  <a:pt x="1832612" y="66668"/>
                  <a:pt x="1832612" y="76804"/>
                </a:cubicBezTo>
                <a:lnTo>
                  <a:pt x="1832612" y="80237"/>
                </a:lnTo>
                <a:lnTo>
                  <a:pt x="1859292" y="80237"/>
                </a:lnTo>
                <a:close/>
                <a:moveTo>
                  <a:pt x="1970413" y="112235"/>
                </a:moveTo>
                <a:lnTo>
                  <a:pt x="1973454" y="114586"/>
                </a:lnTo>
                <a:cubicBezTo>
                  <a:pt x="1969138" y="122721"/>
                  <a:pt x="1963759" y="128774"/>
                  <a:pt x="1957318" y="132745"/>
                </a:cubicBezTo>
                <a:cubicBezTo>
                  <a:pt x="1950877" y="136713"/>
                  <a:pt x="1944027" y="138698"/>
                  <a:pt x="1936769" y="138698"/>
                </a:cubicBezTo>
                <a:cubicBezTo>
                  <a:pt x="1924540" y="138698"/>
                  <a:pt x="1914764" y="134083"/>
                  <a:pt x="1907440" y="124855"/>
                </a:cubicBezTo>
                <a:cubicBezTo>
                  <a:pt x="1900116" y="115624"/>
                  <a:pt x="1896454" y="104529"/>
                  <a:pt x="1896454" y="91569"/>
                </a:cubicBezTo>
                <a:cubicBezTo>
                  <a:pt x="1896454" y="79065"/>
                  <a:pt x="1899789" y="68068"/>
                  <a:pt x="1906459" y="58577"/>
                </a:cubicBezTo>
                <a:cubicBezTo>
                  <a:pt x="1914503" y="47121"/>
                  <a:pt x="1925587" y="41394"/>
                  <a:pt x="1939711" y="41394"/>
                </a:cubicBezTo>
                <a:cubicBezTo>
                  <a:pt x="1949193" y="41394"/>
                  <a:pt x="1956730" y="43787"/>
                  <a:pt x="1962321" y="48575"/>
                </a:cubicBezTo>
                <a:cubicBezTo>
                  <a:pt x="1967912" y="53361"/>
                  <a:pt x="1970707" y="58705"/>
                  <a:pt x="1970707" y="64607"/>
                </a:cubicBezTo>
                <a:cubicBezTo>
                  <a:pt x="1970707" y="68344"/>
                  <a:pt x="1969579" y="71328"/>
                  <a:pt x="1967323" y="73557"/>
                </a:cubicBezTo>
                <a:cubicBezTo>
                  <a:pt x="1965067" y="75787"/>
                  <a:pt x="1962108" y="76902"/>
                  <a:pt x="1958446" y="76902"/>
                </a:cubicBezTo>
                <a:cubicBezTo>
                  <a:pt x="1954588" y="76902"/>
                  <a:pt x="1951400" y="75622"/>
                  <a:pt x="1948883" y="73064"/>
                </a:cubicBezTo>
                <a:cubicBezTo>
                  <a:pt x="1946365" y="70503"/>
                  <a:pt x="1944812" y="65942"/>
                  <a:pt x="1944223" y="59381"/>
                </a:cubicBezTo>
                <a:cubicBezTo>
                  <a:pt x="1943831" y="55247"/>
                  <a:pt x="1942883" y="52359"/>
                  <a:pt x="1941379" y="50718"/>
                </a:cubicBezTo>
                <a:cubicBezTo>
                  <a:pt x="1939875" y="49079"/>
                  <a:pt x="1938109" y="48260"/>
                  <a:pt x="1936082" y="48260"/>
                </a:cubicBezTo>
                <a:cubicBezTo>
                  <a:pt x="1932943" y="48260"/>
                  <a:pt x="1930262" y="49927"/>
                  <a:pt x="1928039" y="53262"/>
                </a:cubicBezTo>
                <a:cubicBezTo>
                  <a:pt x="1924638" y="58297"/>
                  <a:pt x="1922938" y="66014"/>
                  <a:pt x="1922938" y="76411"/>
                </a:cubicBezTo>
                <a:cubicBezTo>
                  <a:pt x="1922938" y="85043"/>
                  <a:pt x="1924311" y="93299"/>
                  <a:pt x="1927058" y="101179"/>
                </a:cubicBezTo>
                <a:cubicBezTo>
                  <a:pt x="1929804" y="109058"/>
                  <a:pt x="1933564" y="114927"/>
                  <a:pt x="1938338" y="118786"/>
                </a:cubicBezTo>
                <a:cubicBezTo>
                  <a:pt x="1941935" y="121598"/>
                  <a:pt x="1946185" y="123003"/>
                  <a:pt x="1951090" y="123003"/>
                </a:cubicBezTo>
                <a:cubicBezTo>
                  <a:pt x="1954294" y="123003"/>
                  <a:pt x="1957335" y="122253"/>
                  <a:pt x="1960212" y="120754"/>
                </a:cubicBezTo>
                <a:cubicBezTo>
                  <a:pt x="1963089" y="119252"/>
                  <a:pt x="1966490" y="116412"/>
                  <a:pt x="1970413" y="112235"/>
                </a:cubicBezTo>
                <a:close/>
                <a:moveTo>
                  <a:pt x="2021798" y="10397"/>
                </a:moveTo>
                <a:lnTo>
                  <a:pt x="2021798" y="44140"/>
                </a:lnTo>
                <a:lnTo>
                  <a:pt x="2043574" y="44140"/>
                </a:lnTo>
                <a:lnTo>
                  <a:pt x="2043574" y="53753"/>
                </a:lnTo>
                <a:lnTo>
                  <a:pt x="2021798" y="53753"/>
                </a:lnTo>
                <a:lnTo>
                  <a:pt x="2021798" y="110503"/>
                </a:lnTo>
                <a:cubicBezTo>
                  <a:pt x="2021798" y="115814"/>
                  <a:pt x="2022044" y="119240"/>
                  <a:pt x="2022534" y="120781"/>
                </a:cubicBezTo>
                <a:cubicBezTo>
                  <a:pt x="2023025" y="122322"/>
                  <a:pt x="2023891" y="123568"/>
                  <a:pt x="2025133" y="124521"/>
                </a:cubicBezTo>
                <a:cubicBezTo>
                  <a:pt x="2026376" y="125471"/>
                  <a:pt x="2027520" y="125946"/>
                  <a:pt x="2028567" y="125946"/>
                </a:cubicBezTo>
                <a:cubicBezTo>
                  <a:pt x="2032817" y="125946"/>
                  <a:pt x="2036839" y="122676"/>
                  <a:pt x="2040631" y="116137"/>
                </a:cubicBezTo>
                <a:lnTo>
                  <a:pt x="2043574" y="118317"/>
                </a:lnTo>
                <a:cubicBezTo>
                  <a:pt x="2038277" y="130988"/>
                  <a:pt x="2029678" y="137324"/>
                  <a:pt x="2017777" y="137324"/>
                </a:cubicBezTo>
                <a:cubicBezTo>
                  <a:pt x="2011957" y="137324"/>
                  <a:pt x="2007036" y="135701"/>
                  <a:pt x="2003014" y="132454"/>
                </a:cubicBezTo>
                <a:cubicBezTo>
                  <a:pt x="1998993" y="129205"/>
                  <a:pt x="1996426" y="125578"/>
                  <a:pt x="1995314" y="121575"/>
                </a:cubicBezTo>
                <a:cubicBezTo>
                  <a:pt x="1994660" y="119344"/>
                  <a:pt x="1994334" y="113306"/>
                  <a:pt x="1994334" y="103462"/>
                </a:cubicBezTo>
                <a:lnTo>
                  <a:pt x="1994334" y="53753"/>
                </a:lnTo>
                <a:lnTo>
                  <a:pt x="1982367" y="53753"/>
                </a:lnTo>
                <a:lnTo>
                  <a:pt x="1982367" y="50310"/>
                </a:lnTo>
                <a:cubicBezTo>
                  <a:pt x="1990606" y="44478"/>
                  <a:pt x="1997619" y="38351"/>
                  <a:pt x="2003407" y="31928"/>
                </a:cubicBezTo>
                <a:cubicBezTo>
                  <a:pt x="2009194" y="25505"/>
                  <a:pt x="2014246" y="18328"/>
                  <a:pt x="2018561" y="10397"/>
                </a:cubicBezTo>
                <a:lnTo>
                  <a:pt x="2021798" y="10397"/>
                </a:lnTo>
                <a:close/>
                <a:moveTo>
                  <a:pt x="2074011" y="0"/>
                </a:moveTo>
                <a:cubicBezTo>
                  <a:pt x="2078262" y="0"/>
                  <a:pt x="2081858" y="1493"/>
                  <a:pt x="2084801" y="4478"/>
                </a:cubicBezTo>
                <a:cubicBezTo>
                  <a:pt x="2087744" y="7462"/>
                  <a:pt x="2089215" y="11053"/>
                  <a:pt x="2089215" y="15253"/>
                </a:cubicBezTo>
                <a:cubicBezTo>
                  <a:pt x="2089215" y="19452"/>
                  <a:pt x="2087727" y="23028"/>
                  <a:pt x="2084752" y="25981"/>
                </a:cubicBezTo>
                <a:cubicBezTo>
                  <a:pt x="2081777" y="28932"/>
                  <a:pt x="2078196" y="30408"/>
                  <a:pt x="2074011" y="30408"/>
                </a:cubicBezTo>
                <a:cubicBezTo>
                  <a:pt x="2069826" y="30408"/>
                  <a:pt x="2066262" y="28932"/>
                  <a:pt x="2063319" y="25981"/>
                </a:cubicBezTo>
                <a:cubicBezTo>
                  <a:pt x="2060377" y="23028"/>
                  <a:pt x="2058905" y="19452"/>
                  <a:pt x="2058905" y="15253"/>
                </a:cubicBezTo>
                <a:cubicBezTo>
                  <a:pt x="2058905" y="11053"/>
                  <a:pt x="2060377" y="7462"/>
                  <a:pt x="2063319" y="4478"/>
                </a:cubicBezTo>
                <a:cubicBezTo>
                  <a:pt x="2066262" y="1493"/>
                  <a:pt x="2069826" y="0"/>
                  <a:pt x="2074011" y="0"/>
                </a:cubicBezTo>
                <a:moveTo>
                  <a:pt x="2087744" y="44140"/>
                </a:moveTo>
                <a:lnTo>
                  <a:pt x="2087744" y="116922"/>
                </a:lnTo>
                <a:cubicBezTo>
                  <a:pt x="2087744" y="123396"/>
                  <a:pt x="2088496" y="127532"/>
                  <a:pt x="2090000" y="129330"/>
                </a:cubicBezTo>
                <a:cubicBezTo>
                  <a:pt x="2091504" y="131128"/>
                  <a:pt x="2094446" y="132158"/>
                  <a:pt x="2098828" y="132420"/>
                </a:cubicBezTo>
                <a:lnTo>
                  <a:pt x="2098828" y="135951"/>
                </a:lnTo>
                <a:lnTo>
                  <a:pt x="2049293" y="135951"/>
                </a:lnTo>
                <a:lnTo>
                  <a:pt x="2049293" y="132420"/>
                </a:lnTo>
                <a:cubicBezTo>
                  <a:pt x="2053347" y="132289"/>
                  <a:pt x="2056355" y="131112"/>
                  <a:pt x="2058317" y="128889"/>
                </a:cubicBezTo>
                <a:cubicBezTo>
                  <a:pt x="2059625" y="127385"/>
                  <a:pt x="2060279" y="123396"/>
                  <a:pt x="2060279" y="116922"/>
                </a:cubicBezTo>
                <a:lnTo>
                  <a:pt x="2060279" y="63365"/>
                </a:lnTo>
                <a:cubicBezTo>
                  <a:pt x="2060279" y="56810"/>
                  <a:pt x="2059527" y="52622"/>
                  <a:pt x="2058023" y="50801"/>
                </a:cubicBezTo>
                <a:cubicBezTo>
                  <a:pt x="2056519" y="48980"/>
                  <a:pt x="2053609" y="47937"/>
                  <a:pt x="2049293" y="47671"/>
                </a:cubicBezTo>
                <a:lnTo>
                  <a:pt x="2049293" y="44140"/>
                </a:lnTo>
                <a:lnTo>
                  <a:pt x="2087744" y="44140"/>
                </a:lnTo>
                <a:close/>
                <a:moveTo>
                  <a:pt x="2150884" y="41394"/>
                </a:moveTo>
                <a:cubicBezTo>
                  <a:pt x="2158862" y="41394"/>
                  <a:pt x="2166284" y="43455"/>
                  <a:pt x="2173150" y="47579"/>
                </a:cubicBezTo>
                <a:cubicBezTo>
                  <a:pt x="2180016" y="51703"/>
                  <a:pt x="2185231" y="57562"/>
                  <a:pt x="2188795" y="65156"/>
                </a:cubicBezTo>
                <a:cubicBezTo>
                  <a:pt x="2192359" y="72749"/>
                  <a:pt x="2194141" y="81062"/>
                  <a:pt x="2194141" y="90095"/>
                </a:cubicBezTo>
                <a:cubicBezTo>
                  <a:pt x="2194141" y="103120"/>
                  <a:pt x="2190838" y="114019"/>
                  <a:pt x="2184234" y="122792"/>
                </a:cubicBezTo>
                <a:cubicBezTo>
                  <a:pt x="2176256" y="133396"/>
                  <a:pt x="2165237" y="138698"/>
                  <a:pt x="2151178" y="138698"/>
                </a:cubicBezTo>
                <a:cubicBezTo>
                  <a:pt x="2137380" y="138698"/>
                  <a:pt x="2126754" y="133854"/>
                  <a:pt x="2119299" y="124165"/>
                </a:cubicBezTo>
                <a:cubicBezTo>
                  <a:pt x="2111844" y="114477"/>
                  <a:pt x="2108117" y="103251"/>
                  <a:pt x="2108117" y="90487"/>
                </a:cubicBezTo>
                <a:cubicBezTo>
                  <a:pt x="2108117" y="77331"/>
                  <a:pt x="2111926" y="65860"/>
                  <a:pt x="2119544" y="56073"/>
                </a:cubicBezTo>
                <a:cubicBezTo>
                  <a:pt x="2127162" y="46287"/>
                  <a:pt x="2137609" y="41394"/>
                  <a:pt x="2150884" y="41394"/>
                </a:cubicBezTo>
                <a:moveTo>
                  <a:pt x="2151276" y="48260"/>
                </a:moveTo>
                <a:cubicBezTo>
                  <a:pt x="2147941" y="48260"/>
                  <a:pt x="2145080" y="49521"/>
                  <a:pt x="2142693" y="52042"/>
                </a:cubicBezTo>
                <a:cubicBezTo>
                  <a:pt x="2140306" y="54562"/>
                  <a:pt x="2138737" y="59537"/>
                  <a:pt x="2137985" y="66967"/>
                </a:cubicBezTo>
                <a:cubicBezTo>
                  <a:pt x="2137233" y="74397"/>
                  <a:pt x="2136857" y="84725"/>
                  <a:pt x="2136857" y="97951"/>
                </a:cubicBezTo>
                <a:cubicBezTo>
                  <a:pt x="2136857" y="104956"/>
                  <a:pt x="2137315" y="111504"/>
                  <a:pt x="2138230" y="117593"/>
                </a:cubicBezTo>
                <a:cubicBezTo>
                  <a:pt x="2138949" y="122240"/>
                  <a:pt x="2140486" y="125775"/>
                  <a:pt x="2142840" y="128199"/>
                </a:cubicBezTo>
                <a:cubicBezTo>
                  <a:pt x="2145194" y="130621"/>
                  <a:pt x="2147876" y="131831"/>
                  <a:pt x="2150884" y="131831"/>
                </a:cubicBezTo>
                <a:cubicBezTo>
                  <a:pt x="2153826" y="131831"/>
                  <a:pt x="2156279" y="131013"/>
                  <a:pt x="2158240" y="129376"/>
                </a:cubicBezTo>
                <a:cubicBezTo>
                  <a:pt x="2160791" y="127151"/>
                  <a:pt x="2162491" y="124041"/>
                  <a:pt x="2163341" y="120045"/>
                </a:cubicBezTo>
                <a:cubicBezTo>
                  <a:pt x="2164649" y="113827"/>
                  <a:pt x="2165303" y="101257"/>
                  <a:pt x="2165303" y="82336"/>
                </a:cubicBezTo>
                <a:cubicBezTo>
                  <a:pt x="2165303" y="71207"/>
                  <a:pt x="2164681" y="63565"/>
                  <a:pt x="2163439" y="59408"/>
                </a:cubicBezTo>
                <a:cubicBezTo>
                  <a:pt x="2162197" y="55250"/>
                  <a:pt x="2160366" y="52221"/>
                  <a:pt x="2157946" y="50323"/>
                </a:cubicBezTo>
                <a:cubicBezTo>
                  <a:pt x="2156246" y="48947"/>
                  <a:pt x="2154022" y="48260"/>
                  <a:pt x="2151276" y="48260"/>
                </a:cubicBezTo>
                <a:close/>
                <a:moveTo>
                  <a:pt x="2245781" y="44140"/>
                </a:moveTo>
                <a:lnTo>
                  <a:pt x="2245781" y="56107"/>
                </a:lnTo>
                <a:cubicBezTo>
                  <a:pt x="2250489" y="50971"/>
                  <a:pt x="2255001" y="47236"/>
                  <a:pt x="2259317" y="44900"/>
                </a:cubicBezTo>
                <a:cubicBezTo>
                  <a:pt x="2263633" y="42562"/>
                  <a:pt x="2268276" y="41394"/>
                  <a:pt x="2273246" y="41394"/>
                </a:cubicBezTo>
                <a:cubicBezTo>
                  <a:pt x="2279197" y="41394"/>
                  <a:pt x="2284134" y="43047"/>
                  <a:pt x="2288057" y="46353"/>
                </a:cubicBezTo>
                <a:cubicBezTo>
                  <a:pt x="2291981" y="49660"/>
                  <a:pt x="2294597" y="53768"/>
                  <a:pt x="2295904" y="58679"/>
                </a:cubicBezTo>
                <a:cubicBezTo>
                  <a:pt x="2296951" y="62412"/>
                  <a:pt x="2297474" y="69583"/>
                  <a:pt x="2297474" y="80191"/>
                </a:cubicBezTo>
                <a:lnTo>
                  <a:pt x="2297474" y="115941"/>
                </a:lnTo>
                <a:cubicBezTo>
                  <a:pt x="2297474" y="123003"/>
                  <a:pt x="2298111" y="127401"/>
                  <a:pt x="2299387" y="129134"/>
                </a:cubicBezTo>
                <a:cubicBezTo>
                  <a:pt x="2300662" y="130867"/>
                  <a:pt x="2303326" y="131962"/>
                  <a:pt x="2307381" y="132420"/>
                </a:cubicBezTo>
                <a:lnTo>
                  <a:pt x="2307381" y="135951"/>
                </a:lnTo>
                <a:lnTo>
                  <a:pt x="2260985" y="135951"/>
                </a:lnTo>
                <a:lnTo>
                  <a:pt x="2260985" y="132420"/>
                </a:lnTo>
                <a:cubicBezTo>
                  <a:pt x="2264451" y="131962"/>
                  <a:pt x="2266935" y="130524"/>
                  <a:pt x="2268439" y="128104"/>
                </a:cubicBezTo>
                <a:cubicBezTo>
                  <a:pt x="2269486" y="126469"/>
                  <a:pt x="2270009" y="122415"/>
                  <a:pt x="2270009" y="115941"/>
                </a:cubicBezTo>
                <a:lnTo>
                  <a:pt x="2270009" y="75136"/>
                </a:lnTo>
                <a:cubicBezTo>
                  <a:pt x="2270009" y="67616"/>
                  <a:pt x="2269715" y="62875"/>
                  <a:pt x="2269126" y="60913"/>
                </a:cubicBezTo>
                <a:cubicBezTo>
                  <a:pt x="2268538" y="58951"/>
                  <a:pt x="2267540" y="57431"/>
                  <a:pt x="2266134" y="56352"/>
                </a:cubicBezTo>
                <a:cubicBezTo>
                  <a:pt x="2264728" y="55273"/>
                  <a:pt x="2263175" y="54734"/>
                  <a:pt x="2261475" y="54734"/>
                </a:cubicBezTo>
                <a:cubicBezTo>
                  <a:pt x="2255851" y="54734"/>
                  <a:pt x="2250620" y="58788"/>
                  <a:pt x="2245781" y="66897"/>
                </a:cubicBezTo>
                <a:lnTo>
                  <a:pt x="2245781" y="115941"/>
                </a:lnTo>
                <a:cubicBezTo>
                  <a:pt x="2245781" y="122807"/>
                  <a:pt x="2246419" y="127156"/>
                  <a:pt x="2247694" y="128987"/>
                </a:cubicBezTo>
                <a:cubicBezTo>
                  <a:pt x="2248969" y="130818"/>
                  <a:pt x="2251339" y="131962"/>
                  <a:pt x="2254805" y="132420"/>
                </a:cubicBezTo>
                <a:lnTo>
                  <a:pt x="2254805" y="135951"/>
                </a:lnTo>
                <a:lnTo>
                  <a:pt x="2208409" y="135951"/>
                </a:lnTo>
                <a:lnTo>
                  <a:pt x="2208409" y="132420"/>
                </a:lnTo>
                <a:cubicBezTo>
                  <a:pt x="2212267" y="132028"/>
                  <a:pt x="2215014" y="130785"/>
                  <a:pt x="2216649" y="128693"/>
                </a:cubicBezTo>
                <a:cubicBezTo>
                  <a:pt x="2217760" y="127254"/>
                  <a:pt x="2218316" y="123003"/>
                  <a:pt x="2218316" y="115941"/>
                </a:cubicBezTo>
                <a:lnTo>
                  <a:pt x="2218316" y="64150"/>
                </a:lnTo>
                <a:cubicBezTo>
                  <a:pt x="2218316" y="57135"/>
                  <a:pt x="2217678" y="52767"/>
                  <a:pt x="2216403" y="51046"/>
                </a:cubicBezTo>
                <a:cubicBezTo>
                  <a:pt x="2215128" y="49325"/>
                  <a:pt x="2212463" y="48200"/>
                  <a:pt x="2208409" y="47671"/>
                </a:cubicBezTo>
                <a:lnTo>
                  <a:pt x="2208409" y="44140"/>
                </a:lnTo>
                <a:lnTo>
                  <a:pt x="2245781" y="441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A97B91-DC0D-4306-95EB-06D31E80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193" y="1268153"/>
            <a:ext cx="1502853" cy="86318"/>
          </a:xfrm>
          <a:custGeom xmlns:a="http://schemas.openxmlformats.org/drawingml/2006/main">
            <a:pathLst>
              <a:path w="1502853" h="86318">
                <a:moveTo>
                  <a:pt x="0" y="32369"/>
                </a:moveTo>
                <a:lnTo>
                  <a:pt x="0" y="53949"/>
                </a:lnTo>
                <a:lnTo>
                  <a:pt x="1416535" y="53949"/>
                </a:lnTo>
                <a:lnTo>
                  <a:pt x="1416535" y="86318"/>
                </a:lnTo>
                <a:lnTo>
                  <a:pt x="1502853" y="43159"/>
                </a:lnTo>
                <a:lnTo>
                  <a:pt x="1416535" y="0"/>
                </a:lnTo>
                <a:lnTo>
                  <a:pt x="1416535" y="32369"/>
                </a:lnTo>
                <a:lnTo>
                  <a:pt x="0" y="32369"/>
                </a:lnTo>
                <a:close/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(b)HybridLabeling">
            <a:extLst xmlns:a="http://schemas.openxmlformats.org/drawingml/2006/main">
              <a:ext uri="{FF2B5EF4-FFF2-40B4-BE49-F238E27FC236}">
                <a16:creationId xmlns:a16="http://schemas.microsoft.com/office/drawing/2014/main" id="{7434FBF1-D33B-4977-B2F2-6FF16884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997" y="526142"/>
            <a:ext cx="1719885" cy="179306"/>
          </a:xfrm>
          <a:custGeom xmlns:a="http://schemas.openxmlformats.org/drawingml/2006/main">
            <a:pathLst>
              <a:path w="1719885" h="179306">
                <a:moveTo>
                  <a:pt x="56499" y="0"/>
                </a:moveTo>
                <a:lnTo>
                  <a:pt x="56499" y="4512"/>
                </a:lnTo>
                <a:cubicBezTo>
                  <a:pt x="49698" y="8957"/>
                  <a:pt x="44696" y="13303"/>
                  <a:pt x="41492" y="17552"/>
                </a:cubicBezTo>
                <a:cubicBezTo>
                  <a:pt x="37045" y="23433"/>
                  <a:pt x="33579" y="30981"/>
                  <a:pt x="31094" y="40195"/>
                </a:cubicBezTo>
                <a:cubicBezTo>
                  <a:pt x="27955" y="51633"/>
                  <a:pt x="26386" y="67612"/>
                  <a:pt x="26386" y="88133"/>
                </a:cubicBezTo>
                <a:cubicBezTo>
                  <a:pt x="26386" y="107477"/>
                  <a:pt x="27808" y="122508"/>
                  <a:pt x="30653" y="133226"/>
                </a:cubicBezTo>
                <a:cubicBezTo>
                  <a:pt x="33497" y="143944"/>
                  <a:pt x="37372" y="152604"/>
                  <a:pt x="42276" y="159204"/>
                </a:cubicBezTo>
                <a:cubicBezTo>
                  <a:pt x="45677" y="163780"/>
                  <a:pt x="50418" y="167799"/>
                  <a:pt x="56499" y="171263"/>
                </a:cubicBezTo>
                <a:lnTo>
                  <a:pt x="56499" y="176168"/>
                </a:lnTo>
                <a:cubicBezTo>
                  <a:pt x="40740" y="170873"/>
                  <a:pt x="27383" y="160072"/>
                  <a:pt x="16430" y="143765"/>
                </a:cubicBezTo>
                <a:cubicBezTo>
                  <a:pt x="5477" y="127459"/>
                  <a:pt x="0" y="108719"/>
                  <a:pt x="0" y="87544"/>
                </a:cubicBezTo>
                <a:cubicBezTo>
                  <a:pt x="0" y="66631"/>
                  <a:pt x="5460" y="48120"/>
                  <a:pt x="16381" y="32011"/>
                </a:cubicBezTo>
                <a:cubicBezTo>
                  <a:pt x="27301" y="15900"/>
                  <a:pt x="40674" y="5229"/>
                  <a:pt x="56499" y="0"/>
                </a:cubicBezTo>
                <a:close/>
                <a:moveTo>
                  <a:pt x="100766" y="2943"/>
                </a:moveTo>
                <a:lnTo>
                  <a:pt x="100766" y="53360"/>
                </a:lnTo>
                <a:cubicBezTo>
                  <a:pt x="108483" y="45382"/>
                  <a:pt x="116918" y="41394"/>
                  <a:pt x="126073" y="41394"/>
                </a:cubicBezTo>
                <a:cubicBezTo>
                  <a:pt x="132351" y="41394"/>
                  <a:pt x="138269" y="43243"/>
                  <a:pt x="143827" y="46942"/>
                </a:cubicBezTo>
                <a:cubicBezTo>
                  <a:pt x="149386" y="50640"/>
                  <a:pt x="153734" y="55893"/>
                  <a:pt x="156873" y="62700"/>
                </a:cubicBezTo>
                <a:cubicBezTo>
                  <a:pt x="160012" y="69507"/>
                  <a:pt x="161582" y="77362"/>
                  <a:pt x="161582" y="86266"/>
                </a:cubicBezTo>
                <a:cubicBezTo>
                  <a:pt x="161582" y="96281"/>
                  <a:pt x="159587" y="105380"/>
                  <a:pt x="155598" y="113562"/>
                </a:cubicBezTo>
                <a:cubicBezTo>
                  <a:pt x="151609" y="121745"/>
                  <a:pt x="146280" y="127979"/>
                  <a:pt x="139610" y="132267"/>
                </a:cubicBezTo>
                <a:cubicBezTo>
                  <a:pt x="132940" y="136554"/>
                  <a:pt x="125321" y="138698"/>
                  <a:pt x="116755" y="138698"/>
                </a:cubicBezTo>
                <a:cubicBezTo>
                  <a:pt x="111785" y="138698"/>
                  <a:pt x="107371" y="137913"/>
                  <a:pt x="103513" y="136344"/>
                </a:cubicBezTo>
                <a:cubicBezTo>
                  <a:pt x="99655" y="134774"/>
                  <a:pt x="95862" y="132224"/>
                  <a:pt x="92135" y="128693"/>
                </a:cubicBezTo>
                <a:lnTo>
                  <a:pt x="76931" y="138698"/>
                </a:lnTo>
                <a:lnTo>
                  <a:pt x="73596" y="138698"/>
                </a:lnTo>
                <a:lnTo>
                  <a:pt x="73596" y="21972"/>
                </a:lnTo>
                <a:cubicBezTo>
                  <a:pt x="73596" y="16640"/>
                  <a:pt x="73367" y="13350"/>
                  <a:pt x="72909" y="12102"/>
                </a:cubicBezTo>
                <a:cubicBezTo>
                  <a:pt x="72255" y="10258"/>
                  <a:pt x="71225" y="8892"/>
                  <a:pt x="69819" y="8003"/>
                </a:cubicBezTo>
                <a:cubicBezTo>
                  <a:pt x="68413" y="7115"/>
                  <a:pt x="66043" y="6605"/>
                  <a:pt x="62708" y="6474"/>
                </a:cubicBezTo>
                <a:lnTo>
                  <a:pt x="62708" y="2943"/>
                </a:lnTo>
                <a:lnTo>
                  <a:pt x="100766" y="2943"/>
                </a:lnTo>
                <a:moveTo>
                  <a:pt x="100766" y="62103"/>
                </a:moveTo>
                <a:lnTo>
                  <a:pt x="100766" y="102957"/>
                </a:lnTo>
                <a:cubicBezTo>
                  <a:pt x="100766" y="111272"/>
                  <a:pt x="100963" y="116576"/>
                  <a:pt x="101355" y="118868"/>
                </a:cubicBezTo>
                <a:cubicBezTo>
                  <a:pt x="102009" y="122731"/>
                  <a:pt x="103578" y="125857"/>
                  <a:pt x="106063" y="128248"/>
                </a:cubicBezTo>
                <a:cubicBezTo>
                  <a:pt x="108548" y="130637"/>
                  <a:pt x="111720" y="131831"/>
                  <a:pt x="115578" y="131831"/>
                </a:cubicBezTo>
                <a:cubicBezTo>
                  <a:pt x="118913" y="131831"/>
                  <a:pt x="121774" y="130882"/>
                  <a:pt x="124161" y="128984"/>
                </a:cubicBezTo>
                <a:cubicBezTo>
                  <a:pt x="126548" y="127085"/>
                  <a:pt x="128542" y="123321"/>
                  <a:pt x="130144" y="117691"/>
                </a:cubicBezTo>
                <a:cubicBezTo>
                  <a:pt x="131746" y="112059"/>
                  <a:pt x="132547" y="101910"/>
                  <a:pt x="132547" y="87244"/>
                </a:cubicBezTo>
                <a:cubicBezTo>
                  <a:pt x="132547" y="73166"/>
                  <a:pt x="130782" y="63508"/>
                  <a:pt x="127250" y="58271"/>
                </a:cubicBezTo>
                <a:cubicBezTo>
                  <a:pt x="124700" y="54474"/>
                  <a:pt x="121267" y="52576"/>
                  <a:pt x="116951" y="52576"/>
                </a:cubicBezTo>
                <a:cubicBezTo>
                  <a:pt x="111327" y="52576"/>
                  <a:pt x="105932" y="55751"/>
                  <a:pt x="100766" y="62103"/>
                </a:cubicBezTo>
                <a:close/>
                <a:moveTo>
                  <a:pt x="172474" y="176168"/>
                </a:moveTo>
                <a:lnTo>
                  <a:pt x="172474" y="171656"/>
                </a:lnTo>
                <a:cubicBezTo>
                  <a:pt x="179275" y="167145"/>
                  <a:pt x="184277" y="162767"/>
                  <a:pt x="187482" y="158521"/>
                </a:cubicBezTo>
                <a:cubicBezTo>
                  <a:pt x="191863" y="152638"/>
                  <a:pt x="195329" y="145121"/>
                  <a:pt x="197879" y="135973"/>
                </a:cubicBezTo>
                <a:cubicBezTo>
                  <a:pt x="201018" y="124470"/>
                  <a:pt x="202587" y="108458"/>
                  <a:pt x="202587" y="87937"/>
                </a:cubicBezTo>
                <a:cubicBezTo>
                  <a:pt x="202587" y="68593"/>
                  <a:pt x="201165" y="53578"/>
                  <a:pt x="198320" y="42892"/>
                </a:cubicBezTo>
                <a:cubicBezTo>
                  <a:pt x="195476" y="32207"/>
                  <a:pt x="191601" y="23564"/>
                  <a:pt x="186697" y="16963"/>
                </a:cubicBezTo>
                <a:cubicBezTo>
                  <a:pt x="183297" y="12388"/>
                  <a:pt x="178556" y="8368"/>
                  <a:pt x="172474" y="4904"/>
                </a:cubicBezTo>
                <a:lnTo>
                  <a:pt x="172474" y="0"/>
                </a:lnTo>
                <a:cubicBezTo>
                  <a:pt x="188234" y="5295"/>
                  <a:pt x="201590" y="16096"/>
                  <a:pt x="212543" y="32403"/>
                </a:cubicBezTo>
                <a:cubicBezTo>
                  <a:pt x="223497" y="48708"/>
                  <a:pt x="228973" y="67448"/>
                  <a:pt x="228973" y="88623"/>
                </a:cubicBezTo>
                <a:cubicBezTo>
                  <a:pt x="228973" y="109471"/>
                  <a:pt x="223497" y="127950"/>
                  <a:pt x="212543" y="144059"/>
                </a:cubicBezTo>
                <a:cubicBezTo>
                  <a:pt x="201590" y="160170"/>
                  <a:pt x="188234" y="170873"/>
                  <a:pt x="172474" y="176168"/>
                </a:cubicBezTo>
                <a:close/>
                <a:moveTo>
                  <a:pt x="341948" y="71997"/>
                </a:moveTo>
                <a:lnTo>
                  <a:pt x="341948" y="113195"/>
                </a:lnTo>
                <a:cubicBezTo>
                  <a:pt x="341948" y="120030"/>
                  <a:pt x="342324" y="124303"/>
                  <a:pt x="343076" y="126014"/>
                </a:cubicBezTo>
                <a:cubicBezTo>
                  <a:pt x="343828" y="127722"/>
                  <a:pt x="345299" y="129217"/>
                  <a:pt x="347490" y="130498"/>
                </a:cubicBezTo>
                <a:cubicBezTo>
                  <a:pt x="349680" y="131779"/>
                  <a:pt x="352639" y="132420"/>
                  <a:pt x="356367" y="132420"/>
                </a:cubicBezTo>
                <a:lnTo>
                  <a:pt x="360781" y="132420"/>
                </a:lnTo>
                <a:lnTo>
                  <a:pt x="360781" y="135951"/>
                </a:lnTo>
                <a:lnTo>
                  <a:pt x="291236" y="135951"/>
                </a:lnTo>
                <a:lnTo>
                  <a:pt x="291236" y="132420"/>
                </a:lnTo>
                <a:lnTo>
                  <a:pt x="295650" y="132420"/>
                </a:lnTo>
                <a:cubicBezTo>
                  <a:pt x="299508" y="132420"/>
                  <a:pt x="302614" y="131730"/>
                  <a:pt x="304968" y="130351"/>
                </a:cubicBezTo>
                <a:cubicBezTo>
                  <a:pt x="306668" y="129429"/>
                  <a:pt x="307976" y="127852"/>
                  <a:pt x="308892" y="125618"/>
                </a:cubicBezTo>
                <a:cubicBezTo>
                  <a:pt x="309611" y="124041"/>
                  <a:pt x="309971" y="119899"/>
                  <a:pt x="309971" y="113195"/>
                </a:cubicBezTo>
                <a:lnTo>
                  <a:pt x="309971" y="25699"/>
                </a:lnTo>
                <a:cubicBezTo>
                  <a:pt x="309971" y="18864"/>
                  <a:pt x="309611" y="14592"/>
                  <a:pt x="308892" y="12883"/>
                </a:cubicBezTo>
                <a:cubicBezTo>
                  <a:pt x="308172" y="11173"/>
                  <a:pt x="306717" y="9677"/>
                  <a:pt x="304527" y="8396"/>
                </a:cubicBezTo>
                <a:cubicBezTo>
                  <a:pt x="302336" y="7115"/>
                  <a:pt x="299377" y="6474"/>
                  <a:pt x="295650" y="6474"/>
                </a:cubicBezTo>
                <a:lnTo>
                  <a:pt x="291236" y="6474"/>
                </a:lnTo>
                <a:lnTo>
                  <a:pt x="291236" y="2943"/>
                </a:lnTo>
                <a:lnTo>
                  <a:pt x="360781" y="2943"/>
                </a:lnTo>
                <a:lnTo>
                  <a:pt x="360781" y="6474"/>
                </a:lnTo>
                <a:lnTo>
                  <a:pt x="356367" y="6474"/>
                </a:lnTo>
                <a:cubicBezTo>
                  <a:pt x="352509" y="6474"/>
                  <a:pt x="349402" y="7164"/>
                  <a:pt x="347048" y="8543"/>
                </a:cubicBezTo>
                <a:cubicBezTo>
                  <a:pt x="345348" y="9465"/>
                  <a:pt x="344008" y="11042"/>
                  <a:pt x="343027" y="13276"/>
                </a:cubicBezTo>
                <a:cubicBezTo>
                  <a:pt x="342307" y="14853"/>
                  <a:pt x="341948" y="18994"/>
                  <a:pt x="341948" y="25699"/>
                </a:cubicBezTo>
                <a:lnTo>
                  <a:pt x="341948" y="63365"/>
                </a:lnTo>
                <a:lnTo>
                  <a:pt x="388932" y="63365"/>
                </a:lnTo>
                <a:lnTo>
                  <a:pt x="388932" y="25699"/>
                </a:lnTo>
                <a:cubicBezTo>
                  <a:pt x="388932" y="18864"/>
                  <a:pt x="388573" y="14592"/>
                  <a:pt x="387853" y="12883"/>
                </a:cubicBezTo>
                <a:cubicBezTo>
                  <a:pt x="387134" y="11173"/>
                  <a:pt x="385663" y="9677"/>
                  <a:pt x="383439" y="8396"/>
                </a:cubicBezTo>
                <a:cubicBezTo>
                  <a:pt x="381216" y="7115"/>
                  <a:pt x="378241" y="6474"/>
                  <a:pt x="374513" y="6474"/>
                </a:cubicBezTo>
                <a:lnTo>
                  <a:pt x="370197" y="6474"/>
                </a:lnTo>
                <a:lnTo>
                  <a:pt x="370197" y="2943"/>
                </a:lnTo>
                <a:lnTo>
                  <a:pt x="439644" y="2943"/>
                </a:lnTo>
                <a:lnTo>
                  <a:pt x="439644" y="6474"/>
                </a:lnTo>
                <a:lnTo>
                  <a:pt x="435328" y="6474"/>
                </a:lnTo>
                <a:cubicBezTo>
                  <a:pt x="431405" y="6474"/>
                  <a:pt x="428299" y="7164"/>
                  <a:pt x="426010" y="8543"/>
                </a:cubicBezTo>
                <a:cubicBezTo>
                  <a:pt x="424310" y="9465"/>
                  <a:pt x="422969" y="11042"/>
                  <a:pt x="421988" y="13276"/>
                </a:cubicBezTo>
                <a:cubicBezTo>
                  <a:pt x="421269" y="14853"/>
                  <a:pt x="420909" y="18994"/>
                  <a:pt x="420909" y="25699"/>
                </a:cubicBezTo>
                <a:lnTo>
                  <a:pt x="420909" y="113195"/>
                </a:lnTo>
                <a:cubicBezTo>
                  <a:pt x="420909" y="120030"/>
                  <a:pt x="421269" y="124303"/>
                  <a:pt x="421988" y="126014"/>
                </a:cubicBezTo>
                <a:cubicBezTo>
                  <a:pt x="422707" y="127722"/>
                  <a:pt x="424179" y="129217"/>
                  <a:pt x="426402" y="130498"/>
                </a:cubicBezTo>
                <a:cubicBezTo>
                  <a:pt x="428626" y="131779"/>
                  <a:pt x="431601" y="132420"/>
                  <a:pt x="435328" y="132420"/>
                </a:cubicBezTo>
                <a:lnTo>
                  <a:pt x="439644" y="132420"/>
                </a:lnTo>
                <a:lnTo>
                  <a:pt x="439644" y="135951"/>
                </a:lnTo>
                <a:lnTo>
                  <a:pt x="370197" y="135951"/>
                </a:lnTo>
                <a:lnTo>
                  <a:pt x="370197" y="132420"/>
                </a:lnTo>
                <a:lnTo>
                  <a:pt x="374513" y="132420"/>
                </a:lnTo>
                <a:cubicBezTo>
                  <a:pt x="378437" y="132420"/>
                  <a:pt x="381543" y="131730"/>
                  <a:pt x="383832" y="130351"/>
                </a:cubicBezTo>
                <a:cubicBezTo>
                  <a:pt x="385532" y="129429"/>
                  <a:pt x="386872" y="127852"/>
                  <a:pt x="387853" y="125618"/>
                </a:cubicBezTo>
                <a:cubicBezTo>
                  <a:pt x="388573" y="124041"/>
                  <a:pt x="388932" y="119899"/>
                  <a:pt x="388932" y="113195"/>
                </a:cubicBezTo>
                <a:lnTo>
                  <a:pt x="388932" y="71997"/>
                </a:lnTo>
                <a:lnTo>
                  <a:pt x="341948" y="71997"/>
                </a:lnTo>
                <a:close/>
                <a:moveTo>
                  <a:pt x="492397" y="139767"/>
                </a:moveTo>
                <a:lnTo>
                  <a:pt x="462774" y="71632"/>
                </a:lnTo>
                <a:cubicBezTo>
                  <a:pt x="458327" y="61313"/>
                  <a:pt x="455041" y="54970"/>
                  <a:pt x="452916" y="52603"/>
                </a:cubicBezTo>
                <a:cubicBezTo>
                  <a:pt x="450791" y="50235"/>
                  <a:pt x="448224" y="48591"/>
                  <a:pt x="445216" y="47671"/>
                </a:cubicBezTo>
                <a:lnTo>
                  <a:pt x="445216" y="44140"/>
                </a:lnTo>
                <a:lnTo>
                  <a:pt x="493966" y="44140"/>
                </a:lnTo>
                <a:lnTo>
                  <a:pt x="493966" y="47671"/>
                </a:lnTo>
                <a:cubicBezTo>
                  <a:pt x="490762" y="47802"/>
                  <a:pt x="488506" y="48426"/>
                  <a:pt x="487198" y="49544"/>
                </a:cubicBezTo>
                <a:cubicBezTo>
                  <a:pt x="485890" y="50660"/>
                  <a:pt x="485236" y="52007"/>
                  <a:pt x="485236" y="53584"/>
                </a:cubicBezTo>
                <a:cubicBezTo>
                  <a:pt x="485236" y="56079"/>
                  <a:pt x="486871" y="61006"/>
                  <a:pt x="490141" y="68365"/>
                </a:cubicBezTo>
                <a:lnTo>
                  <a:pt x="505835" y="104434"/>
                </a:lnTo>
                <a:lnTo>
                  <a:pt x="516527" y="76561"/>
                </a:lnTo>
                <a:cubicBezTo>
                  <a:pt x="520385" y="66636"/>
                  <a:pt x="522314" y="59734"/>
                  <a:pt x="522314" y="55855"/>
                </a:cubicBezTo>
                <a:cubicBezTo>
                  <a:pt x="522314" y="53424"/>
                  <a:pt x="521513" y="51484"/>
                  <a:pt x="519911" y="50038"/>
                </a:cubicBezTo>
                <a:cubicBezTo>
                  <a:pt x="518309" y="48591"/>
                  <a:pt x="515480" y="47802"/>
                  <a:pt x="511426" y="47671"/>
                </a:cubicBezTo>
                <a:lnTo>
                  <a:pt x="511426" y="44140"/>
                </a:lnTo>
                <a:lnTo>
                  <a:pt x="542128" y="44140"/>
                </a:lnTo>
                <a:lnTo>
                  <a:pt x="542128" y="47671"/>
                </a:lnTo>
                <a:cubicBezTo>
                  <a:pt x="539120" y="48000"/>
                  <a:pt x="536668" y="49167"/>
                  <a:pt x="534771" y="51172"/>
                </a:cubicBezTo>
                <a:cubicBezTo>
                  <a:pt x="532875" y="53176"/>
                  <a:pt x="529703" y="59997"/>
                  <a:pt x="525257" y="71632"/>
                </a:cubicBezTo>
                <a:lnTo>
                  <a:pt x="499067" y="139679"/>
                </a:lnTo>
                <a:cubicBezTo>
                  <a:pt x="492462" y="156681"/>
                  <a:pt x="487558" y="167143"/>
                  <a:pt x="484354" y="171067"/>
                </a:cubicBezTo>
                <a:cubicBezTo>
                  <a:pt x="479841" y="176560"/>
                  <a:pt x="474185" y="179306"/>
                  <a:pt x="467384" y="179306"/>
                </a:cubicBezTo>
                <a:cubicBezTo>
                  <a:pt x="461957" y="179306"/>
                  <a:pt x="457559" y="177753"/>
                  <a:pt x="454191" y="174647"/>
                </a:cubicBezTo>
                <a:cubicBezTo>
                  <a:pt x="450824" y="171541"/>
                  <a:pt x="449140" y="167797"/>
                  <a:pt x="449140" y="163416"/>
                </a:cubicBezTo>
                <a:cubicBezTo>
                  <a:pt x="449140" y="159623"/>
                  <a:pt x="450300" y="156484"/>
                  <a:pt x="452622" y="154000"/>
                </a:cubicBezTo>
                <a:cubicBezTo>
                  <a:pt x="454943" y="151515"/>
                  <a:pt x="457804" y="150272"/>
                  <a:pt x="461205" y="150272"/>
                </a:cubicBezTo>
                <a:cubicBezTo>
                  <a:pt x="464474" y="150272"/>
                  <a:pt x="467106" y="151312"/>
                  <a:pt x="469101" y="153393"/>
                </a:cubicBezTo>
                <a:cubicBezTo>
                  <a:pt x="471095" y="155475"/>
                  <a:pt x="472125" y="158696"/>
                  <a:pt x="472191" y="163054"/>
                </a:cubicBezTo>
                <a:cubicBezTo>
                  <a:pt x="472256" y="165527"/>
                  <a:pt x="472550" y="167121"/>
                  <a:pt x="473073" y="167836"/>
                </a:cubicBezTo>
                <a:cubicBezTo>
                  <a:pt x="473596" y="168551"/>
                  <a:pt x="474348" y="168909"/>
                  <a:pt x="475329" y="168909"/>
                </a:cubicBezTo>
                <a:cubicBezTo>
                  <a:pt x="476899" y="168909"/>
                  <a:pt x="478566" y="167965"/>
                  <a:pt x="480332" y="166077"/>
                </a:cubicBezTo>
                <a:cubicBezTo>
                  <a:pt x="482948" y="163343"/>
                  <a:pt x="486021" y="157093"/>
                  <a:pt x="489552" y="147329"/>
                </a:cubicBezTo>
                <a:lnTo>
                  <a:pt x="492397" y="139767"/>
                </a:lnTo>
                <a:close/>
                <a:moveTo>
                  <a:pt x="586509" y="2943"/>
                </a:moveTo>
                <a:lnTo>
                  <a:pt x="586509" y="53360"/>
                </a:lnTo>
                <a:cubicBezTo>
                  <a:pt x="594225" y="45382"/>
                  <a:pt x="602661" y="41394"/>
                  <a:pt x="611816" y="41394"/>
                </a:cubicBezTo>
                <a:cubicBezTo>
                  <a:pt x="618094" y="41394"/>
                  <a:pt x="624012" y="43243"/>
                  <a:pt x="629570" y="46942"/>
                </a:cubicBezTo>
                <a:cubicBezTo>
                  <a:pt x="635128" y="50640"/>
                  <a:pt x="639477" y="55893"/>
                  <a:pt x="642616" y="62700"/>
                </a:cubicBezTo>
                <a:cubicBezTo>
                  <a:pt x="645755" y="69507"/>
                  <a:pt x="647324" y="77362"/>
                  <a:pt x="647324" y="86266"/>
                </a:cubicBezTo>
                <a:cubicBezTo>
                  <a:pt x="647324" y="96281"/>
                  <a:pt x="645330" y="105380"/>
                  <a:pt x="641341" y="113562"/>
                </a:cubicBezTo>
                <a:cubicBezTo>
                  <a:pt x="637352" y="121745"/>
                  <a:pt x="632022" y="127979"/>
                  <a:pt x="625352" y="132267"/>
                </a:cubicBezTo>
                <a:cubicBezTo>
                  <a:pt x="618682" y="136554"/>
                  <a:pt x="611064" y="138698"/>
                  <a:pt x="602497" y="138698"/>
                </a:cubicBezTo>
                <a:cubicBezTo>
                  <a:pt x="597528" y="138698"/>
                  <a:pt x="593114" y="137913"/>
                  <a:pt x="589255" y="136344"/>
                </a:cubicBezTo>
                <a:cubicBezTo>
                  <a:pt x="585397" y="134774"/>
                  <a:pt x="581604" y="132224"/>
                  <a:pt x="577877" y="128693"/>
                </a:cubicBezTo>
                <a:lnTo>
                  <a:pt x="562673" y="138698"/>
                </a:lnTo>
                <a:lnTo>
                  <a:pt x="559338" y="138698"/>
                </a:lnTo>
                <a:lnTo>
                  <a:pt x="559338" y="21972"/>
                </a:lnTo>
                <a:cubicBezTo>
                  <a:pt x="559338" y="16640"/>
                  <a:pt x="559109" y="13350"/>
                  <a:pt x="558652" y="12102"/>
                </a:cubicBezTo>
                <a:cubicBezTo>
                  <a:pt x="557998" y="10258"/>
                  <a:pt x="556968" y="8892"/>
                  <a:pt x="555562" y="8003"/>
                </a:cubicBezTo>
                <a:cubicBezTo>
                  <a:pt x="554156" y="7115"/>
                  <a:pt x="551785" y="6605"/>
                  <a:pt x="548450" y="6474"/>
                </a:cubicBezTo>
                <a:lnTo>
                  <a:pt x="548450" y="2943"/>
                </a:lnTo>
                <a:lnTo>
                  <a:pt x="586509" y="2943"/>
                </a:lnTo>
                <a:moveTo>
                  <a:pt x="586509" y="62103"/>
                </a:moveTo>
                <a:lnTo>
                  <a:pt x="586509" y="102957"/>
                </a:lnTo>
                <a:cubicBezTo>
                  <a:pt x="586509" y="111272"/>
                  <a:pt x="586705" y="116576"/>
                  <a:pt x="587097" y="118868"/>
                </a:cubicBezTo>
                <a:cubicBezTo>
                  <a:pt x="587751" y="122731"/>
                  <a:pt x="589321" y="125857"/>
                  <a:pt x="591806" y="128248"/>
                </a:cubicBezTo>
                <a:cubicBezTo>
                  <a:pt x="594291" y="130637"/>
                  <a:pt x="597462" y="131831"/>
                  <a:pt x="601320" y="131831"/>
                </a:cubicBezTo>
                <a:cubicBezTo>
                  <a:pt x="604655" y="131831"/>
                  <a:pt x="607516" y="130882"/>
                  <a:pt x="609903" y="128984"/>
                </a:cubicBezTo>
                <a:cubicBezTo>
                  <a:pt x="612290" y="127085"/>
                  <a:pt x="614284" y="123321"/>
                  <a:pt x="615887" y="117691"/>
                </a:cubicBezTo>
                <a:cubicBezTo>
                  <a:pt x="617489" y="112059"/>
                  <a:pt x="618290" y="101910"/>
                  <a:pt x="618290" y="87244"/>
                </a:cubicBezTo>
                <a:cubicBezTo>
                  <a:pt x="618290" y="73166"/>
                  <a:pt x="616524" y="63508"/>
                  <a:pt x="612993" y="58271"/>
                </a:cubicBezTo>
                <a:cubicBezTo>
                  <a:pt x="610443" y="54474"/>
                  <a:pt x="607009" y="52576"/>
                  <a:pt x="602694" y="52576"/>
                </a:cubicBezTo>
                <a:cubicBezTo>
                  <a:pt x="597070" y="52576"/>
                  <a:pt x="591675" y="55751"/>
                  <a:pt x="586509" y="62103"/>
                </a:cubicBezTo>
                <a:close/>
                <a:moveTo>
                  <a:pt x="700591" y="44140"/>
                </a:moveTo>
                <a:lnTo>
                  <a:pt x="700591" y="64935"/>
                </a:lnTo>
                <a:cubicBezTo>
                  <a:pt x="706672" y="55453"/>
                  <a:pt x="712002" y="49159"/>
                  <a:pt x="716579" y="46053"/>
                </a:cubicBezTo>
                <a:cubicBezTo>
                  <a:pt x="721157" y="42947"/>
                  <a:pt x="725571" y="41394"/>
                  <a:pt x="729821" y="41394"/>
                </a:cubicBezTo>
                <a:cubicBezTo>
                  <a:pt x="733483" y="41394"/>
                  <a:pt x="736410" y="42526"/>
                  <a:pt x="738600" y="44790"/>
                </a:cubicBezTo>
                <a:cubicBezTo>
                  <a:pt x="740791" y="47054"/>
                  <a:pt x="741886" y="50253"/>
                  <a:pt x="741886" y="54387"/>
                </a:cubicBezTo>
                <a:cubicBezTo>
                  <a:pt x="741886" y="58785"/>
                  <a:pt x="740824" y="62199"/>
                  <a:pt x="738698" y="64628"/>
                </a:cubicBezTo>
                <a:cubicBezTo>
                  <a:pt x="736573" y="67056"/>
                  <a:pt x="734006" y="68270"/>
                  <a:pt x="730998" y="68270"/>
                </a:cubicBezTo>
                <a:cubicBezTo>
                  <a:pt x="727533" y="68270"/>
                  <a:pt x="724525" y="67158"/>
                  <a:pt x="721974" y="64935"/>
                </a:cubicBezTo>
                <a:cubicBezTo>
                  <a:pt x="719424" y="62711"/>
                  <a:pt x="717920" y="61469"/>
                  <a:pt x="717462" y="61207"/>
                </a:cubicBezTo>
                <a:cubicBezTo>
                  <a:pt x="716808" y="60815"/>
                  <a:pt x="716056" y="60619"/>
                  <a:pt x="715206" y="60619"/>
                </a:cubicBezTo>
                <a:cubicBezTo>
                  <a:pt x="713310" y="60619"/>
                  <a:pt x="711511" y="61338"/>
                  <a:pt x="709811" y="62777"/>
                </a:cubicBezTo>
                <a:cubicBezTo>
                  <a:pt x="707130" y="65000"/>
                  <a:pt x="705103" y="68172"/>
                  <a:pt x="703730" y="72291"/>
                </a:cubicBezTo>
                <a:cubicBezTo>
                  <a:pt x="701637" y="78635"/>
                  <a:pt x="700591" y="85632"/>
                  <a:pt x="700591" y="93283"/>
                </a:cubicBezTo>
                <a:lnTo>
                  <a:pt x="700591" y="114372"/>
                </a:lnTo>
                <a:lnTo>
                  <a:pt x="700689" y="119865"/>
                </a:lnTo>
                <a:cubicBezTo>
                  <a:pt x="700689" y="123592"/>
                  <a:pt x="700918" y="125979"/>
                  <a:pt x="701376" y="127025"/>
                </a:cubicBezTo>
                <a:cubicBezTo>
                  <a:pt x="702160" y="128791"/>
                  <a:pt x="703321" y="130082"/>
                  <a:pt x="704858" y="130900"/>
                </a:cubicBezTo>
                <a:cubicBezTo>
                  <a:pt x="706394" y="131717"/>
                  <a:pt x="708994" y="132224"/>
                  <a:pt x="712656" y="132420"/>
                </a:cubicBezTo>
                <a:lnTo>
                  <a:pt x="712656" y="135951"/>
                </a:lnTo>
                <a:lnTo>
                  <a:pt x="663121" y="135951"/>
                </a:lnTo>
                <a:lnTo>
                  <a:pt x="663121" y="132420"/>
                </a:lnTo>
                <a:cubicBezTo>
                  <a:pt x="667110" y="132093"/>
                  <a:pt x="669807" y="130998"/>
                  <a:pt x="671213" y="129134"/>
                </a:cubicBezTo>
                <a:cubicBezTo>
                  <a:pt x="672619" y="127270"/>
                  <a:pt x="673322" y="122350"/>
                  <a:pt x="673322" y="114372"/>
                </a:cubicBezTo>
                <a:lnTo>
                  <a:pt x="673322" y="63562"/>
                </a:lnTo>
                <a:cubicBezTo>
                  <a:pt x="673322" y="58297"/>
                  <a:pt x="673061" y="54942"/>
                  <a:pt x="672537" y="53495"/>
                </a:cubicBezTo>
                <a:cubicBezTo>
                  <a:pt x="671884" y="51652"/>
                  <a:pt x="670935" y="50303"/>
                  <a:pt x="669693" y="49449"/>
                </a:cubicBezTo>
                <a:cubicBezTo>
                  <a:pt x="668450" y="48593"/>
                  <a:pt x="666260" y="48000"/>
                  <a:pt x="663121" y="47671"/>
                </a:cubicBezTo>
                <a:lnTo>
                  <a:pt x="663121" y="44140"/>
                </a:lnTo>
                <a:lnTo>
                  <a:pt x="700591" y="44140"/>
                </a:lnTo>
                <a:close/>
                <a:moveTo>
                  <a:pt x="774438" y="0"/>
                </a:moveTo>
                <a:cubicBezTo>
                  <a:pt x="778689" y="0"/>
                  <a:pt x="782286" y="1493"/>
                  <a:pt x="785228" y="4478"/>
                </a:cubicBezTo>
                <a:cubicBezTo>
                  <a:pt x="788171" y="7462"/>
                  <a:pt x="789642" y="11053"/>
                  <a:pt x="789642" y="15253"/>
                </a:cubicBezTo>
                <a:cubicBezTo>
                  <a:pt x="789642" y="19452"/>
                  <a:pt x="788155" y="23028"/>
                  <a:pt x="785179" y="25981"/>
                </a:cubicBezTo>
                <a:cubicBezTo>
                  <a:pt x="782204" y="28932"/>
                  <a:pt x="778624" y="30408"/>
                  <a:pt x="774438" y="30408"/>
                </a:cubicBezTo>
                <a:cubicBezTo>
                  <a:pt x="770253" y="30408"/>
                  <a:pt x="766689" y="28932"/>
                  <a:pt x="763747" y="25981"/>
                </a:cubicBezTo>
                <a:cubicBezTo>
                  <a:pt x="760804" y="23028"/>
                  <a:pt x="759333" y="19452"/>
                  <a:pt x="759333" y="15253"/>
                </a:cubicBezTo>
                <a:cubicBezTo>
                  <a:pt x="759333" y="11053"/>
                  <a:pt x="760804" y="7462"/>
                  <a:pt x="763747" y="4478"/>
                </a:cubicBezTo>
                <a:cubicBezTo>
                  <a:pt x="766689" y="1493"/>
                  <a:pt x="770253" y="0"/>
                  <a:pt x="774438" y="0"/>
                </a:cubicBezTo>
                <a:moveTo>
                  <a:pt x="788171" y="44140"/>
                </a:moveTo>
                <a:lnTo>
                  <a:pt x="788171" y="116922"/>
                </a:lnTo>
                <a:cubicBezTo>
                  <a:pt x="788171" y="123396"/>
                  <a:pt x="788923" y="127532"/>
                  <a:pt x="790427" y="129330"/>
                </a:cubicBezTo>
                <a:cubicBezTo>
                  <a:pt x="791931" y="131128"/>
                  <a:pt x="794874" y="132158"/>
                  <a:pt x="799255" y="132420"/>
                </a:cubicBezTo>
                <a:lnTo>
                  <a:pt x="799255" y="135951"/>
                </a:lnTo>
                <a:lnTo>
                  <a:pt x="749720" y="135951"/>
                </a:lnTo>
                <a:lnTo>
                  <a:pt x="749720" y="132420"/>
                </a:lnTo>
                <a:cubicBezTo>
                  <a:pt x="753774" y="132289"/>
                  <a:pt x="756782" y="131112"/>
                  <a:pt x="758744" y="128889"/>
                </a:cubicBezTo>
                <a:cubicBezTo>
                  <a:pt x="760052" y="127385"/>
                  <a:pt x="760706" y="123396"/>
                  <a:pt x="760706" y="116922"/>
                </a:cubicBezTo>
                <a:lnTo>
                  <a:pt x="760706" y="63365"/>
                </a:lnTo>
                <a:cubicBezTo>
                  <a:pt x="760706" y="56810"/>
                  <a:pt x="759954" y="52622"/>
                  <a:pt x="758450" y="50801"/>
                </a:cubicBezTo>
                <a:cubicBezTo>
                  <a:pt x="756946" y="48980"/>
                  <a:pt x="754036" y="47937"/>
                  <a:pt x="749720" y="47671"/>
                </a:cubicBezTo>
                <a:lnTo>
                  <a:pt x="749720" y="44140"/>
                </a:lnTo>
                <a:lnTo>
                  <a:pt x="788171" y="44140"/>
                </a:lnTo>
                <a:close/>
                <a:moveTo>
                  <a:pt x="897217" y="2943"/>
                </a:moveTo>
                <a:lnTo>
                  <a:pt x="897217" y="108486"/>
                </a:lnTo>
                <a:cubicBezTo>
                  <a:pt x="897217" y="115543"/>
                  <a:pt x="897413" y="119717"/>
                  <a:pt x="897806" y="121011"/>
                </a:cubicBezTo>
                <a:cubicBezTo>
                  <a:pt x="898329" y="123149"/>
                  <a:pt x="899326" y="124735"/>
                  <a:pt x="900797" y="125771"/>
                </a:cubicBezTo>
                <a:cubicBezTo>
                  <a:pt x="902269" y="126805"/>
                  <a:pt x="904835" y="127452"/>
                  <a:pt x="908497" y="127712"/>
                </a:cubicBezTo>
                <a:lnTo>
                  <a:pt x="908497" y="131243"/>
                </a:lnTo>
                <a:lnTo>
                  <a:pt x="869752" y="138698"/>
                </a:lnTo>
                <a:lnTo>
                  <a:pt x="869752" y="124181"/>
                </a:lnTo>
                <a:cubicBezTo>
                  <a:pt x="865109" y="129804"/>
                  <a:pt x="860973" y="133630"/>
                  <a:pt x="857344" y="135657"/>
                </a:cubicBezTo>
                <a:cubicBezTo>
                  <a:pt x="853715" y="137684"/>
                  <a:pt x="849611" y="138698"/>
                  <a:pt x="845034" y="138698"/>
                </a:cubicBezTo>
                <a:cubicBezTo>
                  <a:pt x="833329" y="138698"/>
                  <a:pt x="824075" y="133461"/>
                  <a:pt x="817275" y="122988"/>
                </a:cubicBezTo>
                <a:cubicBezTo>
                  <a:pt x="811782" y="114479"/>
                  <a:pt x="809035" y="104039"/>
                  <a:pt x="809035" y="91667"/>
                </a:cubicBezTo>
                <a:cubicBezTo>
                  <a:pt x="809035" y="81783"/>
                  <a:pt x="810735" y="72929"/>
                  <a:pt x="814136" y="65106"/>
                </a:cubicBezTo>
                <a:cubicBezTo>
                  <a:pt x="817536" y="57284"/>
                  <a:pt x="822195" y="51376"/>
                  <a:pt x="828113" y="47383"/>
                </a:cubicBezTo>
                <a:cubicBezTo>
                  <a:pt x="834031" y="43390"/>
                  <a:pt x="840391" y="41394"/>
                  <a:pt x="847192" y="41394"/>
                </a:cubicBezTo>
                <a:cubicBezTo>
                  <a:pt x="851573" y="41394"/>
                  <a:pt x="855464" y="42251"/>
                  <a:pt x="858864" y="43965"/>
                </a:cubicBezTo>
                <a:cubicBezTo>
                  <a:pt x="862265" y="45680"/>
                  <a:pt x="865894" y="48681"/>
                  <a:pt x="869752" y="52968"/>
                </a:cubicBezTo>
                <a:lnTo>
                  <a:pt x="869752" y="25307"/>
                </a:lnTo>
                <a:cubicBezTo>
                  <a:pt x="869752" y="18310"/>
                  <a:pt x="869458" y="14092"/>
                  <a:pt x="868869" y="12653"/>
                </a:cubicBezTo>
                <a:cubicBezTo>
                  <a:pt x="868085" y="10757"/>
                  <a:pt x="866908" y="9351"/>
                  <a:pt x="865338" y="8436"/>
                </a:cubicBezTo>
                <a:cubicBezTo>
                  <a:pt x="863769" y="7520"/>
                  <a:pt x="860826" y="7062"/>
                  <a:pt x="856510" y="7062"/>
                </a:cubicBezTo>
                <a:lnTo>
                  <a:pt x="856510" y="2943"/>
                </a:lnTo>
                <a:lnTo>
                  <a:pt x="897217" y="2943"/>
                </a:lnTo>
                <a:moveTo>
                  <a:pt x="869752" y="64935"/>
                </a:moveTo>
                <a:cubicBezTo>
                  <a:pt x="864913" y="55780"/>
                  <a:pt x="858995" y="51202"/>
                  <a:pt x="851998" y="51202"/>
                </a:cubicBezTo>
                <a:cubicBezTo>
                  <a:pt x="849579" y="51202"/>
                  <a:pt x="847584" y="51856"/>
                  <a:pt x="846015" y="53164"/>
                </a:cubicBezTo>
                <a:cubicBezTo>
                  <a:pt x="843595" y="55191"/>
                  <a:pt x="841617" y="58755"/>
                  <a:pt x="840080" y="63856"/>
                </a:cubicBezTo>
                <a:cubicBezTo>
                  <a:pt x="838544" y="68956"/>
                  <a:pt x="837775" y="76771"/>
                  <a:pt x="837775" y="87299"/>
                </a:cubicBezTo>
                <a:cubicBezTo>
                  <a:pt x="837775" y="98874"/>
                  <a:pt x="838625" y="107440"/>
                  <a:pt x="840326" y="112998"/>
                </a:cubicBezTo>
                <a:cubicBezTo>
                  <a:pt x="842026" y="118557"/>
                  <a:pt x="844347" y="122578"/>
                  <a:pt x="847290" y="125063"/>
                </a:cubicBezTo>
                <a:cubicBezTo>
                  <a:pt x="848794" y="126306"/>
                  <a:pt x="850854" y="126927"/>
                  <a:pt x="853469" y="126927"/>
                </a:cubicBezTo>
                <a:cubicBezTo>
                  <a:pt x="859224" y="126927"/>
                  <a:pt x="864652" y="122401"/>
                  <a:pt x="869752" y="113348"/>
                </a:cubicBezTo>
                <a:lnTo>
                  <a:pt x="869752" y="64935"/>
                </a:lnTo>
                <a:close/>
                <a:moveTo>
                  <a:pt x="1090110" y="89261"/>
                </a:moveTo>
                <a:lnTo>
                  <a:pt x="1085107" y="135951"/>
                </a:lnTo>
                <a:lnTo>
                  <a:pt x="967008" y="135951"/>
                </a:lnTo>
                <a:lnTo>
                  <a:pt x="967008" y="132420"/>
                </a:lnTo>
                <a:lnTo>
                  <a:pt x="971422" y="132420"/>
                </a:lnTo>
                <a:cubicBezTo>
                  <a:pt x="975280" y="132420"/>
                  <a:pt x="978386" y="131730"/>
                  <a:pt x="980741" y="130351"/>
                </a:cubicBezTo>
                <a:cubicBezTo>
                  <a:pt x="982441" y="129429"/>
                  <a:pt x="983749" y="127852"/>
                  <a:pt x="984664" y="125618"/>
                </a:cubicBezTo>
                <a:cubicBezTo>
                  <a:pt x="985383" y="124041"/>
                  <a:pt x="985743" y="119899"/>
                  <a:pt x="985743" y="113195"/>
                </a:cubicBezTo>
                <a:lnTo>
                  <a:pt x="985743" y="25699"/>
                </a:lnTo>
                <a:cubicBezTo>
                  <a:pt x="985743" y="18864"/>
                  <a:pt x="985383" y="14592"/>
                  <a:pt x="984664" y="12883"/>
                </a:cubicBezTo>
                <a:cubicBezTo>
                  <a:pt x="983945" y="11173"/>
                  <a:pt x="982490" y="9677"/>
                  <a:pt x="980299" y="8396"/>
                </a:cubicBezTo>
                <a:cubicBezTo>
                  <a:pt x="978108" y="7115"/>
                  <a:pt x="975149" y="6474"/>
                  <a:pt x="971422" y="6474"/>
                </a:cubicBezTo>
                <a:lnTo>
                  <a:pt x="967008" y="6474"/>
                </a:lnTo>
                <a:lnTo>
                  <a:pt x="967008" y="2943"/>
                </a:lnTo>
                <a:lnTo>
                  <a:pt x="1037926" y="2943"/>
                </a:lnTo>
                <a:lnTo>
                  <a:pt x="1037926" y="6474"/>
                </a:lnTo>
                <a:lnTo>
                  <a:pt x="1032139" y="6474"/>
                </a:lnTo>
                <a:cubicBezTo>
                  <a:pt x="1028281" y="6474"/>
                  <a:pt x="1025175" y="7164"/>
                  <a:pt x="1022821" y="8543"/>
                </a:cubicBezTo>
                <a:cubicBezTo>
                  <a:pt x="1021120" y="9465"/>
                  <a:pt x="1019780" y="11042"/>
                  <a:pt x="1018799" y="13276"/>
                </a:cubicBezTo>
                <a:cubicBezTo>
                  <a:pt x="1018080" y="14853"/>
                  <a:pt x="1017720" y="18994"/>
                  <a:pt x="1017720" y="25699"/>
                </a:cubicBezTo>
                <a:lnTo>
                  <a:pt x="1017720" y="110448"/>
                </a:lnTo>
                <a:cubicBezTo>
                  <a:pt x="1017720" y="117249"/>
                  <a:pt x="1018112" y="121581"/>
                  <a:pt x="1018897" y="123445"/>
                </a:cubicBezTo>
                <a:cubicBezTo>
                  <a:pt x="1019682" y="125309"/>
                  <a:pt x="1021219" y="126698"/>
                  <a:pt x="1023507" y="127614"/>
                </a:cubicBezTo>
                <a:cubicBezTo>
                  <a:pt x="1025142" y="128202"/>
                  <a:pt x="1029098" y="128496"/>
                  <a:pt x="1035376" y="128496"/>
                </a:cubicBezTo>
                <a:lnTo>
                  <a:pt x="1046460" y="128496"/>
                </a:lnTo>
                <a:cubicBezTo>
                  <a:pt x="1053522" y="128496"/>
                  <a:pt x="1059408" y="127254"/>
                  <a:pt x="1064116" y="124769"/>
                </a:cubicBezTo>
                <a:cubicBezTo>
                  <a:pt x="1068824" y="122284"/>
                  <a:pt x="1072895" y="118361"/>
                  <a:pt x="1076328" y="112998"/>
                </a:cubicBezTo>
                <a:cubicBezTo>
                  <a:pt x="1079761" y="107636"/>
                  <a:pt x="1083014" y="99724"/>
                  <a:pt x="1086088" y="89261"/>
                </a:cubicBezTo>
                <a:lnTo>
                  <a:pt x="1090110" y="89261"/>
                </a:lnTo>
                <a:close/>
                <a:moveTo>
                  <a:pt x="1155498" y="122415"/>
                </a:moveTo>
                <a:cubicBezTo>
                  <a:pt x="1144315" y="132355"/>
                  <a:pt x="1134278" y="137324"/>
                  <a:pt x="1125384" y="137324"/>
                </a:cubicBezTo>
                <a:cubicBezTo>
                  <a:pt x="1120153" y="137324"/>
                  <a:pt x="1115804" y="135603"/>
                  <a:pt x="1112338" y="132159"/>
                </a:cubicBezTo>
                <a:cubicBezTo>
                  <a:pt x="1108873" y="128714"/>
                  <a:pt x="1107140" y="124400"/>
                  <a:pt x="1107140" y="119218"/>
                </a:cubicBezTo>
                <a:cubicBezTo>
                  <a:pt x="1107140" y="112196"/>
                  <a:pt x="1110148" y="105881"/>
                  <a:pt x="1116164" y="100271"/>
                </a:cubicBezTo>
                <a:cubicBezTo>
                  <a:pt x="1122180" y="94662"/>
                  <a:pt x="1135291" y="87199"/>
                  <a:pt x="1155498" y="77883"/>
                </a:cubicBezTo>
                <a:lnTo>
                  <a:pt x="1155498" y="68662"/>
                </a:lnTo>
                <a:cubicBezTo>
                  <a:pt x="1155498" y="61731"/>
                  <a:pt x="1155122" y="57366"/>
                  <a:pt x="1154370" y="55567"/>
                </a:cubicBezTo>
                <a:cubicBezTo>
                  <a:pt x="1153617" y="53769"/>
                  <a:pt x="1152195" y="52200"/>
                  <a:pt x="1150103" y="50859"/>
                </a:cubicBezTo>
                <a:cubicBezTo>
                  <a:pt x="1148010" y="49519"/>
                  <a:pt x="1145656" y="48848"/>
                  <a:pt x="1143040" y="48848"/>
                </a:cubicBezTo>
                <a:cubicBezTo>
                  <a:pt x="1138790" y="48848"/>
                  <a:pt x="1135291" y="49796"/>
                  <a:pt x="1132545" y="51693"/>
                </a:cubicBezTo>
                <a:cubicBezTo>
                  <a:pt x="1130845" y="52870"/>
                  <a:pt x="1129994" y="54243"/>
                  <a:pt x="1129994" y="55813"/>
                </a:cubicBezTo>
                <a:cubicBezTo>
                  <a:pt x="1129994" y="57186"/>
                  <a:pt x="1130910" y="58886"/>
                  <a:pt x="1132741" y="60913"/>
                </a:cubicBezTo>
                <a:cubicBezTo>
                  <a:pt x="1135226" y="63725"/>
                  <a:pt x="1136468" y="66439"/>
                  <a:pt x="1136468" y="69055"/>
                </a:cubicBezTo>
                <a:cubicBezTo>
                  <a:pt x="1136468" y="72259"/>
                  <a:pt x="1135275" y="74989"/>
                  <a:pt x="1132888" y="77245"/>
                </a:cubicBezTo>
                <a:cubicBezTo>
                  <a:pt x="1130501" y="79501"/>
                  <a:pt x="1127379" y="80629"/>
                  <a:pt x="1123521" y="80629"/>
                </a:cubicBezTo>
                <a:cubicBezTo>
                  <a:pt x="1119401" y="80629"/>
                  <a:pt x="1115951" y="79387"/>
                  <a:pt x="1113172" y="76902"/>
                </a:cubicBezTo>
                <a:cubicBezTo>
                  <a:pt x="1110393" y="74417"/>
                  <a:pt x="1109003" y="71507"/>
                  <a:pt x="1109003" y="68172"/>
                </a:cubicBezTo>
                <a:cubicBezTo>
                  <a:pt x="1109003" y="63464"/>
                  <a:pt x="1110867" y="58968"/>
                  <a:pt x="1114594" y="54685"/>
                </a:cubicBezTo>
                <a:cubicBezTo>
                  <a:pt x="1118322" y="50401"/>
                  <a:pt x="1123521" y="47115"/>
                  <a:pt x="1130191" y="44827"/>
                </a:cubicBezTo>
                <a:cubicBezTo>
                  <a:pt x="1136861" y="42538"/>
                  <a:pt x="1143792" y="41394"/>
                  <a:pt x="1150985" y="41394"/>
                </a:cubicBezTo>
                <a:cubicBezTo>
                  <a:pt x="1159683" y="41394"/>
                  <a:pt x="1166565" y="43246"/>
                  <a:pt x="1171633" y="46951"/>
                </a:cubicBezTo>
                <a:cubicBezTo>
                  <a:pt x="1176701" y="50654"/>
                  <a:pt x="1179987" y="54668"/>
                  <a:pt x="1181491" y="58994"/>
                </a:cubicBezTo>
                <a:cubicBezTo>
                  <a:pt x="1182407" y="61747"/>
                  <a:pt x="1182864" y="68072"/>
                  <a:pt x="1182864" y="77968"/>
                </a:cubicBezTo>
                <a:lnTo>
                  <a:pt x="1182864" y="113657"/>
                </a:lnTo>
                <a:cubicBezTo>
                  <a:pt x="1182864" y="117853"/>
                  <a:pt x="1183028" y="120492"/>
                  <a:pt x="1183355" y="121575"/>
                </a:cubicBezTo>
                <a:cubicBezTo>
                  <a:pt x="1183682" y="122656"/>
                  <a:pt x="1184172" y="123459"/>
                  <a:pt x="1184826" y="123984"/>
                </a:cubicBezTo>
                <a:cubicBezTo>
                  <a:pt x="1185480" y="124507"/>
                  <a:pt x="1186232" y="124769"/>
                  <a:pt x="1187082" y="124769"/>
                </a:cubicBezTo>
                <a:cubicBezTo>
                  <a:pt x="1188782" y="124769"/>
                  <a:pt x="1190515" y="123559"/>
                  <a:pt x="1192281" y="121140"/>
                </a:cubicBezTo>
                <a:lnTo>
                  <a:pt x="1195224" y="123494"/>
                </a:lnTo>
                <a:cubicBezTo>
                  <a:pt x="1191954" y="128333"/>
                  <a:pt x="1188570" y="131848"/>
                  <a:pt x="1185071" y="134038"/>
                </a:cubicBezTo>
                <a:cubicBezTo>
                  <a:pt x="1181573" y="136229"/>
                  <a:pt x="1177600" y="137324"/>
                  <a:pt x="1173154" y="137324"/>
                </a:cubicBezTo>
                <a:cubicBezTo>
                  <a:pt x="1167922" y="137324"/>
                  <a:pt x="1163835" y="136090"/>
                  <a:pt x="1160892" y="133622"/>
                </a:cubicBezTo>
                <a:cubicBezTo>
                  <a:pt x="1157950" y="131153"/>
                  <a:pt x="1156151" y="127417"/>
                  <a:pt x="1155498" y="122415"/>
                </a:cubicBezTo>
                <a:moveTo>
                  <a:pt x="1155498" y="115156"/>
                </a:moveTo>
                <a:lnTo>
                  <a:pt x="1155498" y="84473"/>
                </a:lnTo>
                <a:cubicBezTo>
                  <a:pt x="1147585" y="89138"/>
                  <a:pt x="1141700" y="94133"/>
                  <a:pt x="1137842" y="99456"/>
                </a:cubicBezTo>
                <a:cubicBezTo>
                  <a:pt x="1135291" y="103004"/>
                  <a:pt x="1134016" y="106585"/>
                  <a:pt x="1134016" y="110200"/>
                </a:cubicBezTo>
                <a:cubicBezTo>
                  <a:pt x="1134016" y="113222"/>
                  <a:pt x="1135095" y="115884"/>
                  <a:pt x="1137253" y="118185"/>
                </a:cubicBezTo>
                <a:cubicBezTo>
                  <a:pt x="1138888" y="119959"/>
                  <a:pt x="1141177" y="120845"/>
                  <a:pt x="1144119" y="120845"/>
                </a:cubicBezTo>
                <a:cubicBezTo>
                  <a:pt x="1147389" y="120845"/>
                  <a:pt x="1151182" y="118949"/>
                  <a:pt x="1155498" y="115156"/>
                </a:cubicBezTo>
                <a:close/>
                <a:moveTo>
                  <a:pt x="1241076" y="2943"/>
                </a:moveTo>
                <a:lnTo>
                  <a:pt x="1241076" y="53360"/>
                </a:lnTo>
                <a:cubicBezTo>
                  <a:pt x="1248792" y="45382"/>
                  <a:pt x="1257228" y="41394"/>
                  <a:pt x="1266383" y="41394"/>
                </a:cubicBezTo>
                <a:cubicBezTo>
                  <a:pt x="1272660" y="41394"/>
                  <a:pt x="1278578" y="43243"/>
                  <a:pt x="1284137" y="46942"/>
                </a:cubicBezTo>
                <a:cubicBezTo>
                  <a:pt x="1289695" y="50640"/>
                  <a:pt x="1294044" y="55893"/>
                  <a:pt x="1297183" y="62700"/>
                </a:cubicBezTo>
                <a:cubicBezTo>
                  <a:pt x="1300322" y="69507"/>
                  <a:pt x="1301891" y="77362"/>
                  <a:pt x="1301891" y="86266"/>
                </a:cubicBezTo>
                <a:cubicBezTo>
                  <a:pt x="1301891" y="96281"/>
                  <a:pt x="1299896" y="105380"/>
                  <a:pt x="1295908" y="113562"/>
                </a:cubicBezTo>
                <a:cubicBezTo>
                  <a:pt x="1291919" y="121745"/>
                  <a:pt x="1286589" y="127979"/>
                  <a:pt x="1279919" y="132267"/>
                </a:cubicBezTo>
                <a:cubicBezTo>
                  <a:pt x="1273249" y="136554"/>
                  <a:pt x="1265631" y="138698"/>
                  <a:pt x="1257064" y="138698"/>
                </a:cubicBezTo>
                <a:cubicBezTo>
                  <a:pt x="1252095" y="138698"/>
                  <a:pt x="1247681" y="137913"/>
                  <a:pt x="1243822" y="136344"/>
                </a:cubicBezTo>
                <a:cubicBezTo>
                  <a:pt x="1239964" y="134774"/>
                  <a:pt x="1236171" y="132224"/>
                  <a:pt x="1232444" y="128693"/>
                </a:cubicBezTo>
                <a:lnTo>
                  <a:pt x="1217240" y="138698"/>
                </a:lnTo>
                <a:lnTo>
                  <a:pt x="1213905" y="138698"/>
                </a:lnTo>
                <a:lnTo>
                  <a:pt x="1213905" y="21972"/>
                </a:lnTo>
                <a:cubicBezTo>
                  <a:pt x="1213905" y="16640"/>
                  <a:pt x="1213676" y="13350"/>
                  <a:pt x="1213219" y="12102"/>
                </a:cubicBezTo>
                <a:cubicBezTo>
                  <a:pt x="1212565" y="10258"/>
                  <a:pt x="1211535" y="8892"/>
                  <a:pt x="1210129" y="8003"/>
                </a:cubicBezTo>
                <a:cubicBezTo>
                  <a:pt x="1208723" y="7115"/>
                  <a:pt x="1206352" y="6605"/>
                  <a:pt x="1203017" y="6474"/>
                </a:cubicBezTo>
                <a:lnTo>
                  <a:pt x="1203017" y="2943"/>
                </a:lnTo>
                <a:lnTo>
                  <a:pt x="1241076" y="2943"/>
                </a:lnTo>
                <a:moveTo>
                  <a:pt x="1241076" y="62103"/>
                </a:moveTo>
                <a:lnTo>
                  <a:pt x="1241076" y="102957"/>
                </a:lnTo>
                <a:cubicBezTo>
                  <a:pt x="1241076" y="111272"/>
                  <a:pt x="1241272" y="116576"/>
                  <a:pt x="1241664" y="118868"/>
                </a:cubicBezTo>
                <a:cubicBezTo>
                  <a:pt x="1242318" y="122731"/>
                  <a:pt x="1243888" y="125857"/>
                  <a:pt x="1246373" y="128248"/>
                </a:cubicBezTo>
                <a:cubicBezTo>
                  <a:pt x="1248858" y="130637"/>
                  <a:pt x="1252029" y="131831"/>
                  <a:pt x="1255887" y="131831"/>
                </a:cubicBezTo>
                <a:cubicBezTo>
                  <a:pt x="1259222" y="131831"/>
                  <a:pt x="1262083" y="130882"/>
                  <a:pt x="1264470" y="128984"/>
                </a:cubicBezTo>
                <a:cubicBezTo>
                  <a:pt x="1266857" y="127085"/>
                  <a:pt x="1268851" y="123321"/>
                  <a:pt x="1270453" y="117691"/>
                </a:cubicBezTo>
                <a:cubicBezTo>
                  <a:pt x="1272056" y="112059"/>
                  <a:pt x="1272857" y="101910"/>
                  <a:pt x="1272857" y="87244"/>
                </a:cubicBezTo>
                <a:cubicBezTo>
                  <a:pt x="1272857" y="73166"/>
                  <a:pt x="1271091" y="63508"/>
                  <a:pt x="1267560" y="58271"/>
                </a:cubicBezTo>
                <a:cubicBezTo>
                  <a:pt x="1265010" y="54474"/>
                  <a:pt x="1261576" y="52576"/>
                  <a:pt x="1257261" y="52576"/>
                </a:cubicBezTo>
                <a:cubicBezTo>
                  <a:pt x="1251637" y="52576"/>
                  <a:pt x="1246242" y="55751"/>
                  <a:pt x="1241076" y="62103"/>
                </a:cubicBezTo>
                <a:close/>
                <a:moveTo>
                  <a:pt x="1394786" y="86711"/>
                </a:moveTo>
                <a:lnTo>
                  <a:pt x="1344466" y="86711"/>
                </a:lnTo>
                <a:cubicBezTo>
                  <a:pt x="1345055" y="98906"/>
                  <a:pt x="1348292" y="108545"/>
                  <a:pt x="1354177" y="115625"/>
                </a:cubicBezTo>
                <a:cubicBezTo>
                  <a:pt x="1358689" y="121067"/>
                  <a:pt x="1364117" y="123788"/>
                  <a:pt x="1370460" y="123788"/>
                </a:cubicBezTo>
                <a:cubicBezTo>
                  <a:pt x="1374383" y="123788"/>
                  <a:pt x="1377947" y="122693"/>
                  <a:pt x="1381151" y="120502"/>
                </a:cubicBezTo>
                <a:cubicBezTo>
                  <a:pt x="1384356" y="118312"/>
                  <a:pt x="1387789" y="114372"/>
                  <a:pt x="1391451" y="108682"/>
                </a:cubicBezTo>
                <a:lnTo>
                  <a:pt x="1394786" y="110840"/>
                </a:lnTo>
                <a:cubicBezTo>
                  <a:pt x="1389816" y="120976"/>
                  <a:pt x="1384323" y="128153"/>
                  <a:pt x="1378307" y="132371"/>
                </a:cubicBezTo>
                <a:cubicBezTo>
                  <a:pt x="1372291" y="136589"/>
                  <a:pt x="1365326" y="138698"/>
                  <a:pt x="1357414" y="138698"/>
                </a:cubicBezTo>
                <a:cubicBezTo>
                  <a:pt x="1343812" y="138698"/>
                  <a:pt x="1333513" y="133461"/>
                  <a:pt x="1326516" y="122988"/>
                </a:cubicBezTo>
                <a:cubicBezTo>
                  <a:pt x="1320892" y="114544"/>
                  <a:pt x="1318080" y="104071"/>
                  <a:pt x="1318080" y="91569"/>
                </a:cubicBezTo>
                <a:cubicBezTo>
                  <a:pt x="1318080" y="76251"/>
                  <a:pt x="1322216" y="64059"/>
                  <a:pt x="1330488" y="54994"/>
                </a:cubicBezTo>
                <a:cubicBezTo>
                  <a:pt x="1338761" y="45927"/>
                  <a:pt x="1348455" y="41394"/>
                  <a:pt x="1359572" y="41394"/>
                </a:cubicBezTo>
                <a:cubicBezTo>
                  <a:pt x="1368858" y="41394"/>
                  <a:pt x="1376917" y="45203"/>
                  <a:pt x="1383751" y="52821"/>
                </a:cubicBezTo>
                <a:cubicBezTo>
                  <a:pt x="1390584" y="60439"/>
                  <a:pt x="1394263" y="71736"/>
                  <a:pt x="1394786" y="86711"/>
                </a:cubicBezTo>
                <a:moveTo>
                  <a:pt x="1370656" y="80237"/>
                </a:moveTo>
                <a:cubicBezTo>
                  <a:pt x="1370656" y="69708"/>
                  <a:pt x="1370084" y="62483"/>
                  <a:pt x="1368939" y="58559"/>
                </a:cubicBezTo>
                <a:cubicBezTo>
                  <a:pt x="1367795" y="54635"/>
                  <a:pt x="1366013" y="51660"/>
                  <a:pt x="1363593" y="49633"/>
                </a:cubicBezTo>
                <a:cubicBezTo>
                  <a:pt x="1362220" y="48456"/>
                  <a:pt x="1360389" y="47867"/>
                  <a:pt x="1358100" y="47867"/>
                </a:cubicBezTo>
                <a:cubicBezTo>
                  <a:pt x="1354700" y="47867"/>
                  <a:pt x="1351921" y="49535"/>
                  <a:pt x="1349763" y="52870"/>
                </a:cubicBezTo>
                <a:cubicBezTo>
                  <a:pt x="1345905" y="58690"/>
                  <a:pt x="1343976" y="66668"/>
                  <a:pt x="1343976" y="76804"/>
                </a:cubicBezTo>
                <a:lnTo>
                  <a:pt x="1343976" y="80237"/>
                </a:lnTo>
                <a:lnTo>
                  <a:pt x="1370656" y="80237"/>
                </a:lnTo>
                <a:close/>
                <a:moveTo>
                  <a:pt x="1442836" y="2943"/>
                </a:moveTo>
                <a:lnTo>
                  <a:pt x="1442836" y="116922"/>
                </a:lnTo>
                <a:cubicBezTo>
                  <a:pt x="1442836" y="123396"/>
                  <a:pt x="1443588" y="127532"/>
                  <a:pt x="1445092" y="129330"/>
                </a:cubicBezTo>
                <a:cubicBezTo>
                  <a:pt x="1446596" y="131128"/>
                  <a:pt x="1449539" y="132158"/>
                  <a:pt x="1453920" y="132420"/>
                </a:cubicBezTo>
                <a:lnTo>
                  <a:pt x="1453920" y="135951"/>
                </a:lnTo>
                <a:lnTo>
                  <a:pt x="1404385" y="135951"/>
                </a:lnTo>
                <a:lnTo>
                  <a:pt x="1404385" y="132420"/>
                </a:lnTo>
                <a:cubicBezTo>
                  <a:pt x="1408440" y="132289"/>
                  <a:pt x="1411448" y="131112"/>
                  <a:pt x="1413410" y="128889"/>
                </a:cubicBezTo>
                <a:cubicBezTo>
                  <a:pt x="1414717" y="127385"/>
                  <a:pt x="1415371" y="123396"/>
                  <a:pt x="1415371" y="116922"/>
                </a:cubicBezTo>
                <a:lnTo>
                  <a:pt x="1415371" y="21972"/>
                </a:lnTo>
                <a:cubicBezTo>
                  <a:pt x="1415371" y="15523"/>
                  <a:pt x="1414619" y="11394"/>
                  <a:pt x="1413115" y="9585"/>
                </a:cubicBezTo>
                <a:cubicBezTo>
                  <a:pt x="1411611" y="7775"/>
                  <a:pt x="1408701" y="6737"/>
                  <a:pt x="1404385" y="6474"/>
                </a:cubicBezTo>
                <a:lnTo>
                  <a:pt x="1404385" y="2943"/>
                </a:lnTo>
                <a:lnTo>
                  <a:pt x="1442836" y="2943"/>
                </a:lnTo>
                <a:close/>
                <a:moveTo>
                  <a:pt x="1484692" y="0"/>
                </a:moveTo>
                <a:cubicBezTo>
                  <a:pt x="1488942" y="0"/>
                  <a:pt x="1492539" y="1493"/>
                  <a:pt x="1495481" y="4478"/>
                </a:cubicBezTo>
                <a:cubicBezTo>
                  <a:pt x="1498424" y="7462"/>
                  <a:pt x="1499895" y="11053"/>
                  <a:pt x="1499895" y="15253"/>
                </a:cubicBezTo>
                <a:cubicBezTo>
                  <a:pt x="1499895" y="19452"/>
                  <a:pt x="1498408" y="23028"/>
                  <a:pt x="1495432" y="25981"/>
                </a:cubicBezTo>
                <a:cubicBezTo>
                  <a:pt x="1492457" y="28932"/>
                  <a:pt x="1488877" y="30408"/>
                  <a:pt x="1484692" y="30408"/>
                </a:cubicBezTo>
                <a:cubicBezTo>
                  <a:pt x="1480506" y="30408"/>
                  <a:pt x="1476942" y="28932"/>
                  <a:pt x="1474000" y="25981"/>
                </a:cubicBezTo>
                <a:cubicBezTo>
                  <a:pt x="1471057" y="23028"/>
                  <a:pt x="1469586" y="19452"/>
                  <a:pt x="1469586" y="15253"/>
                </a:cubicBezTo>
                <a:cubicBezTo>
                  <a:pt x="1469586" y="11053"/>
                  <a:pt x="1471057" y="7462"/>
                  <a:pt x="1474000" y="4478"/>
                </a:cubicBezTo>
                <a:cubicBezTo>
                  <a:pt x="1476942" y="1493"/>
                  <a:pt x="1480506" y="0"/>
                  <a:pt x="1484692" y="0"/>
                </a:cubicBezTo>
                <a:moveTo>
                  <a:pt x="1498424" y="44140"/>
                </a:moveTo>
                <a:lnTo>
                  <a:pt x="1498424" y="116922"/>
                </a:lnTo>
                <a:cubicBezTo>
                  <a:pt x="1498424" y="123396"/>
                  <a:pt x="1499176" y="127532"/>
                  <a:pt x="1500680" y="129330"/>
                </a:cubicBezTo>
                <a:cubicBezTo>
                  <a:pt x="1502184" y="131128"/>
                  <a:pt x="1505127" y="132158"/>
                  <a:pt x="1509508" y="132420"/>
                </a:cubicBezTo>
                <a:lnTo>
                  <a:pt x="1509508" y="135951"/>
                </a:lnTo>
                <a:lnTo>
                  <a:pt x="1459973" y="135951"/>
                </a:lnTo>
                <a:lnTo>
                  <a:pt x="1459973" y="132420"/>
                </a:lnTo>
                <a:cubicBezTo>
                  <a:pt x="1464027" y="132289"/>
                  <a:pt x="1467036" y="131112"/>
                  <a:pt x="1468997" y="128889"/>
                </a:cubicBezTo>
                <a:cubicBezTo>
                  <a:pt x="1470305" y="127385"/>
                  <a:pt x="1470959" y="123396"/>
                  <a:pt x="1470959" y="116922"/>
                </a:cubicBezTo>
                <a:lnTo>
                  <a:pt x="1470959" y="63365"/>
                </a:lnTo>
                <a:cubicBezTo>
                  <a:pt x="1470959" y="56810"/>
                  <a:pt x="1470207" y="52622"/>
                  <a:pt x="1468703" y="50801"/>
                </a:cubicBezTo>
                <a:cubicBezTo>
                  <a:pt x="1467199" y="48980"/>
                  <a:pt x="1464289" y="47937"/>
                  <a:pt x="1459973" y="47671"/>
                </a:cubicBezTo>
                <a:lnTo>
                  <a:pt x="1459973" y="44140"/>
                </a:lnTo>
                <a:lnTo>
                  <a:pt x="1498424" y="44140"/>
                </a:lnTo>
                <a:close/>
                <a:moveTo>
                  <a:pt x="1555777" y="44140"/>
                </a:moveTo>
                <a:lnTo>
                  <a:pt x="1555777" y="56107"/>
                </a:lnTo>
                <a:cubicBezTo>
                  <a:pt x="1560485" y="50971"/>
                  <a:pt x="1564997" y="47236"/>
                  <a:pt x="1569313" y="44900"/>
                </a:cubicBezTo>
                <a:cubicBezTo>
                  <a:pt x="1573629" y="42562"/>
                  <a:pt x="1578272" y="41394"/>
                  <a:pt x="1583242" y="41394"/>
                </a:cubicBezTo>
                <a:cubicBezTo>
                  <a:pt x="1589192" y="41394"/>
                  <a:pt x="1594129" y="43047"/>
                  <a:pt x="1598053" y="46353"/>
                </a:cubicBezTo>
                <a:cubicBezTo>
                  <a:pt x="1601977" y="49660"/>
                  <a:pt x="1604592" y="53768"/>
                  <a:pt x="1605900" y="58679"/>
                </a:cubicBezTo>
                <a:cubicBezTo>
                  <a:pt x="1606946" y="62412"/>
                  <a:pt x="1607470" y="69583"/>
                  <a:pt x="1607470" y="80191"/>
                </a:cubicBezTo>
                <a:lnTo>
                  <a:pt x="1607470" y="115941"/>
                </a:lnTo>
                <a:cubicBezTo>
                  <a:pt x="1607470" y="123003"/>
                  <a:pt x="1608107" y="127401"/>
                  <a:pt x="1609382" y="129134"/>
                </a:cubicBezTo>
                <a:cubicBezTo>
                  <a:pt x="1610657" y="130867"/>
                  <a:pt x="1613322" y="131962"/>
                  <a:pt x="1617377" y="132420"/>
                </a:cubicBezTo>
                <a:lnTo>
                  <a:pt x="1617377" y="135951"/>
                </a:lnTo>
                <a:lnTo>
                  <a:pt x="1570980" y="135951"/>
                </a:lnTo>
                <a:lnTo>
                  <a:pt x="1570980" y="132420"/>
                </a:lnTo>
                <a:cubicBezTo>
                  <a:pt x="1574446" y="131962"/>
                  <a:pt x="1576931" y="130524"/>
                  <a:pt x="1578435" y="128104"/>
                </a:cubicBezTo>
                <a:cubicBezTo>
                  <a:pt x="1579482" y="126469"/>
                  <a:pt x="1580005" y="122415"/>
                  <a:pt x="1580005" y="115941"/>
                </a:cubicBezTo>
                <a:lnTo>
                  <a:pt x="1580005" y="75136"/>
                </a:lnTo>
                <a:cubicBezTo>
                  <a:pt x="1580005" y="67616"/>
                  <a:pt x="1579710" y="62875"/>
                  <a:pt x="1579122" y="60913"/>
                </a:cubicBezTo>
                <a:cubicBezTo>
                  <a:pt x="1578533" y="58951"/>
                  <a:pt x="1577536" y="57431"/>
                  <a:pt x="1576130" y="56352"/>
                </a:cubicBezTo>
                <a:cubicBezTo>
                  <a:pt x="1574724" y="55273"/>
                  <a:pt x="1573171" y="54734"/>
                  <a:pt x="1571471" y="54734"/>
                </a:cubicBezTo>
                <a:cubicBezTo>
                  <a:pt x="1565847" y="54734"/>
                  <a:pt x="1560616" y="58788"/>
                  <a:pt x="1555777" y="66897"/>
                </a:cubicBezTo>
                <a:lnTo>
                  <a:pt x="1555777" y="115941"/>
                </a:lnTo>
                <a:cubicBezTo>
                  <a:pt x="1555777" y="122807"/>
                  <a:pt x="1556414" y="127156"/>
                  <a:pt x="1557689" y="128987"/>
                </a:cubicBezTo>
                <a:cubicBezTo>
                  <a:pt x="1558965" y="130818"/>
                  <a:pt x="1561335" y="131962"/>
                  <a:pt x="1564801" y="132420"/>
                </a:cubicBezTo>
                <a:lnTo>
                  <a:pt x="1564801" y="135951"/>
                </a:lnTo>
                <a:lnTo>
                  <a:pt x="1518405" y="135951"/>
                </a:lnTo>
                <a:lnTo>
                  <a:pt x="1518405" y="132420"/>
                </a:lnTo>
                <a:cubicBezTo>
                  <a:pt x="1522263" y="132028"/>
                  <a:pt x="1525010" y="130785"/>
                  <a:pt x="1526644" y="128693"/>
                </a:cubicBezTo>
                <a:cubicBezTo>
                  <a:pt x="1527756" y="127254"/>
                  <a:pt x="1528312" y="123003"/>
                  <a:pt x="1528312" y="115941"/>
                </a:cubicBezTo>
                <a:lnTo>
                  <a:pt x="1528312" y="64150"/>
                </a:lnTo>
                <a:cubicBezTo>
                  <a:pt x="1528312" y="57135"/>
                  <a:pt x="1527674" y="52767"/>
                  <a:pt x="1526399" y="51046"/>
                </a:cubicBezTo>
                <a:cubicBezTo>
                  <a:pt x="1525124" y="49325"/>
                  <a:pt x="1522459" y="48200"/>
                  <a:pt x="1518405" y="47671"/>
                </a:cubicBezTo>
                <a:lnTo>
                  <a:pt x="1518405" y="44140"/>
                </a:lnTo>
                <a:lnTo>
                  <a:pt x="1555777" y="44140"/>
                </a:lnTo>
                <a:close/>
                <a:moveTo>
                  <a:pt x="1688692" y="45317"/>
                </a:moveTo>
                <a:lnTo>
                  <a:pt x="1719590" y="45317"/>
                </a:lnTo>
                <a:lnTo>
                  <a:pt x="1719590" y="56107"/>
                </a:lnTo>
                <a:lnTo>
                  <a:pt x="1702032" y="56107"/>
                </a:lnTo>
                <a:cubicBezTo>
                  <a:pt x="1705237" y="59311"/>
                  <a:pt x="1707460" y="62221"/>
                  <a:pt x="1708702" y="64837"/>
                </a:cubicBezTo>
                <a:cubicBezTo>
                  <a:pt x="1710272" y="68368"/>
                  <a:pt x="1711057" y="72063"/>
                  <a:pt x="1711057" y="75921"/>
                </a:cubicBezTo>
                <a:cubicBezTo>
                  <a:pt x="1711057" y="82460"/>
                  <a:pt x="1709242" y="88133"/>
                  <a:pt x="1705613" y="92939"/>
                </a:cubicBezTo>
                <a:cubicBezTo>
                  <a:pt x="1701983" y="97746"/>
                  <a:pt x="1697046" y="101506"/>
                  <a:pt x="1690801" y="104219"/>
                </a:cubicBezTo>
                <a:cubicBezTo>
                  <a:pt x="1684556" y="106933"/>
                  <a:pt x="1679014" y="108290"/>
                  <a:pt x="1674175" y="108290"/>
                </a:cubicBezTo>
                <a:cubicBezTo>
                  <a:pt x="1673783" y="108290"/>
                  <a:pt x="1669859" y="108127"/>
                  <a:pt x="1662405" y="107800"/>
                </a:cubicBezTo>
                <a:cubicBezTo>
                  <a:pt x="1659462" y="107800"/>
                  <a:pt x="1656993" y="108759"/>
                  <a:pt x="1654999" y="110678"/>
                </a:cubicBezTo>
                <a:cubicBezTo>
                  <a:pt x="1653004" y="112597"/>
                  <a:pt x="1652007" y="114889"/>
                  <a:pt x="1652007" y="117553"/>
                </a:cubicBezTo>
                <a:cubicBezTo>
                  <a:pt x="1652007" y="119895"/>
                  <a:pt x="1652906" y="121814"/>
                  <a:pt x="1654705" y="123310"/>
                </a:cubicBezTo>
                <a:cubicBezTo>
                  <a:pt x="1656503" y="124806"/>
                  <a:pt x="1659429" y="125554"/>
                  <a:pt x="1663483" y="125554"/>
                </a:cubicBezTo>
                <a:lnTo>
                  <a:pt x="1680453" y="125358"/>
                </a:lnTo>
                <a:cubicBezTo>
                  <a:pt x="1694185" y="125358"/>
                  <a:pt x="1703635" y="126865"/>
                  <a:pt x="1708801" y="129879"/>
                </a:cubicBezTo>
                <a:cubicBezTo>
                  <a:pt x="1716190" y="134070"/>
                  <a:pt x="1719885" y="140523"/>
                  <a:pt x="1719885" y="149236"/>
                </a:cubicBezTo>
                <a:cubicBezTo>
                  <a:pt x="1719885" y="154805"/>
                  <a:pt x="1718184" y="159865"/>
                  <a:pt x="1714784" y="164418"/>
                </a:cubicBezTo>
                <a:cubicBezTo>
                  <a:pt x="1711384" y="168971"/>
                  <a:pt x="1706904" y="172329"/>
                  <a:pt x="1701346" y="174491"/>
                </a:cubicBezTo>
                <a:cubicBezTo>
                  <a:pt x="1692910" y="177701"/>
                  <a:pt x="1683199" y="179306"/>
                  <a:pt x="1672213" y="179306"/>
                </a:cubicBezTo>
                <a:cubicBezTo>
                  <a:pt x="1663974" y="179306"/>
                  <a:pt x="1656454" y="178505"/>
                  <a:pt x="1649653" y="176903"/>
                </a:cubicBezTo>
                <a:cubicBezTo>
                  <a:pt x="1642852" y="175301"/>
                  <a:pt x="1637980" y="173077"/>
                  <a:pt x="1635038" y="170230"/>
                </a:cubicBezTo>
                <a:cubicBezTo>
                  <a:pt x="1632095" y="167386"/>
                  <a:pt x="1630624" y="164393"/>
                  <a:pt x="1630624" y="161252"/>
                </a:cubicBezTo>
                <a:cubicBezTo>
                  <a:pt x="1630624" y="158244"/>
                  <a:pt x="1631752" y="155545"/>
                  <a:pt x="1634008" y="153157"/>
                </a:cubicBezTo>
                <a:cubicBezTo>
                  <a:pt x="1636264" y="150770"/>
                  <a:pt x="1640465" y="148759"/>
                  <a:pt x="1646612" y="147124"/>
                </a:cubicBezTo>
                <a:cubicBezTo>
                  <a:pt x="1638111" y="142939"/>
                  <a:pt x="1633861" y="137120"/>
                  <a:pt x="1633861" y="129667"/>
                </a:cubicBezTo>
                <a:cubicBezTo>
                  <a:pt x="1633861" y="125155"/>
                  <a:pt x="1635594" y="120775"/>
                  <a:pt x="1639059" y="116527"/>
                </a:cubicBezTo>
                <a:cubicBezTo>
                  <a:pt x="1642525" y="112276"/>
                  <a:pt x="1648018" y="108581"/>
                  <a:pt x="1655538" y="105442"/>
                </a:cubicBezTo>
                <a:cubicBezTo>
                  <a:pt x="1646776" y="102234"/>
                  <a:pt x="1640433" y="98010"/>
                  <a:pt x="1636509" y="92771"/>
                </a:cubicBezTo>
                <a:cubicBezTo>
                  <a:pt x="1632585" y="87531"/>
                  <a:pt x="1630624" y="81473"/>
                  <a:pt x="1630624" y="74597"/>
                </a:cubicBezTo>
                <a:cubicBezTo>
                  <a:pt x="1630624" y="65626"/>
                  <a:pt x="1634286" y="57849"/>
                  <a:pt x="1641610" y="51267"/>
                </a:cubicBezTo>
                <a:cubicBezTo>
                  <a:pt x="1648934" y="44685"/>
                  <a:pt x="1658350" y="41394"/>
                  <a:pt x="1669859" y="41394"/>
                </a:cubicBezTo>
                <a:cubicBezTo>
                  <a:pt x="1675941" y="41394"/>
                  <a:pt x="1682218" y="42701"/>
                  <a:pt x="1688692" y="45317"/>
                </a:cubicBezTo>
                <a:moveTo>
                  <a:pt x="1671723" y="47671"/>
                </a:moveTo>
                <a:cubicBezTo>
                  <a:pt x="1667930" y="47671"/>
                  <a:pt x="1664726" y="49581"/>
                  <a:pt x="1662110" y="53400"/>
                </a:cubicBezTo>
                <a:cubicBezTo>
                  <a:pt x="1659495" y="57217"/>
                  <a:pt x="1658187" y="65132"/>
                  <a:pt x="1658187" y="77144"/>
                </a:cubicBezTo>
                <a:cubicBezTo>
                  <a:pt x="1658187" y="86869"/>
                  <a:pt x="1659478" y="93543"/>
                  <a:pt x="1662061" y="97166"/>
                </a:cubicBezTo>
                <a:cubicBezTo>
                  <a:pt x="1664644" y="100789"/>
                  <a:pt x="1667701" y="102601"/>
                  <a:pt x="1671233" y="102601"/>
                </a:cubicBezTo>
                <a:cubicBezTo>
                  <a:pt x="1675156" y="102601"/>
                  <a:pt x="1678426" y="100806"/>
                  <a:pt x="1681041" y="97215"/>
                </a:cubicBezTo>
                <a:cubicBezTo>
                  <a:pt x="1683657" y="93625"/>
                  <a:pt x="1684965" y="86640"/>
                  <a:pt x="1684965" y="76261"/>
                </a:cubicBezTo>
                <a:cubicBezTo>
                  <a:pt x="1684965" y="64578"/>
                  <a:pt x="1683494" y="56615"/>
                  <a:pt x="1680551" y="52370"/>
                </a:cubicBezTo>
                <a:cubicBezTo>
                  <a:pt x="1678458" y="49238"/>
                  <a:pt x="1675516" y="47671"/>
                  <a:pt x="1671723" y="47671"/>
                </a:cubicBezTo>
                <a:moveTo>
                  <a:pt x="1665936" y="149487"/>
                </a:moveTo>
                <a:cubicBezTo>
                  <a:pt x="1659266" y="149487"/>
                  <a:pt x="1654852" y="150041"/>
                  <a:pt x="1652694" y="151149"/>
                </a:cubicBezTo>
                <a:cubicBezTo>
                  <a:pt x="1648966" y="153166"/>
                  <a:pt x="1647103" y="155900"/>
                  <a:pt x="1647103" y="159352"/>
                </a:cubicBezTo>
                <a:cubicBezTo>
                  <a:pt x="1647103" y="162672"/>
                  <a:pt x="1649032" y="165683"/>
                  <a:pt x="1652890" y="168385"/>
                </a:cubicBezTo>
                <a:cubicBezTo>
                  <a:pt x="1656748" y="171088"/>
                  <a:pt x="1664007" y="172440"/>
                  <a:pt x="1674666" y="172440"/>
                </a:cubicBezTo>
                <a:cubicBezTo>
                  <a:pt x="1683755" y="172440"/>
                  <a:pt x="1690899" y="171236"/>
                  <a:pt x="1696098" y="168826"/>
                </a:cubicBezTo>
                <a:cubicBezTo>
                  <a:pt x="1701297" y="166417"/>
                  <a:pt x="1703896" y="163031"/>
                  <a:pt x="1703896" y="158668"/>
                </a:cubicBezTo>
                <a:cubicBezTo>
                  <a:pt x="1703896" y="157041"/>
                  <a:pt x="1703406" y="155674"/>
                  <a:pt x="1702425" y="154567"/>
                </a:cubicBezTo>
                <a:cubicBezTo>
                  <a:pt x="1700659" y="152613"/>
                  <a:pt x="1697994" y="151278"/>
                  <a:pt x="1694431" y="150560"/>
                </a:cubicBezTo>
                <a:cubicBezTo>
                  <a:pt x="1690867" y="149845"/>
                  <a:pt x="1681368" y="149487"/>
                  <a:pt x="1665936" y="1494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a308dc1c04bb9"/>
          <a:stretch xmlns:a="http://schemas.openxmlformats.org/drawingml/2006/main"/>
        </p:blipFill>
        <p:spPr>
          <a:xfrm xmlns:a="http://schemas.openxmlformats.org/drawingml/2006/main">
            <a:off x="3375928" y="2331959"/>
            <a:ext cx="1038957" cy="1038957"/>
          </a:xfrm>
          <a:prstGeom xmlns:a="http://schemas.openxmlformats.org/drawingml/2006/main" prst="rect">
            <a:avLst/>
          </a:prstGeom>
        </p:spPr>
      </p:pic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89a8165d3443e"/>
          <a:stretch xmlns:a="http://schemas.openxmlformats.org/drawingml/2006/main"/>
        </p:blipFill>
        <p:spPr>
          <a:xfrm xmlns:a="http://schemas.openxmlformats.org/drawingml/2006/main">
            <a:off x="2006085" y="2819743"/>
            <a:ext cx="891431" cy="887858"/>
          </a:xfrm>
          <a:prstGeom xmlns:a="http://schemas.openxmlformats.org/drawingml/2006/main" prst="rect">
            <a:avLst/>
          </a:prstGeom>
        </p:spPr>
      </p:pic>
      <p:sp>
        <p:nvSpPr>
          <p:cNvPr id="39" name="Text (1)Formulatethe">
            <a:extLst xmlns:a="http://schemas.openxmlformats.org/drawingml/2006/main">
              <a:ext uri="{FF2B5EF4-FFF2-40B4-BE49-F238E27FC236}">
                <a16:creationId xmlns:a16="http://schemas.microsoft.com/office/drawing/2014/main" id="{30799C05-0C6A-4A3D-99D1-5724B790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933" y="3473517"/>
            <a:ext cx="1493525" cy="176168"/>
          </a:xfrm>
          <a:custGeom xmlns:a="http://schemas.openxmlformats.org/drawingml/2006/main">
            <a:pathLst>
              <a:path w="1493525" h="176168">
                <a:moveTo>
                  <a:pt x="56499" y="0"/>
                </a:moveTo>
                <a:lnTo>
                  <a:pt x="56499" y="4512"/>
                </a:lnTo>
                <a:cubicBezTo>
                  <a:pt x="49698" y="8957"/>
                  <a:pt x="44696" y="13303"/>
                  <a:pt x="41492" y="17552"/>
                </a:cubicBezTo>
                <a:cubicBezTo>
                  <a:pt x="37045" y="23433"/>
                  <a:pt x="33579" y="30981"/>
                  <a:pt x="31094" y="40195"/>
                </a:cubicBezTo>
                <a:cubicBezTo>
                  <a:pt x="27955" y="51633"/>
                  <a:pt x="26386" y="67612"/>
                  <a:pt x="26386" y="88133"/>
                </a:cubicBezTo>
                <a:cubicBezTo>
                  <a:pt x="26386" y="107477"/>
                  <a:pt x="27808" y="122508"/>
                  <a:pt x="30653" y="133226"/>
                </a:cubicBezTo>
                <a:cubicBezTo>
                  <a:pt x="33497" y="143944"/>
                  <a:pt x="37372" y="152604"/>
                  <a:pt x="42276" y="159204"/>
                </a:cubicBezTo>
                <a:cubicBezTo>
                  <a:pt x="45677" y="163780"/>
                  <a:pt x="50418" y="167799"/>
                  <a:pt x="56499" y="171263"/>
                </a:cubicBezTo>
                <a:lnTo>
                  <a:pt x="56499" y="176168"/>
                </a:lnTo>
                <a:cubicBezTo>
                  <a:pt x="40740" y="170873"/>
                  <a:pt x="27383" y="160072"/>
                  <a:pt x="16430" y="143765"/>
                </a:cubicBezTo>
                <a:cubicBezTo>
                  <a:pt x="5477" y="127459"/>
                  <a:pt x="0" y="108719"/>
                  <a:pt x="0" y="87544"/>
                </a:cubicBezTo>
                <a:cubicBezTo>
                  <a:pt x="0" y="66631"/>
                  <a:pt x="5460" y="48120"/>
                  <a:pt x="16381" y="32011"/>
                </a:cubicBezTo>
                <a:cubicBezTo>
                  <a:pt x="27301" y="15900"/>
                  <a:pt x="40674" y="5229"/>
                  <a:pt x="56499" y="0"/>
                </a:cubicBezTo>
                <a:close/>
                <a:moveTo>
                  <a:pt x="123919" y="196"/>
                </a:moveTo>
                <a:lnTo>
                  <a:pt x="123919" y="108879"/>
                </a:lnTo>
                <a:cubicBezTo>
                  <a:pt x="123919" y="117122"/>
                  <a:pt x="124279" y="122381"/>
                  <a:pt x="124998" y="124656"/>
                </a:cubicBezTo>
                <a:cubicBezTo>
                  <a:pt x="125717" y="126930"/>
                  <a:pt x="127221" y="128793"/>
                  <a:pt x="129510" y="130244"/>
                </a:cubicBezTo>
                <a:cubicBezTo>
                  <a:pt x="131799" y="131695"/>
                  <a:pt x="135461" y="132420"/>
                  <a:pt x="140496" y="132420"/>
                </a:cubicBezTo>
                <a:lnTo>
                  <a:pt x="143537" y="132420"/>
                </a:lnTo>
                <a:lnTo>
                  <a:pt x="143537" y="135951"/>
                </a:lnTo>
                <a:lnTo>
                  <a:pt x="73501" y="135951"/>
                </a:lnTo>
                <a:lnTo>
                  <a:pt x="73501" y="132420"/>
                </a:lnTo>
                <a:lnTo>
                  <a:pt x="77032" y="132420"/>
                </a:lnTo>
                <a:cubicBezTo>
                  <a:pt x="82722" y="132420"/>
                  <a:pt x="86776" y="131761"/>
                  <a:pt x="89195" y="130443"/>
                </a:cubicBezTo>
                <a:cubicBezTo>
                  <a:pt x="91615" y="129123"/>
                  <a:pt x="93250" y="127309"/>
                  <a:pt x="94100" y="125002"/>
                </a:cubicBezTo>
                <a:cubicBezTo>
                  <a:pt x="94950" y="122693"/>
                  <a:pt x="95375" y="117318"/>
                  <a:pt x="95375" y="108879"/>
                </a:cubicBezTo>
                <a:lnTo>
                  <a:pt x="95375" y="40020"/>
                </a:lnTo>
                <a:cubicBezTo>
                  <a:pt x="95375" y="33873"/>
                  <a:pt x="95081" y="30032"/>
                  <a:pt x="94492" y="28495"/>
                </a:cubicBezTo>
                <a:cubicBezTo>
                  <a:pt x="93904" y="26958"/>
                  <a:pt x="92808" y="25650"/>
                  <a:pt x="91206" y="24571"/>
                </a:cubicBezTo>
                <a:cubicBezTo>
                  <a:pt x="89604" y="23492"/>
                  <a:pt x="87757" y="22953"/>
                  <a:pt x="85664" y="22953"/>
                </a:cubicBezTo>
                <a:cubicBezTo>
                  <a:pt x="82329" y="22953"/>
                  <a:pt x="78275" y="23999"/>
                  <a:pt x="73501" y="26092"/>
                </a:cubicBezTo>
                <a:lnTo>
                  <a:pt x="71736" y="22560"/>
                </a:lnTo>
                <a:lnTo>
                  <a:pt x="120682" y="196"/>
                </a:lnTo>
                <a:lnTo>
                  <a:pt x="123919" y="196"/>
                </a:lnTo>
                <a:close/>
                <a:moveTo>
                  <a:pt x="161650" y="176168"/>
                </a:moveTo>
                <a:lnTo>
                  <a:pt x="161650" y="171656"/>
                </a:lnTo>
                <a:cubicBezTo>
                  <a:pt x="168451" y="167145"/>
                  <a:pt x="173454" y="162767"/>
                  <a:pt x="176658" y="158521"/>
                </a:cubicBezTo>
                <a:cubicBezTo>
                  <a:pt x="181039" y="152638"/>
                  <a:pt x="184505" y="145121"/>
                  <a:pt x="187055" y="135973"/>
                </a:cubicBezTo>
                <a:cubicBezTo>
                  <a:pt x="190194" y="124470"/>
                  <a:pt x="191764" y="108458"/>
                  <a:pt x="191764" y="87937"/>
                </a:cubicBezTo>
                <a:cubicBezTo>
                  <a:pt x="191764" y="68593"/>
                  <a:pt x="190341" y="53578"/>
                  <a:pt x="187497" y="42892"/>
                </a:cubicBezTo>
                <a:cubicBezTo>
                  <a:pt x="184652" y="32207"/>
                  <a:pt x="180778" y="23564"/>
                  <a:pt x="175873" y="16963"/>
                </a:cubicBezTo>
                <a:cubicBezTo>
                  <a:pt x="172473" y="12388"/>
                  <a:pt x="167732" y="8368"/>
                  <a:pt x="161650" y="4904"/>
                </a:cubicBezTo>
                <a:lnTo>
                  <a:pt x="161650" y="0"/>
                </a:lnTo>
                <a:cubicBezTo>
                  <a:pt x="177410" y="5295"/>
                  <a:pt x="190766" y="16096"/>
                  <a:pt x="201720" y="32403"/>
                </a:cubicBezTo>
                <a:cubicBezTo>
                  <a:pt x="212673" y="48708"/>
                  <a:pt x="218150" y="67448"/>
                  <a:pt x="218150" y="88623"/>
                </a:cubicBezTo>
                <a:cubicBezTo>
                  <a:pt x="218150" y="109471"/>
                  <a:pt x="212673" y="127950"/>
                  <a:pt x="201720" y="144059"/>
                </a:cubicBezTo>
                <a:cubicBezTo>
                  <a:pt x="190766" y="160170"/>
                  <a:pt x="177410" y="170873"/>
                  <a:pt x="161650" y="176168"/>
                </a:cubicBezTo>
                <a:close/>
                <a:moveTo>
                  <a:pt x="331418" y="10594"/>
                </a:moveTo>
                <a:lnTo>
                  <a:pt x="331418" y="65131"/>
                </a:lnTo>
                <a:lnTo>
                  <a:pt x="335244" y="65131"/>
                </a:lnTo>
                <a:cubicBezTo>
                  <a:pt x="341129" y="65131"/>
                  <a:pt x="345935" y="64245"/>
                  <a:pt x="349663" y="62473"/>
                </a:cubicBezTo>
                <a:cubicBezTo>
                  <a:pt x="353390" y="60702"/>
                  <a:pt x="356545" y="57716"/>
                  <a:pt x="359128" y="53517"/>
                </a:cubicBezTo>
                <a:cubicBezTo>
                  <a:pt x="361711" y="49317"/>
                  <a:pt x="363395" y="43641"/>
                  <a:pt x="364180" y="36489"/>
                </a:cubicBezTo>
                <a:lnTo>
                  <a:pt x="367613" y="36489"/>
                </a:lnTo>
                <a:lnTo>
                  <a:pt x="367613" y="103386"/>
                </a:lnTo>
                <a:lnTo>
                  <a:pt x="364180" y="103386"/>
                </a:lnTo>
                <a:cubicBezTo>
                  <a:pt x="362938" y="90765"/>
                  <a:pt x="359553" y="82444"/>
                  <a:pt x="354028" y="78422"/>
                </a:cubicBezTo>
                <a:cubicBezTo>
                  <a:pt x="348502" y="74400"/>
                  <a:pt x="342241" y="72390"/>
                  <a:pt x="335244" y="72390"/>
                </a:cubicBezTo>
                <a:lnTo>
                  <a:pt x="331418" y="72390"/>
                </a:lnTo>
                <a:lnTo>
                  <a:pt x="331418" y="113195"/>
                </a:lnTo>
                <a:cubicBezTo>
                  <a:pt x="331418" y="120030"/>
                  <a:pt x="331794" y="124303"/>
                  <a:pt x="332546" y="126014"/>
                </a:cubicBezTo>
                <a:cubicBezTo>
                  <a:pt x="333298" y="127722"/>
                  <a:pt x="334770" y="129217"/>
                  <a:pt x="336960" y="130498"/>
                </a:cubicBezTo>
                <a:cubicBezTo>
                  <a:pt x="339151" y="131779"/>
                  <a:pt x="342110" y="132420"/>
                  <a:pt x="345837" y="132420"/>
                </a:cubicBezTo>
                <a:lnTo>
                  <a:pt x="350251" y="132420"/>
                </a:lnTo>
                <a:lnTo>
                  <a:pt x="350251" y="135951"/>
                </a:lnTo>
                <a:lnTo>
                  <a:pt x="280706" y="135951"/>
                </a:lnTo>
                <a:lnTo>
                  <a:pt x="280706" y="132420"/>
                </a:lnTo>
                <a:lnTo>
                  <a:pt x="285120" y="132420"/>
                </a:lnTo>
                <a:cubicBezTo>
                  <a:pt x="288978" y="132420"/>
                  <a:pt x="292085" y="131730"/>
                  <a:pt x="294439" y="130351"/>
                </a:cubicBezTo>
                <a:cubicBezTo>
                  <a:pt x="296139" y="129429"/>
                  <a:pt x="297447" y="127852"/>
                  <a:pt x="298362" y="125618"/>
                </a:cubicBezTo>
                <a:cubicBezTo>
                  <a:pt x="299082" y="124041"/>
                  <a:pt x="299441" y="119899"/>
                  <a:pt x="299441" y="113195"/>
                </a:cubicBezTo>
                <a:lnTo>
                  <a:pt x="299441" y="25699"/>
                </a:lnTo>
                <a:cubicBezTo>
                  <a:pt x="299441" y="18864"/>
                  <a:pt x="299082" y="14592"/>
                  <a:pt x="298362" y="12883"/>
                </a:cubicBezTo>
                <a:cubicBezTo>
                  <a:pt x="297643" y="11173"/>
                  <a:pt x="296188" y="9677"/>
                  <a:pt x="293997" y="8396"/>
                </a:cubicBezTo>
                <a:cubicBezTo>
                  <a:pt x="291807" y="7115"/>
                  <a:pt x="288848" y="6474"/>
                  <a:pt x="285120" y="6474"/>
                </a:cubicBezTo>
                <a:lnTo>
                  <a:pt x="280706" y="6474"/>
                </a:lnTo>
                <a:lnTo>
                  <a:pt x="280706" y="2943"/>
                </a:lnTo>
                <a:lnTo>
                  <a:pt x="392920" y="2943"/>
                </a:lnTo>
                <a:lnTo>
                  <a:pt x="392920" y="41197"/>
                </a:lnTo>
                <a:lnTo>
                  <a:pt x="388898" y="41197"/>
                </a:lnTo>
                <a:cubicBezTo>
                  <a:pt x="387983" y="32210"/>
                  <a:pt x="385645" y="25551"/>
                  <a:pt x="381885" y="21221"/>
                </a:cubicBezTo>
                <a:cubicBezTo>
                  <a:pt x="378125" y="16891"/>
                  <a:pt x="372681" y="13841"/>
                  <a:pt x="365553" y="12071"/>
                </a:cubicBezTo>
                <a:cubicBezTo>
                  <a:pt x="361630" y="11086"/>
                  <a:pt x="354371" y="10594"/>
                  <a:pt x="343777" y="10594"/>
                </a:cubicBezTo>
                <a:lnTo>
                  <a:pt x="331418" y="10594"/>
                </a:lnTo>
                <a:close/>
                <a:moveTo>
                  <a:pt x="448599" y="41394"/>
                </a:moveTo>
                <a:cubicBezTo>
                  <a:pt x="456577" y="41394"/>
                  <a:pt x="463999" y="43455"/>
                  <a:pt x="470865" y="47579"/>
                </a:cubicBezTo>
                <a:cubicBezTo>
                  <a:pt x="477732" y="51703"/>
                  <a:pt x="482947" y="57562"/>
                  <a:pt x="486511" y="65156"/>
                </a:cubicBezTo>
                <a:cubicBezTo>
                  <a:pt x="490075" y="72749"/>
                  <a:pt x="491857" y="81062"/>
                  <a:pt x="491857" y="90095"/>
                </a:cubicBezTo>
                <a:cubicBezTo>
                  <a:pt x="491857" y="103120"/>
                  <a:pt x="488554" y="114019"/>
                  <a:pt x="481950" y="122792"/>
                </a:cubicBezTo>
                <a:cubicBezTo>
                  <a:pt x="473972" y="133396"/>
                  <a:pt x="462953" y="138698"/>
                  <a:pt x="448894" y="138698"/>
                </a:cubicBezTo>
                <a:cubicBezTo>
                  <a:pt x="435096" y="138698"/>
                  <a:pt x="424469" y="133854"/>
                  <a:pt x="417015" y="124165"/>
                </a:cubicBezTo>
                <a:cubicBezTo>
                  <a:pt x="409560" y="114477"/>
                  <a:pt x="405833" y="103251"/>
                  <a:pt x="405833" y="90487"/>
                </a:cubicBezTo>
                <a:cubicBezTo>
                  <a:pt x="405833" y="77331"/>
                  <a:pt x="409642" y="65860"/>
                  <a:pt x="417260" y="56073"/>
                </a:cubicBezTo>
                <a:cubicBezTo>
                  <a:pt x="424878" y="46287"/>
                  <a:pt x="435325" y="41394"/>
                  <a:pt x="448599" y="41394"/>
                </a:cubicBezTo>
                <a:moveTo>
                  <a:pt x="448992" y="48260"/>
                </a:moveTo>
                <a:cubicBezTo>
                  <a:pt x="445657" y="48260"/>
                  <a:pt x="442796" y="49521"/>
                  <a:pt x="440409" y="52042"/>
                </a:cubicBezTo>
                <a:cubicBezTo>
                  <a:pt x="438022" y="54562"/>
                  <a:pt x="436453" y="59537"/>
                  <a:pt x="435701" y="66967"/>
                </a:cubicBezTo>
                <a:cubicBezTo>
                  <a:pt x="434949" y="74397"/>
                  <a:pt x="434573" y="84725"/>
                  <a:pt x="434573" y="97951"/>
                </a:cubicBezTo>
                <a:cubicBezTo>
                  <a:pt x="434573" y="104956"/>
                  <a:pt x="435030" y="111504"/>
                  <a:pt x="435946" y="117593"/>
                </a:cubicBezTo>
                <a:cubicBezTo>
                  <a:pt x="436665" y="122240"/>
                  <a:pt x="438202" y="125775"/>
                  <a:pt x="440556" y="128199"/>
                </a:cubicBezTo>
                <a:cubicBezTo>
                  <a:pt x="442910" y="130621"/>
                  <a:pt x="445591" y="131831"/>
                  <a:pt x="448599" y="131831"/>
                </a:cubicBezTo>
                <a:cubicBezTo>
                  <a:pt x="451542" y="131831"/>
                  <a:pt x="453994" y="131013"/>
                  <a:pt x="455956" y="129376"/>
                </a:cubicBezTo>
                <a:cubicBezTo>
                  <a:pt x="458506" y="127151"/>
                  <a:pt x="460207" y="124041"/>
                  <a:pt x="461057" y="120045"/>
                </a:cubicBezTo>
                <a:cubicBezTo>
                  <a:pt x="462364" y="113827"/>
                  <a:pt x="463018" y="101257"/>
                  <a:pt x="463018" y="82336"/>
                </a:cubicBezTo>
                <a:cubicBezTo>
                  <a:pt x="463018" y="71207"/>
                  <a:pt x="462397" y="63565"/>
                  <a:pt x="461155" y="59408"/>
                </a:cubicBezTo>
                <a:cubicBezTo>
                  <a:pt x="459912" y="55250"/>
                  <a:pt x="458081" y="52221"/>
                  <a:pt x="455662" y="50323"/>
                </a:cubicBezTo>
                <a:cubicBezTo>
                  <a:pt x="453962" y="48947"/>
                  <a:pt x="451738" y="48260"/>
                  <a:pt x="448992" y="48260"/>
                </a:cubicBezTo>
                <a:close/>
                <a:moveTo>
                  <a:pt x="544085" y="44140"/>
                </a:moveTo>
                <a:lnTo>
                  <a:pt x="544085" y="64935"/>
                </a:lnTo>
                <a:cubicBezTo>
                  <a:pt x="550166" y="55453"/>
                  <a:pt x="555496" y="49159"/>
                  <a:pt x="560073" y="46053"/>
                </a:cubicBezTo>
                <a:cubicBezTo>
                  <a:pt x="564651" y="42947"/>
                  <a:pt x="569065" y="41394"/>
                  <a:pt x="573315" y="41394"/>
                </a:cubicBezTo>
                <a:cubicBezTo>
                  <a:pt x="576977" y="41394"/>
                  <a:pt x="579903" y="42526"/>
                  <a:pt x="582094" y="44790"/>
                </a:cubicBezTo>
                <a:cubicBezTo>
                  <a:pt x="584285" y="47054"/>
                  <a:pt x="585380" y="50253"/>
                  <a:pt x="585380" y="54387"/>
                </a:cubicBezTo>
                <a:cubicBezTo>
                  <a:pt x="585380" y="58785"/>
                  <a:pt x="584317" y="62199"/>
                  <a:pt x="582192" y="64628"/>
                </a:cubicBezTo>
                <a:cubicBezTo>
                  <a:pt x="580067" y="67056"/>
                  <a:pt x="577500" y="68270"/>
                  <a:pt x="574492" y="68270"/>
                </a:cubicBezTo>
                <a:cubicBezTo>
                  <a:pt x="571026" y="68270"/>
                  <a:pt x="568018" y="67158"/>
                  <a:pt x="565468" y="64935"/>
                </a:cubicBezTo>
                <a:cubicBezTo>
                  <a:pt x="562918" y="62711"/>
                  <a:pt x="561414" y="61469"/>
                  <a:pt x="560956" y="61207"/>
                </a:cubicBezTo>
                <a:cubicBezTo>
                  <a:pt x="560302" y="60815"/>
                  <a:pt x="559550" y="60619"/>
                  <a:pt x="558700" y="60619"/>
                </a:cubicBezTo>
                <a:cubicBezTo>
                  <a:pt x="556804" y="60619"/>
                  <a:pt x="555005" y="61338"/>
                  <a:pt x="553305" y="62777"/>
                </a:cubicBezTo>
                <a:cubicBezTo>
                  <a:pt x="550624" y="65000"/>
                  <a:pt x="548597" y="68172"/>
                  <a:pt x="547224" y="72291"/>
                </a:cubicBezTo>
                <a:cubicBezTo>
                  <a:pt x="545131" y="78635"/>
                  <a:pt x="544085" y="85632"/>
                  <a:pt x="544085" y="93283"/>
                </a:cubicBezTo>
                <a:lnTo>
                  <a:pt x="544085" y="114372"/>
                </a:lnTo>
                <a:lnTo>
                  <a:pt x="544183" y="119865"/>
                </a:lnTo>
                <a:cubicBezTo>
                  <a:pt x="544183" y="123592"/>
                  <a:pt x="544412" y="125979"/>
                  <a:pt x="544869" y="127025"/>
                </a:cubicBezTo>
                <a:cubicBezTo>
                  <a:pt x="545654" y="128791"/>
                  <a:pt x="546815" y="130082"/>
                  <a:pt x="548352" y="130900"/>
                </a:cubicBezTo>
                <a:cubicBezTo>
                  <a:pt x="549888" y="131717"/>
                  <a:pt x="552488" y="132224"/>
                  <a:pt x="556150" y="132420"/>
                </a:cubicBezTo>
                <a:lnTo>
                  <a:pt x="556150" y="135951"/>
                </a:lnTo>
                <a:lnTo>
                  <a:pt x="506615" y="135951"/>
                </a:lnTo>
                <a:lnTo>
                  <a:pt x="506615" y="132420"/>
                </a:lnTo>
                <a:cubicBezTo>
                  <a:pt x="510604" y="132093"/>
                  <a:pt x="513301" y="130998"/>
                  <a:pt x="514707" y="129134"/>
                </a:cubicBezTo>
                <a:cubicBezTo>
                  <a:pt x="516113" y="127270"/>
                  <a:pt x="516816" y="122350"/>
                  <a:pt x="516816" y="114372"/>
                </a:cubicBezTo>
                <a:lnTo>
                  <a:pt x="516816" y="63562"/>
                </a:lnTo>
                <a:cubicBezTo>
                  <a:pt x="516816" y="58297"/>
                  <a:pt x="516554" y="54942"/>
                  <a:pt x="516031" y="53495"/>
                </a:cubicBezTo>
                <a:cubicBezTo>
                  <a:pt x="515377" y="51652"/>
                  <a:pt x="514429" y="50303"/>
                  <a:pt x="513187" y="49449"/>
                </a:cubicBezTo>
                <a:cubicBezTo>
                  <a:pt x="511944" y="48593"/>
                  <a:pt x="509754" y="48000"/>
                  <a:pt x="506615" y="47671"/>
                </a:cubicBezTo>
                <a:lnTo>
                  <a:pt x="506615" y="44140"/>
                </a:lnTo>
                <a:lnTo>
                  <a:pt x="544085" y="44140"/>
                </a:lnTo>
                <a:close/>
                <a:moveTo>
                  <a:pt x="633921" y="44140"/>
                </a:moveTo>
                <a:lnTo>
                  <a:pt x="633921" y="56303"/>
                </a:lnTo>
                <a:cubicBezTo>
                  <a:pt x="638956" y="50773"/>
                  <a:pt x="643615" y="46906"/>
                  <a:pt x="647899" y="44701"/>
                </a:cubicBezTo>
                <a:cubicBezTo>
                  <a:pt x="652182" y="42496"/>
                  <a:pt x="656874" y="41394"/>
                  <a:pt x="661974" y="41394"/>
                </a:cubicBezTo>
                <a:cubicBezTo>
                  <a:pt x="667860" y="41394"/>
                  <a:pt x="672797" y="42775"/>
                  <a:pt x="676786" y="45538"/>
                </a:cubicBezTo>
                <a:cubicBezTo>
                  <a:pt x="680775" y="48301"/>
                  <a:pt x="683848" y="52510"/>
                  <a:pt x="686006" y="58167"/>
                </a:cubicBezTo>
                <a:cubicBezTo>
                  <a:pt x="691238" y="52247"/>
                  <a:pt x="696256" y="47972"/>
                  <a:pt x="701063" y="45342"/>
                </a:cubicBezTo>
                <a:cubicBezTo>
                  <a:pt x="705869" y="42710"/>
                  <a:pt x="710888" y="41394"/>
                  <a:pt x="716119" y="41394"/>
                </a:cubicBezTo>
                <a:cubicBezTo>
                  <a:pt x="722462" y="41394"/>
                  <a:pt x="727514" y="42851"/>
                  <a:pt x="731274" y="45765"/>
                </a:cubicBezTo>
                <a:cubicBezTo>
                  <a:pt x="735034" y="48679"/>
                  <a:pt x="737650" y="52378"/>
                  <a:pt x="739121" y="56864"/>
                </a:cubicBezTo>
                <a:cubicBezTo>
                  <a:pt x="740593" y="61349"/>
                  <a:pt x="741328" y="68503"/>
                  <a:pt x="741328" y="78324"/>
                </a:cubicBezTo>
                <a:lnTo>
                  <a:pt x="741328" y="115941"/>
                </a:lnTo>
                <a:cubicBezTo>
                  <a:pt x="741328" y="123003"/>
                  <a:pt x="741966" y="127385"/>
                  <a:pt x="743241" y="129085"/>
                </a:cubicBezTo>
                <a:cubicBezTo>
                  <a:pt x="744516" y="130785"/>
                  <a:pt x="747181" y="131897"/>
                  <a:pt x="751235" y="132420"/>
                </a:cubicBezTo>
                <a:lnTo>
                  <a:pt x="751235" y="135951"/>
                </a:lnTo>
                <a:lnTo>
                  <a:pt x="703858" y="135951"/>
                </a:lnTo>
                <a:lnTo>
                  <a:pt x="703858" y="132420"/>
                </a:lnTo>
                <a:cubicBezTo>
                  <a:pt x="707586" y="132093"/>
                  <a:pt x="710332" y="130654"/>
                  <a:pt x="712098" y="128104"/>
                </a:cubicBezTo>
                <a:cubicBezTo>
                  <a:pt x="713275" y="126338"/>
                  <a:pt x="713863" y="122284"/>
                  <a:pt x="713863" y="115941"/>
                </a:cubicBezTo>
                <a:lnTo>
                  <a:pt x="713863" y="76509"/>
                </a:lnTo>
                <a:cubicBezTo>
                  <a:pt x="713863" y="68335"/>
                  <a:pt x="713536" y="63137"/>
                  <a:pt x="712882" y="60913"/>
                </a:cubicBezTo>
                <a:cubicBezTo>
                  <a:pt x="712229" y="58690"/>
                  <a:pt x="711199" y="57039"/>
                  <a:pt x="709793" y="55960"/>
                </a:cubicBezTo>
                <a:cubicBezTo>
                  <a:pt x="708387" y="54881"/>
                  <a:pt x="706736" y="54341"/>
                  <a:pt x="704839" y="54341"/>
                </a:cubicBezTo>
                <a:cubicBezTo>
                  <a:pt x="702027" y="54341"/>
                  <a:pt x="699183" y="55371"/>
                  <a:pt x="696305" y="57431"/>
                </a:cubicBezTo>
                <a:cubicBezTo>
                  <a:pt x="693428" y="59491"/>
                  <a:pt x="690518" y="62581"/>
                  <a:pt x="687576" y="66700"/>
                </a:cubicBezTo>
                <a:lnTo>
                  <a:pt x="687576" y="115941"/>
                </a:lnTo>
                <a:cubicBezTo>
                  <a:pt x="687576" y="122546"/>
                  <a:pt x="688131" y="126698"/>
                  <a:pt x="689243" y="128398"/>
                </a:cubicBezTo>
                <a:cubicBezTo>
                  <a:pt x="690747" y="130818"/>
                  <a:pt x="693624" y="132158"/>
                  <a:pt x="697875" y="132420"/>
                </a:cubicBezTo>
                <a:lnTo>
                  <a:pt x="697875" y="135951"/>
                </a:lnTo>
                <a:lnTo>
                  <a:pt x="650400" y="135951"/>
                </a:lnTo>
                <a:lnTo>
                  <a:pt x="650400" y="132420"/>
                </a:lnTo>
                <a:cubicBezTo>
                  <a:pt x="652950" y="132289"/>
                  <a:pt x="654961" y="131652"/>
                  <a:pt x="656432" y="130507"/>
                </a:cubicBezTo>
                <a:cubicBezTo>
                  <a:pt x="657904" y="129363"/>
                  <a:pt x="658885" y="127990"/>
                  <a:pt x="659375" y="126388"/>
                </a:cubicBezTo>
                <a:cubicBezTo>
                  <a:pt x="659865" y="124785"/>
                  <a:pt x="660111" y="121303"/>
                  <a:pt x="660111" y="115941"/>
                </a:cubicBezTo>
                <a:lnTo>
                  <a:pt x="660111" y="76448"/>
                </a:lnTo>
                <a:cubicBezTo>
                  <a:pt x="660111" y="68129"/>
                  <a:pt x="659784" y="62922"/>
                  <a:pt x="659130" y="60827"/>
                </a:cubicBezTo>
                <a:cubicBezTo>
                  <a:pt x="658476" y="58731"/>
                  <a:pt x="657381" y="57093"/>
                  <a:pt x="655844" y="55914"/>
                </a:cubicBezTo>
                <a:cubicBezTo>
                  <a:pt x="654307" y="54735"/>
                  <a:pt x="652656" y="54145"/>
                  <a:pt x="650890" y="54145"/>
                </a:cubicBezTo>
                <a:cubicBezTo>
                  <a:pt x="648275" y="54145"/>
                  <a:pt x="645888" y="54837"/>
                  <a:pt x="643730" y="56220"/>
                </a:cubicBezTo>
                <a:cubicBezTo>
                  <a:pt x="640656" y="58264"/>
                  <a:pt x="637387" y="61757"/>
                  <a:pt x="633921" y="66700"/>
                </a:cubicBezTo>
                <a:lnTo>
                  <a:pt x="633921" y="115941"/>
                </a:lnTo>
                <a:cubicBezTo>
                  <a:pt x="633921" y="122415"/>
                  <a:pt x="634559" y="126682"/>
                  <a:pt x="635834" y="128742"/>
                </a:cubicBezTo>
                <a:cubicBezTo>
                  <a:pt x="637109" y="130802"/>
                  <a:pt x="639774" y="132028"/>
                  <a:pt x="643828" y="132420"/>
                </a:cubicBezTo>
                <a:lnTo>
                  <a:pt x="643828" y="135951"/>
                </a:lnTo>
                <a:lnTo>
                  <a:pt x="596549" y="135951"/>
                </a:lnTo>
                <a:lnTo>
                  <a:pt x="596549" y="132420"/>
                </a:lnTo>
                <a:cubicBezTo>
                  <a:pt x="600407" y="132028"/>
                  <a:pt x="603154" y="130785"/>
                  <a:pt x="604789" y="128693"/>
                </a:cubicBezTo>
                <a:cubicBezTo>
                  <a:pt x="605900" y="127254"/>
                  <a:pt x="606456" y="123003"/>
                  <a:pt x="606456" y="115941"/>
                </a:cubicBezTo>
                <a:lnTo>
                  <a:pt x="606456" y="64150"/>
                </a:lnTo>
                <a:cubicBezTo>
                  <a:pt x="606456" y="57135"/>
                  <a:pt x="605818" y="52767"/>
                  <a:pt x="604543" y="51046"/>
                </a:cubicBezTo>
                <a:cubicBezTo>
                  <a:pt x="603268" y="49325"/>
                  <a:pt x="600603" y="48200"/>
                  <a:pt x="596549" y="47671"/>
                </a:cubicBezTo>
                <a:lnTo>
                  <a:pt x="596549" y="44140"/>
                </a:lnTo>
                <a:lnTo>
                  <a:pt x="633921" y="44140"/>
                </a:lnTo>
                <a:close/>
                <a:moveTo>
                  <a:pt x="851614" y="44140"/>
                </a:moveTo>
                <a:lnTo>
                  <a:pt x="851614" y="115941"/>
                </a:lnTo>
                <a:cubicBezTo>
                  <a:pt x="851614" y="122981"/>
                  <a:pt x="852268" y="127372"/>
                  <a:pt x="853576" y="129116"/>
                </a:cubicBezTo>
                <a:cubicBezTo>
                  <a:pt x="854884" y="130859"/>
                  <a:pt x="857532" y="131960"/>
                  <a:pt x="861521" y="132420"/>
                </a:cubicBezTo>
                <a:lnTo>
                  <a:pt x="861521" y="135951"/>
                </a:lnTo>
                <a:lnTo>
                  <a:pt x="824149" y="135951"/>
                </a:lnTo>
                <a:lnTo>
                  <a:pt x="824149" y="123690"/>
                </a:lnTo>
                <a:cubicBezTo>
                  <a:pt x="819768" y="128921"/>
                  <a:pt x="815387" y="132731"/>
                  <a:pt x="811005" y="135117"/>
                </a:cubicBezTo>
                <a:cubicBezTo>
                  <a:pt x="806624" y="137504"/>
                  <a:pt x="801720" y="138698"/>
                  <a:pt x="796292" y="138698"/>
                </a:cubicBezTo>
                <a:cubicBezTo>
                  <a:pt x="791126" y="138698"/>
                  <a:pt x="786532" y="137112"/>
                  <a:pt x="782510" y="133940"/>
                </a:cubicBezTo>
                <a:cubicBezTo>
                  <a:pt x="778489" y="130769"/>
                  <a:pt x="775791" y="127058"/>
                  <a:pt x="774418" y="122807"/>
                </a:cubicBezTo>
                <a:cubicBezTo>
                  <a:pt x="773045" y="118557"/>
                  <a:pt x="772358" y="111135"/>
                  <a:pt x="772358" y="100541"/>
                </a:cubicBezTo>
                <a:lnTo>
                  <a:pt x="772358" y="64150"/>
                </a:lnTo>
                <a:cubicBezTo>
                  <a:pt x="772358" y="57135"/>
                  <a:pt x="771721" y="52767"/>
                  <a:pt x="770446" y="51046"/>
                </a:cubicBezTo>
                <a:cubicBezTo>
                  <a:pt x="769170" y="49325"/>
                  <a:pt x="766506" y="48200"/>
                  <a:pt x="762451" y="47671"/>
                </a:cubicBezTo>
                <a:lnTo>
                  <a:pt x="762451" y="44140"/>
                </a:lnTo>
                <a:lnTo>
                  <a:pt x="799823" y="44140"/>
                </a:lnTo>
                <a:lnTo>
                  <a:pt x="799823" y="106895"/>
                </a:lnTo>
                <a:cubicBezTo>
                  <a:pt x="799823" y="113443"/>
                  <a:pt x="800134" y="117666"/>
                  <a:pt x="800755" y="119564"/>
                </a:cubicBezTo>
                <a:cubicBezTo>
                  <a:pt x="801376" y="121463"/>
                  <a:pt x="802357" y="122903"/>
                  <a:pt x="803698" y="123886"/>
                </a:cubicBezTo>
                <a:cubicBezTo>
                  <a:pt x="805038" y="124867"/>
                  <a:pt x="806591" y="125358"/>
                  <a:pt x="808357" y="125358"/>
                </a:cubicBezTo>
                <a:cubicBezTo>
                  <a:pt x="810711" y="125358"/>
                  <a:pt x="812836" y="124736"/>
                  <a:pt x="814733" y="123494"/>
                </a:cubicBezTo>
                <a:cubicBezTo>
                  <a:pt x="817348" y="121794"/>
                  <a:pt x="820487" y="118361"/>
                  <a:pt x="824149" y="113195"/>
                </a:cubicBezTo>
                <a:lnTo>
                  <a:pt x="824149" y="64150"/>
                </a:lnTo>
                <a:cubicBezTo>
                  <a:pt x="824149" y="57135"/>
                  <a:pt x="823512" y="52767"/>
                  <a:pt x="822236" y="51046"/>
                </a:cubicBezTo>
                <a:cubicBezTo>
                  <a:pt x="820961" y="49325"/>
                  <a:pt x="818297" y="48200"/>
                  <a:pt x="814242" y="47671"/>
                </a:cubicBezTo>
                <a:lnTo>
                  <a:pt x="814242" y="44140"/>
                </a:lnTo>
                <a:lnTo>
                  <a:pt x="851614" y="44140"/>
                </a:lnTo>
                <a:close/>
                <a:moveTo>
                  <a:pt x="910472" y="2943"/>
                </a:moveTo>
                <a:lnTo>
                  <a:pt x="910472" y="116922"/>
                </a:lnTo>
                <a:cubicBezTo>
                  <a:pt x="910472" y="123396"/>
                  <a:pt x="911224" y="127532"/>
                  <a:pt x="912728" y="129330"/>
                </a:cubicBezTo>
                <a:cubicBezTo>
                  <a:pt x="914232" y="131128"/>
                  <a:pt x="917175" y="132158"/>
                  <a:pt x="921556" y="132420"/>
                </a:cubicBezTo>
                <a:lnTo>
                  <a:pt x="921556" y="135951"/>
                </a:lnTo>
                <a:lnTo>
                  <a:pt x="872021" y="135951"/>
                </a:lnTo>
                <a:lnTo>
                  <a:pt x="872021" y="132420"/>
                </a:lnTo>
                <a:cubicBezTo>
                  <a:pt x="876076" y="132289"/>
                  <a:pt x="879084" y="131112"/>
                  <a:pt x="881046" y="128889"/>
                </a:cubicBezTo>
                <a:cubicBezTo>
                  <a:pt x="882353" y="127385"/>
                  <a:pt x="883007" y="123396"/>
                  <a:pt x="883007" y="116922"/>
                </a:cubicBezTo>
                <a:lnTo>
                  <a:pt x="883007" y="21972"/>
                </a:lnTo>
                <a:cubicBezTo>
                  <a:pt x="883007" y="15523"/>
                  <a:pt x="882255" y="11394"/>
                  <a:pt x="880751" y="9585"/>
                </a:cubicBezTo>
                <a:cubicBezTo>
                  <a:pt x="879247" y="7775"/>
                  <a:pt x="876337" y="6737"/>
                  <a:pt x="872021" y="6474"/>
                </a:cubicBezTo>
                <a:lnTo>
                  <a:pt x="872021" y="2943"/>
                </a:lnTo>
                <a:lnTo>
                  <a:pt x="910472" y="2943"/>
                </a:lnTo>
                <a:close/>
                <a:moveTo>
                  <a:pt x="980871" y="122415"/>
                </a:moveTo>
                <a:cubicBezTo>
                  <a:pt x="969689" y="132355"/>
                  <a:pt x="959651" y="137324"/>
                  <a:pt x="950758" y="137324"/>
                </a:cubicBezTo>
                <a:cubicBezTo>
                  <a:pt x="945527" y="137324"/>
                  <a:pt x="941178" y="135603"/>
                  <a:pt x="937712" y="132159"/>
                </a:cubicBezTo>
                <a:cubicBezTo>
                  <a:pt x="934246" y="128714"/>
                  <a:pt x="932513" y="124400"/>
                  <a:pt x="932513" y="119218"/>
                </a:cubicBezTo>
                <a:cubicBezTo>
                  <a:pt x="932513" y="112196"/>
                  <a:pt x="935521" y="105881"/>
                  <a:pt x="941538" y="100271"/>
                </a:cubicBezTo>
                <a:cubicBezTo>
                  <a:pt x="947554" y="94662"/>
                  <a:pt x="960665" y="87199"/>
                  <a:pt x="980871" y="77883"/>
                </a:cubicBezTo>
                <a:lnTo>
                  <a:pt x="980871" y="68662"/>
                </a:lnTo>
                <a:cubicBezTo>
                  <a:pt x="980871" y="61731"/>
                  <a:pt x="980495" y="57366"/>
                  <a:pt x="979743" y="55567"/>
                </a:cubicBezTo>
                <a:cubicBezTo>
                  <a:pt x="978991" y="53769"/>
                  <a:pt x="977569" y="52200"/>
                  <a:pt x="975476" y="50859"/>
                </a:cubicBezTo>
                <a:cubicBezTo>
                  <a:pt x="973384" y="49519"/>
                  <a:pt x="971030" y="48848"/>
                  <a:pt x="968414" y="48848"/>
                </a:cubicBezTo>
                <a:cubicBezTo>
                  <a:pt x="964163" y="48848"/>
                  <a:pt x="960665" y="49796"/>
                  <a:pt x="957918" y="51693"/>
                </a:cubicBezTo>
                <a:cubicBezTo>
                  <a:pt x="956218" y="52870"/>
                  <a:pt x="955368" y="54243"/>
                  <a:pt x="955368" y="55813"/>
                </a:cubicBezTo>
                <a:cubicBezTo>
                  <a:pt x="955368" y="57186"/>
                  <a:pt x="956284" y="58886"/>
                  <a:pt x="958115" y="60913"/>
                </a:cubicBezTo>
                <a:cubicBezTo>
                  <a:pt x="960600" y="63725"/>
                  <a:pt x="961842" y="66439"/>
                  <a:pt x="961842" y="69055"/>
                </a:cubicBezTo>
                <a:cubicBezTo>
                  <a:pt x="961842" y="72259"/>
                  <a:pt x="960649" y="74989"/>
                  <a:pt x="958262" y="77245"/>
                </a:cubicBezTo>
                <a:cubicBezTo>
                  <a:pt x="955875" y="79501"/>
                  <a:pt x="952752" y="80629"/>
                  <a:pt x="948894" y="80629"/>
                </a:cubicBezTo>
                <a:cubicBezTo>
                  <a:pt x="944775" y="80629"/>
                  <a:pt x="941325" y="79387"/>
                  <a:pt x="938546" y="76902"/>
                </a:cubicBezTo>
                <a:cubicBezTo>
                  <a:pt x="935767" y="74417"/>
                  <a:pt x="934377" y="71507"/>
                  <a:pt x="934377" y="68172"/>
                </a:cubicBezTo>
                <a:cubicBezTo>
                  <a:pt x="934377" y="63464"/>
                  <a:pt x="936241" y="58968"/>
                  <a:pt x="939968" y="54685"/>
                </a:cubicBezTo>
                <a:cubicBezTo>
                  <a:pt x="943696" y="50401"/>
                  <a:pt x="948894" y="47115"/>
                  <a:pt x="955564" y="44827"/>
                </a:cubicBezTo>
                <a:cubicBezTo>
                  <a:pt x="962234" y="42538"/>
                  <a:pt x="969166" y="41394"/>
                  <a:pt x="976359" y="41394"/>
                </a:cubicBezTo>
                <a:cubicBezTo>
                  <a:pt x="985056" y="41394"/>
                  <a:pt x="991939" y="43246"/>
                  <a:pt x="997007" y="46951"/>
                </a:cubicBezTo>
                <a:cubicBezTo>
                  <a:pt x="1002075" y="50654"/>
                  <a:pt x="1005361" y="54668"/>
                  <a:pt x="1006865" y="58994"/>
                </a:cubicBezTo>
                <a:cubicBezTo>
                  <a:pt x="1007780" y="61747"/>
                  <a:pt x="1008238" y="68072"/>
                  <a:pt x="1008238" y="77968"/>
                </a:cubicBezTo>
                <a:lnTo>
                  <a:pt x="1008238" y="113657"/>
                </a:lnTo>
                <a:cubicBezTo>
                  <a:pt x="1008238" y="117853"/>
                  <a:pt x="1008401" y="120492"/>
                  <a:pt x="1008728" y="121575"/>
                </a:cubicBezTo>
                <a:cubicBezTo>
                  <a:pt x="1009055" y="122656"/>
                  <a:pt x="1009546" y="123459"/>
                  <a:pt x="1010200" y="123984"/>
                </a:cubicBezTo>
                <a:cubicBezTo>
                  <a:pt x="1010854" y="124507"/>
                  <a:pt x="1011606" y="124769"/>
                  <a:pt x="1012456" y="124769"/>
                </a:cubicBezTo>
                <a:cubicBezTo>
                  <a:pt x="1014156" y="124769"/>
                  <a:pt x="1015889" y="123559"/>
                  <a:pt x="1017655" y="121140"/>
                </a:cubicBezTo>
                <a:lnTo>
                  <a:pt x="1020597" y="123494"/>
                </a:lnTo>
                <a:cubicBezTo>
                  <a:pt x="1017328" y="128333"/>
                  <a:pt x="1013944" y="131848"/>
                  <a:pt x="1010445" y="134038"/>
                </a:cubicBezTo>
                <a:cubicBezTo>
                  <a:pt x="1006947" y="136229"/>
                  <a:pt x="1002974" y="137324"/>
                  <a:pt x="998527" y="137324"/>
                </a:cubicBezTo>
                <a:cubicBezTo>
                  <a:pt x="993296" y="137324"/>
                  <a:pt x="989209" y="136090"/>
                  <a:pt x="986266" y="133622"/>
                </a:cubicBezTo>
                <a:cubicBezTo>
                  <a:pt x="983323" y="131153"/>
                  <a:pt x="981525" y="127417"/>
                  <a:pt x="980871" y="122415"/>
                </a:cubicBezTo>
                <a:moveTo>
                  <a:pt x="980871" y="115156"/>
                </a:moveTo>
                <a:lnTo>
                  <a:pt x="980871" y="84473"/>
                </a:lnTo>
                <a:cubicBezTo>
                  <a:pt x="972959" y="89138"/>
                  <a:pt x="967073" y="94133"/>
                  <a:pt x="963215" y="99456"/>
                </a:cubicBezTo>
                <a:cubicBezTo>
                  <a:pt x="960665" y="103004"/>
                  <a:pt x="959390" y="106585"/>
                  <a:pt x="959390" y="110200"/>
                </a:cubicBezTo>
                <a:cubicBezTo>
                  <a:pt x="959390" y="113222"/>
                  <a:pt x="960469" y="115884"/>
                  <a:pt x="962627" y="118185"/>
                </a:cubicBezTo>
                <a:cubicBezTo>
                  <a:pt x="964262" y="119959"/>
                  <a:pt x="966550" y="120845"/>
                  <a:pt x="969493" y="120845"/>
                </a:cubicBezTo>
                <a:cubicBezTo>
                  <a:pt x="972763" y="120845"/>
                  <a:pt x="976555" y="118949"/>
                  <a:pt x="980871" y="115156"/>
                </a:cubicBezTo>
                <a:close/>
                <a:moveTo>
                  <a:pt x="1067332" y="10397"/>
                </a:moveTo>
                <a:lnTo>
                  <a:pt x="1067332" y="44140"/>
                </a:lnTo>
                <a:lnTo>
                  <a:pt x="1089108" y="44140"/>
                </a:lnTo>
                <a:lnTo>
                  <a:pt x="1089108" y="53753"/>
                </a:lnTo>
                <a:lnTo>
                  <a:pt x="1067332" y="53753"/>
                </a:lnTo>
                <a:lnTo>
                  <a:pt x="1067332" y="110503"/>
                </a:lnTo>
                <a:cubicBezTo>
                  <a:pt x="1067332" y="115814"/>
                  <a:pt x="1067578" y="119240"/>
                  <a:pt x="1068068" y="120781"/>
                </a:cubicBezTo>
                <a:cubicBezTo>
                  <a:pt x="1068559" y="122322"/>
                  <a:pt x="1069425" y="123568"/>
                  <a:pt x="1070667" y="124521"/>
                </a:cubicBezTo>
                <a:cubicBezTo>
                  <a:pt x="1071910" y="125471"/>
                  <a:pt x="1073054" y="125946"/>
                  <a:pt x="1074101" y="125946"/>
                </a:cubicBezTo>
                <a:cubicBezTo>
                  <a:pt x="1078351" y="125946"/>
                  <a:pt x="1082373" y="122676"/>
                  <a:pt x="1086165" y="116137"/>
                </a:cubicBezTo>
                <a:lnTo>
                  <a:pt x="1089108" y="118317"/>
                </a:lnTo>
                <a:cubicBezTo>
                  <a:pt x="1083811" y="130988"/>
                  <a:pt x="1075212" y="137324"/>
                  <a:pt x="1063311" y="137324"/>
                </a:cubicBezTo>
                <a:cubicBezTo>
                  <a:pt x="1057491" y="137324"/>
                  <a:pt x="1052570" y="135701"/>
                  <a:pt x="1048548" y="132454"/>
                </a:cubicBezTo>
                <a:cubicBezTo>
                  <a:pt x="1044527" y="129205"/>
                  <a:pt x="1041960" y="125578"/>
                  <a:pt x="1040848" y="121575"/>
                </a:cubicBezTo>
                <a:cubicBezTo>
                  <a:pt x="1040195" y="119344"/>
                  <a:pt x="1039868" y="113306"/>
                  <a:pt x="1039868" y="103462"/>
                </a:cubicBezTo>
                <a:lnTo>
                  <a:pt x="1039868" y="53753"/>
                </a:lnTo>
                <a:lnTo>
                  <a:pt x="1027901" y="53753"/>
                </a:lnTo>
                <a:lnTo>
                  <a:pt x="1027901" y="50310"/>
                </a:lnTo>
                <a:cubicBezTo>
                  <a:pt x="1036140" y="44478"/>
                  <a:pt x="1043154" y="38351"/>
                  <a:pt x="1048941" y="31928"/>
                </a:cubicBezTo>
                <a:cubicBezTo>
                  <a:pt x="1054728" y="25505"/>
                  <a:pt x="1059780" y="18328"/>
                  <a:pt x="1064095" y="10397"/>
                </a:cubicBezTo>
                <a:lnTo>
                  <a:pt x="1067332" y="10397"/>
                </a:lnTo>
                <a:close/>
                <a:moveTo>
                  <a:pt x="1175161" y="86711"/>
                </a:moveTo>
                <a:lnTo>
                  <a:pt x="1124842" y="86711"/>
                </a:lnTo>
                <a:cubicBezTo>
                  <a:pt x="1125430" y="98906"/>
                  <a:pt x="1128667" y="108545"/>
                  <a:pt x="1134552" y="115625"/>
                </a:cubicBezTo>
                <a:cubicBezTo>
                  <a:pt x="1139064" y="121067"/>
                  <a:pt x="1144492" y="123788"/>
                  <a:pt x="1150835" y="123788"/>
                </a:cubicBezTo>
                <a:cubicBezTo>
                  <a:pt x="1154759" y="123788"/>
                  <a:pt x="1158323" y="122693"/>
                  <a:pt x="1161527" y="120502"/>
                </a:cubicBezTo>
                <a:cubicBezTo>
                  <a:pt x="1164731" y="118312"/>
                  <a:pt x="1168164" y="114372"/>
                  <a:pt x="1171826" y="108682"/>
                </a:cubicBezTo>
                <a:lnTo>
                  <a:pt x="1175161" y="110840"/>
                </a:lnTo>
                <a:cubicBezTo>
                  <a:pt x="1170191" y="120976"/>
                  <a:pt x="1164698" y="128153"/>
                  <a:pt x="1158682" y="132371"/>
                </a:cubicBezTo>
                <a:cubicBezTo>
                  <a:pt x="1152666" y="136589"/>
                  <a:pt x="1145702" y="138698"/>
                  <a:pt x="1137789" y="138698"/>
                </a:cubicBezTo>
                <a:cubicBezTo>
                  <a:pt x="1124188" y="138698"/>
                  <a:pt x="1113888" y="133461"/>
                  <a:pt x="1106891" y="122988"/>
                </a:cubicBezTo>
                <a:cubicBezTo>
                  <a:pt x="1101268" y="114544"/>
                  <a:pt x="1098456" y="104071"/>
                  <a:pt x="1098456" y="91569"/>
                </a:cubicBezTo>
                <a:cubicBezTo>
                  <a:pt x="1098456" y="76251"/>
                  <a:pt x="1102592" y="64059"/>
                  <a:pt x="1110864" y="54994"/>
                </a:cubicBezTo>
                <a:cubicBezTo>
                  <a:pt x="1119136" y="45927"/>
                  <a:pt x="1128831" y="41394"/>
                  <a:pt x="1139947" y="41394"/>
                </a:cubicBezTo>
                <a:cubicBezTo>
                  <a:pt x="1149233" y="41394"/>
                  <a:pt x="1157293" y="45203"/>
                  <a:pt x="1164126" y="52821"/>
                </a:cubicBezTo>
                <a:cubicBezTo>
                  <a:pt x="1170960" y="60439"/>
                  <a:pt x="1174638" y="71736"/>
                  <a:pt x="1175161" y="86711"/>
                </a:cubicBezTo>
                <a:moveTo>
                  <a:pt x="1151031" y="80237"/>
                </a:moveTo>
                <a:cubicBezTo>
                  <a:pt x="1151031" y="69708"/>
                  <a:pt x="1150459" y="62483"/>
                  <a:pt x="1149315" y="58559"/>
                </a:cubicBezTo>
                <a:cubicBezTo>
                  <a:pt x="1148170" y="54635"/>
                  <a:pt x="1146388" y="51660"/>
                  <a:pt x="1143969" y="49633"/>
                </a:cubicBezTo>
                <a:cubicBezTo>
                  <a:pt x="1142596" y="48456"/>
                  <a:pt x="1140765" y="47867"/>
                  <a:pt x="1138476" y="47867"/>
                </a:cubicBezTo>
                <a:cubicBezTo>
                  <a:pt x="1135076" y="47867"/>
                  <a:pt x="1132296" y="49535"/>
                  <a:pt x="1130138" y="52870"/>
                </a:cubicBezTo>
                <a:cubicBezTo>
                  <a:pt x="1126280" y="58690"/>
                  <a:pt x="1124351" y="66668"/>
                  <a:pt x="1124351" y="76804"/>
                </a:cubicBezTo>
                <a:lnTo>
                  <a:pt x="1124351" y="80237"/>
                </a:lnTo>
                <a:lnTo>
                  <a:pt x="1151031" y="80237"/>
                </a:lnTo>
                <a:close/>
                <a:moveTo>
                  <a:pt x="1274165" y="10397"/>
                </a:moveTo>
                <a:lnTo>
                  <a:pt x="1274165" y="44140"/>
                </a:lnTo>
                <a:lnTo>
                  <a:pt x="1295940" y="44140"/>
                </a:lnTo>
                <a:lnTo>
                  <a:pt x="1295940" y="53753"/>
                </a:lnTo>
                <a:lnTo>
                  <a:pt x="1274165" y="53753"/>
                </a:lnTo>
                <a:lnTo>
                  <a:pt x="1274165" y="110503"/>
                </a:lnTo>
                <a:cubicBezTo>
                  <a:pt x="1274165" y="115814"/>
                  <a:pt x="1274410" y="119240"/>
                  <a:pt x="1274900" y="120781"/>
                </a:cubicBezTo>
                <a:cubicBezTo>
                  <a:pt x="1275391" y="122322"/>
                  <a:pt x="1276257" y="123568"/>
                  <a:pt x="1277500" y="124521"/>
                </a:cubicBezTo>
                <a:cubicBezTo>
                  <a:pt x="1278742" y="125471"/>
                  <a:pt x="1279887" y="125946"/>
                  <a:pt x="1280933" y="125946"/>
                </a:cubicBezTo>
                <a:cubicBezTo>
                  <a:pt x="1285183" y="125946"/>
                  <a:pt x="1289205" y="122676"/>
                  <a:pt x="1292998" y="116137"/>
                </a:cubicBezTo>
                <a:lnTo>
                  <a:pt x="1295940" y="118317"/>
                </a:lnTo>
                <a:cubicBezTo>
                  <a:pt x="1290644" y="130988"/>
                  <a:pt x="1282044" y="137324"/>
                  <a:pt x="1270143" y="137324"/>
                </a:cubicBezTo>
                <a:cubicBezTo>
                  <a:pt x="1264323" y="137324"/>
                  <a:pt x="1259402" y="135701"/>
                  <a:pt x="1255381" y="132454"/>
                </a:cubicBezTo>
                <a:cubicBezTo>
                  <a:pt x="1251359" y="129205"/>
                  <a:pt x="1248792" y="125578"/>
                  <a:pt x="1247681" y="121575"/>
                </a:cubicBezTo>
                <a:cubicBezTo>
                  <a:pt x="1247027" y="119344"/>
                  <a:pt x="1246700" y="113306"/>
                  <a:pt x="1246700" y="103462"/>
                </a:cubicBezTo>
                <a:lnTo>
                  <a:pt x="1246700" y="53753"/>
                </a:lnTo>
                <a:lnTo>
                  <a:pt x="1234733" y="53753"/>
                </a:lnTo>
                <a:lnTo>
                  <a:pt x="1234733" y="50310"/>
                </a:lnTo>
                <a:cubicBezTo>
                  <a:pt x="1242972" y="44478"/>
                  <a:pt x="1249986" y="38351"/>
                  <a:pt x="1255773" y="31928"/>
                </a:cubicBezTo>
                <a:cubicBezTo>
                  <a:pt x="1261560" y="25505"/>
                  <a:pt x="1266612" y="18328"/>
                  <a:pt x="1270928" y="10397"/>
                </a:cubicBezTo>
                <a:lnTo>
                  <a:pt x="1274165" y="10397"/>
                </a:lnTo>
                <a:close/>
                <a:moveTo>
                  <a:pt x="1341777" y="2943"/>
                </a:moveTo>
                <a:lnTo>
                  <a:pt x="1341777" y="56009"/>
                </a:lnTo>
                <a:cubicBezTo>
                  <a:pt x="1346812" y="50675"/>
                  <a:pt x="1351423" y="46906"/>
                  <a:pt x="1355608" y="44701"/>
                </a:cubicBezTo>
                <a:cubicBezTo>
                  <a:pt x="1359793" y="42496"/>
                  <a:pt x="1364141" y="41394"/>
                  <a:pt x="1368653" y="41394"/>
                </a:cubicBezTo>
                <a:cubicBezTo>
                  <a:pt x="1374408" y="41394"/>
                  <a:pt x="1379329" y="43028"/>
                  <a:pt x="1383416" y="46298"/>
                </a:cubicBezTo>
                <a:cubicBezTo>
                  <a:pt x="1387503" y="49568"/>
                  <a:pt x="1390217" y="53409"/>
                  <a:pt x="1391557" y="57823"/>
                </a:cubicBezTo>
                <a:cubicBezTo>
                  <a:pt x="1392898" y="62237"/>
                  <a:pt x="1393568" y="69676"/>
                  <a:pt x="1393568" y="80139"/>
                </a:cubicBezTo>
                <a:lnTo>
                  <a:pt x="1393568" y="115941"/>
                </a:lnTo>
                <a:cubicBezTo>
                  <a:pt x="1393568" y="122981"/>
                  <a:pt x="1394222" y="127372"/>
                  <a:pt x="1395530" y="129116"/>
                </a:cubicBezTo>
                <a:cubicBezTo>
                  <a:pt x="1396838" y="130859"/>
                  <a:pt x="1399486" y="131960"/>
                  <a:pt x="1403475" y="132420"/>
                </a:cubicBezTo>
                <a:lnTo>
                  <a:pt x="1403475" y="135951"/>
                </a:lnTo>
                <a:lnTo>
                  <a:pt x="1356981" y="135951"/>
                </a:lnTo>
                <a:lnTo>
                  <a:pt x="1356981" y="132420"/>
                </a:lnTo>
                <a:cubicBezTo>
                  <a:pt x="1360251" y="131960"/>
                  <a:pt x="1362703" y="130644"/>
                  <a:pt x="1364338" y="128472"/>
                </a:cubicBezTo>
                <a:cubicBezTo>
                  <a:pt x="1365515" y="126761"/>
                  <a:pt x="1366103" y="122585"/>
                  <a:pt x="1366103" y="115941"/>
                </a:cubicBezTo>
                <a:lnTo>
                  <a:pt x="1366103" y="75102"/>
                </a:lnTo>
                <a:cubicBezTo>
                  <a:pt x="1366103" y="67529"/>
                  <a:pt x="1365809" y="62780"/>
                  <a:pt x="1365220" y="60855"/>
                </a:cubicBezTo>
                <a:cubicBezTo>
                  <a:pt x="1364632" y="58928"/>
                  <a:pt x="1363635" y="57426"/>
                  <a:pt x="1362229" y="56349"/>
                </a:cubicBezTo>
                <a:cubicBezTo>
                  <a:pt x="1360823" y="55272"/>
                  <a:pt x="1359237" y="54734"/>
                  <a:pt x="1357471" y="54734"/>
                </a:cubicBezTo>
                <a:cubicBezTo>
                  <a:pt x="1354856" y="54734"/>
                  <a:pt x="1352305" y="55633"/>
                  <a:pt x="1349820" y="57431"/>
                </a:cubicBezTo>
                <a:cubicBezTo>
                  <a:pt x="1347335" y="59229"/>
                  <a:pt x="1344654" y="62385"/>
                  <a:pt x="1341777" y="66897"/>
                </a:cubicBezTo>
                <a:lnTo>
                  <a:pt x="1341777" y="115941"/>
                </a:lnTo>
                <a:cubicBezTo>
                  <a:pt x="1341777" y="122519"/>
                  <a:pt x="1342268" y="126631"/>
                  <a:pt x="1343248" y="128276"/>
                </a:cubicBezTo>
                <a:cubicBezTo>
                  <a:pt x="1344491" y="130511"/>
                  <a:pt x="1347041" y="131893"/>
                  <a:pt x="1350899" y="132420"/>
                </a:cubicBezTo>
                <a:lnTo>
                  <a:pt x="1350899" y="135951"/>
                </a:lnTo>
                <a:lnTo>
                  <a:pt x="1304405" y="135951"/>
                </a:lnTo>
                <a:lnTo>
                  <a:pt x="1304405" y="132420"/>
                </a:lnTo>
                <a:cubicBezTo>
                  <a:pt x="1308263" y="132026"/>
                  <a:pt x="1311010" y="130776"/>
                  <a:pt x="1312645" y="128671"/>
                </a:cubicBezTo>
                <a:cubicBezTo>
                  <a:pt x="1313756" y="127224"/>
                  <a:pt x="1314312" y="122981"/>
                  <a:pt x="1314312" y="115941"/>
                </a:cubicBezTo>
                <a:lnTo>
                  <a:pt x="1314312" y="22953"/>
                </a:lnTo>
                <a:cubicBezTo>
                  <a:pt x="1314312" y="15937"/>
                  <a:pt x="1313675" y="11569"/>
                  <a:pt x="1312399" y="9849"/>
                </a:cubicBezTo>
                <a:cubicBezTo>
                  <a:pt x="1311124" y="8128"/>
                  <a:pt x="1308460" y="7003"/>
                  <a:pt x="1304405" y="6474"/>
                </a:cubicBezTo>
                <a:lnTo>
                  <a:pt x="1304405" y="2943"/>
                </a:lnTo>
                <a:lnTo>
                  <a:pt x="1341777" y="2943"/>
                </a:lnTo>
                <a:close/>
                <a:moveTo>
                  <a:pt x="1493525" y="86711"/>
                </a:moveTo>
                <a:lnTo>
                  <a:pt x="1443206" y="86711"/>
                </a:lnTo>
                <a:cubicBezTo>
                  <a:pt x="1443794" y="98906"/>
                  <a:pt x="1447031" y="108545"/>
                  <a:pt x="1452917" y="115625"/>
                </a:cubicBezTo>
                <a:cubicBezTo>
                  <a:pt x="1457429" y="121067"/>
                  <a:pt x="1462856" y="123788"/>
                  <a:pt x="1469199" y="123788"/>
                </a:cubicBezTo>
                <a:cubicBezTo>
                  <a:pt x="1473123" y="123788"/>
                  <a:pt x="1476687" y="122693"/>
                  <a:pt x="1479891" y="120502"/>
                </a:cubicBezTo>
                <a:cubicBezTo>
                  <a:pt x="1483095" y="118312"/>
                  <a:pt x="1486528" y="114372"/>
                  <a:pt x="1490190" y="108682"/>
                </a:cubicBezTo>
                <a:lnTo>
                  <a:pt x="1493525" y="110840"/>
                </a:lnTo>
                <a:cubicBezTo>
                  <a:pt x="1488556" y="120976"/>
                  <a:pt x="1483063" y="128153"/>
                  <a:pt x="1477047" y="132371"/>
                </a:cubicBezTo>
                <a:cubicBezTo>
                  <a:pt x="1471030" y="136589"/>
                  <a:pt x="1464066" y="138698"/>
                  <a:pt x="1456154" y="138698"/>
                </a:cubicBezTo>
                <a:cubicBezTo>
                  <a:pt x="1442552" y="138698"/>
                  <a:pt x="1432253" y="133461"/>
                  <a:pt x="1425256" y="122988"/>
                </a:cubicBezTo>
                <a:cubicBezTo>
                  <a:pt x="1419632" y="114544"/>
                  <a:pt x="1416820" y="104071"/>
                  <a:pt x="1416820" y="91569"/>
                </a:cubicBezTo>
                <a:cubicBezTo>
                  <a:pt x="1416820" y="76251"/>
                  <a:pt x="1420956" y="64059"/>
                  <a:pt x="1429228" y="54994"/>
                </a:cubicBezTo>
                <a:cubicBezTo>
                  <a:pt x="1437500" y="45927"/>
                  <a:pt x="1447195" y="41394"/>
                  <a:pt x="1458312" y="41394"/>
                </a:cubicBezTo>
                <a:cubicBezTo>
                  <a:pt x="1467597" y="41394"/>
                  <a:pt x="1475657" y="45203"/>
                  <a:pt x="1482490" y="52821"/>
                </a:cubicBezTo>
                <a:cubicBezTo>
                  <a:pt x="1489324" y="60439"/>
                  <a:pt x="1493002" y="71736"/>
                  <a:pt x="1493525" y="86711"/>
                </a:cubicBezTo>
                <a:moveTo>
                  <a:pt x="1469396" y="80237"/>
                </a:moveTo>
                <a:cubicBezTo>
                  <a:pt x="1469396" y="69708"/>
                  <a:pt x="1468823" y="62483"/>
                  <a:pt x="1467679" y="58559"/>
                </a:cubicBezTo>
                <a:cubicBezTo>
                  <a:pt x="1466535" y="54635"/>
                  <a:pt x="1464753" y="51660"/>
                  <a:pt x="1462333" y="49633"/>
                </a:cubicBezTo>
                <a:cubicBezTo>
                  <a:pt x="1460960" y="48456"/>
                  <a:pt x="1459129" y="47867"/>
                  <a:pt x="1456840" y="47867"/>
                </a:cubicBezTo>
                <a:cubicBezTo>
                  <a:pt x="1453440" y="47867"/>
                  <a:pt x="1450661" y="49535"/>
                  <a:pt x="1448503" y="52870"/>
                </a:cubicBezTo>
                <a:cubicBezTo>
                  <a:pt x="1444645" y="58690"/>
                  <a:pt x="1442715" y="66668"/>
                  <a:pt x="1442715" y="76804"/>
                </a:cubicBezTo>
                <a:lnTo>
                  <a:pt x="1442715" y="80237"/>
                </a:lnTo>
                <a:lnTo>
                  <a:pt x="1469396" y="802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analysisobjective">
            <a:extLst xmlns:a="http://schemas.openxmlformats.org/drawingml/2006/main">
              <a:ext uri="{FF2B5EF4-FFF2-40B4-BE49-F238E27FC236}">
                <a16:creationId xmlns:a16="http://schemas.microsoft.com/office/drawing/2014/main" id="{4B2428D9-E6D2-401C-BE6E-968045E1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77" y="3715208"/>
            <a:ext cx="1490693" cy="179306"/>
          </a:xfrm>
          <a:custGeom xmlns:a="http://schemas.openxmlformats.org/drawingml/2006/main">
            <a:pathLst>
              <a:path w="1490693" h="179306">
                <a:moveTo>
                  <a:pt x="48358" y="122415"/>
                </a:moveTo>
                <a:cubicBezTo>
                  <a:pt x="37176" y="132355"/>
                  <a:pt x="27138" y="137324"/>
                  <a:pt x="18245" y="137324"/>
                </a:cubicBezTo>
                <a:cubicBezTo>
                  <a:pt x="13013" y="137324"/>
                  <a:pt x="8665" y="135603"/>
                  <a:pt x="5199" y="132159"/>
                </a:cubicBezTo>
                <a:cubicBezTo>
                  <a:pt x="1733" y="128714"/>
                  <a:pt x="0" y="124400"/>
                  <a:pt x="0" y="119218"/>
                </a:cubicBezTo>
                <a:cubicBezTo>
                  <a:pt x="0" y="112196"/>
                  <a:pt x="3008" y="105881"/>
                  <a:pt x="9024" y="100271"/>
                </a:cubicBezTo>
                <a:cubicBezTo>
                  <a:pt x="15040" y="94662"/>
                  <a:pt x="28152" y="87199"/>
                  <a:pt x="48358" y="77883"/>
                </a:cubicBezTo>
                <a:lnTo>
                  <a:pt x="48358" y="68662"/>
                </a:lnTo>
                <a:cubicBezTo>
                  <a:pt x="48358" y="61731"/>
                  <a:pt x="47982" y="57366"/>
                  <a:pt x="47230" y="55567"/>
                </a:cubicBezTo>
                <a:cubicBezTo>
                  <a:pt x="46478" y="53769"/>
                  <a:pt x="45055" y="52200"/>
                  <a:pt x="42963" y="50859"/>
                </a:cubicBezTo>
                <a:cubicBezTo>
                  <a:pt x="40870" y="49519"/>
                  <a:pt x="38516" y="48848"/>
                  <a:pt x="35901" y="48848"/>
                </a:cubicBezTo>
                <a:cubicBezTo>
                  <a:pt x="31650" y="48848"/>
                  <a:pt x="28152" y="49796"/>
                  <a:pt x="25405" y="51693"/>
                </a:cubicBezTo>
                <a:cubicBezTo>
                  <a:pt x="23705" y="52870"/>
                  <a:pt x="22855" y="54243"/>
                  <a:pt x="22855" y="55813"/>
                </a:cubicBezTo>
                <a:cubicBezTo>
                  <a:pt x="22855" y="57186"/>
                  <a:pt x="23770" y="58886"/>
                  <a:pt x="25601" y="60913"/>
                </a:cubicBezTo>
                <a:cubicBezTo>
                  <a:pt x="28086" y="63725"/>
                  <a:pt x="29329" y="66439"/>
                  <a:pt x="29329" y="69055"/>
                </a:cubicBezTo>
                <a:cubicBezTo>
                  <a:pt x="29329" y="72259"/>
                  <a:pt x="28135" y="74989"/>
                  <a:pt x="25748" y="77245"/>
                </a:cubicBezTo>
                <a:cubicBezTo>
                  <a:pt x="23362" y="79501"/>
                  <a:pt x="20239" y="80629"/>
                  <a:pt x="16381" y="80629"/>
                </a:cubicBezTo>
                <a:cubicBezTo>
                  <a:pt x="12261" y="80629"/>
                  <a:pt x="8812" y="79387"/>
                  <a:pt x="6032" y="76902"/>
                </a:cubicBezTo>
                <a:cubicBezTo>
                  <a:pt x="3253" y="74417"/>
                  <a:pt x="1864" y="71507"/>
                  <a:pt x="1864" y="68172"/>
                </a:cubicBezTo>
                <a:cubicBezTo>
                  <a:pt x="1864" y="63464"/>
                  <a:pt x="3727" y="58968"/>
                  <a:pt x="7455" y="54685"/>
                </a:cubicBezTo>
                <a:cubicBezTo>
                  <a:pt x="11182" y="50401"/>
                  <a:pt x="16381" y="47115"/>
                  <a:pt x="23051" y="44827"/>
                </a:cubicBezTo>
                <a:cubicBezTo>
                  <a:pt x="29721" y="42538"/>
                  <a:pt x="36653" y="41394"/>
                  <a:pt x="43846" y="41394"/>
                </a:cubicBezTo>
                <a:cubicBezTo>
                  <a:pt x="52543" y="41394"/>
                  <a:pt x="59426" y="43246"/>
                  <a:pt x="64493" y="46951"/>
                </a:cubicBezTo>
                <a:cubicBezTo>
                  <a:pt x="69561" y="50654"/>
                  <a:pt x="72847" y="54668"/>
                  <a:pt x="74351" y="58994"/>
                </a:cubicBezTo>
                <a:cubicBezTo>
                  <a:pt x="75267" y="61747"/>
                  <a:pt x="75725" y="68072"/>
                  <a:pt x="75725" y="77968"/>
                </a:cubicBezTo>
                <a:lnTo>
                  <a:pt x="75725" y="113657"/>
                </a:lnTo>
                <a:cubicBezTo>
                  <a:pt x="75725" y="117853"/>
                  <a:pt x="75888" y="120492"/>
                  <a:pt x="76215" y="121575"/>
                </a:cubicBezTo>
                <a:cubicBezTo>
                  <a:pt x="76542" y="122656"/>
                  <a:pt x="77032" y="123459"/>
                  <a:pt x="77686" y="123984"/>
                </a:cubicBezTo>
                <a:cubicBezTo>
                  <a:pt x="78340" y="124507"/>
                  <a:pt x="79092" y="124769"/>
                  <a:pt x="79942" y="124769"/>
                </a:cubicBezTo>
                <a:cubicBezTo>
                  <a:pt x="81643" y="124769"/>
                  <a:pt x="83376" y="123559"/>
                  <a:pt x="85141" y="121140"/>
                </a:cubicBezTo>
                <a:lnTo>
                  <a:pt x="88084" y="123494"/>
                </a:lnTo>
                <a:cubicBezTo>
                  <a:pt x="84814" y="128333"/>
                  <a:pt x="81430" y="131848"/>
                  <a:pt x="77932" y="134038"/>
                </a:cubicBezTo>
                <a:cubicBezTo>
                  <a:pt x="74433" y="136229"/>
                  <a:pt x="70461" y="137324"/>
                  <a:pt x="66014" y="137324"/>
                </a:cubicBezTo>
                <a:cubicBezTo>
                  <a:pt x="60782" y="137324"/>
                  <a:pt x="56695" y="136090"/>
                  <a:pt x="53753" y="133622"/>
                </a:cubicBezTo>
                <a:cubicBezTo>
                  <a:pt x="50810" y="131153"/>
                  <a:pt x="49012" y="127417"/>
                  <a:pt x="48358" y="122415"/>
                </a:cubicBezTo>
                <a:moveTo>
                  <a:pt x="48358" y="115156"/>
                </a:moveTo>
                <a:lnTo>
                  <a:pt x="48358" y="84473"/>
                </a:lnTo>
                <a:cubicBezTo>
                  <a:pt x="40445" y="89138"/>
                  <a:pt x="34560" y="94133"/>
                  <a:pt x="30702" y="99456"/>
                </a:cubicBezTo>
                <a:cubicBezTo>
                  <a:pt x="28152" y="103004"/>
                  <a:pt x="26876" y="106585"/>
                  <a:pt x="26876" y="110200"/>
                </a:cubicBezTo>
                <a:cubicBezTo>
                  <a:pt x="26876" y="113222"/>
                  <a:pt x="27955" y="115884"/>
                  <a:pt x="30113" y="118185"/>
                </a:cubicBezTo>
                <a:cubicBezTo>
                  <a:pt x="31748" y="119959"/>
                  <a:pt x="34037" y="120845"/>
                  <a:pt x="36980" y="120845"/>
                </a:cubicBezTo>
                <a:cubicBezTo>
                  <a:pt x="40249" y="120845"/>
                  <a:pt x="44042" y="118949"/>
                  <a:pt x="48358" y="115156"/>
                </a:cubicBezTo>
                <a:close/>
                <a:moveTo>
                  <a:pt x="135918" y="44140"/>
                </a:moveTo>
                <a:lnTo>
                  <a:pt x="135918" y="56107"/>
                </a:lnTo>
                <a:cubicBezTo>
                  <a:pt x="140626" y="50971"/>
                  <a:pt x="145138" y="47236"/>
                  <a:pt x="149454" y="44900"/>
                </a:cubicBezTo>
                <a:cubicBezTo>
                  <a:pt x="153770" y="42562"/>
                  <a:pt x="158413" y="41394"/>
                  <a:pt x="163383" y="41394"/>
                </a:cubicBezTo>
                <a:cubicBezTo>
                  <a:pt x="169334" y="41394"/>
                  <a:pt x="174271" y="43047"/>
                  <a:pt x="178194" y="46353"/>
                </a:cubicBezTo>
                <a:cubicBezTo>
                  <a:pt x="182118" y="49660"/>
                  <a:pt x="184734" y="53768"/>
                  <a:pt x="186041" y="58679"/>
                </a:cubicBezTo>
                <a:cubicBezTo>
                  <a:pt x="187088" y="62412"/>
                  <a:pt x="187611" y="69583"/>
                  <a:pt x="187611" y="80191"/>
                </a:cubicBezTo>
                <a:lnTo>
                  <a:pt x="187611" y="115941"/>
                </a:lnTo>
                <a:cubicBezTo>
                  <a:pt x="187611" y="123003"/>
                  <a:pt x="188248" y="127401"/>
                  <a:pt x="189524" y="129134"/>
                </a:cubicBezTo>
                <a:cubicBezTo>
                  <a:pt x="190799" y="130867"/>
                  <a:pt x="193464" y="131962"/>
                  <a:pt x="197518" y="132420"/>
                </a:cubicBezTo>
                <a:lnTo>
                  <a:pt x="197518" y="135951"/>
                </a:lnTo>
                <a:lnTo>
                  <a:pt x="151122" y="135951"/>
                </a:lnTo>
                <a:lnTo>
                  <a:pt x="151122" y="132420"/>
                </a:lnTo>
                <a:cubicBezTo>
                  <a:pt x="154588" y="131962"/>
                  <a:pt x="157073" y="130524"/>
                  <a:pt x="158577" y="128104"/>
                </a:cubicBezTo>
                <a:cubicBezTo>
                  <a:pt x="159623" y="126469"/>
                  <a:pt x="160146" y="122415"/>
                  <a:pt x="160146" y="115941"/>
                </a:cubicBezTo>
                <a:lnTo>
                  <a:pt x="160146" y="75136"/>
                </a:lnTo>
                <a:cubicBezTo>
                  <a:pt x="160146" y="67616"/>
                  <a:pt x="159852" y="62875"/>
                  <a:pt x="159263" y="60913"/>
                </a:cubicBezTo>
                <a:cubicBezTo>
                  <a:pt x="158675" y="58951"/>
                  <a:pt x="157677" y="57431"/>
                  <a:pt x="156272" y="56352"/>
                </a:cubicBezTo>
                <a:cubicBezTo>
                  <a:pt x="154866" y="55273"/>
                  <a:pt x="153312" y="54734"/>
                  <a:pt x="151612" y="54734"/>
                </a:cubicBezTo>
                <a:cubicBezTo>
                  <a:pt x="145989" y="54734"/>
                  <a:pt x="140757" y="58788"/>
                  <a:pt x="135918" y="66897"/>
                </a:cubicBezTo>
                <a:lnTo>
                  <a:pt x="135918" y="115941"/>
                </a:lnTo>
                <a:cubicBezTo>
                  <a:pt x="135918" y="122807"/>
                  <a:pt x="136556" y="127156"/>
                  <a:pt x="137831" y="128987"/>
                </a:cubicBezTo>
                <a:cubicBezTo>
                  <a:pt x="139106" y="130818"/>
                  <a:pt x="141476" y="131962"/>
                  <a:pt x="144942" y="132420"/>
                </a:cubicBezTo>
                <a:lnTo>
                  <a:pt x="144942" y="135951"/>
                </a:lnTo>
                <a:lnTo>
                  <a:pt x="98546" y="135951"/>
                </a:lnTo>
                <a:lnTo>
                  <a:pt x="98546" y="132420"/>
                </a:lnTo>
                <a:cubicBezTo>
                  <a:pt x="102404" y="132028"/>
                  <a:pt x="105151" y="130785"/>
                  <a:pt x="106786" y="128693"/>
                </a:cubicBezTo>
                <a:cubicBezTo>
                  <a:pt x="107897" y="127254"/>
                  <a:pt x="108453" y="123003"/>
                  <a:pt x="108453" y="115941"/>
                </a:cubicBezTo>
                <a:lnTo>
                  <a:pt x="108453" y="64150"/>
                </a:lnTo>
                <a:cubicBezTo>
                  <a:pt x="108453" y="57135"/>
                  <a:pt x="107816" y="52767"/>
                  <a:pt x="106540" y="51046"/>
                </a:cubicBezTo>
                <a:cubicBezTo>
                  <a:pt x="105265" y="49325"/>
                  <a:pt x="102601" y="48200"/>
                  <a:pt x="98546" y="47671"/>
                </a:cubicBezTo>
                <a:lnTo>
                  <a:pt x="98546" y="44140"/>
                </a:lnTo>
                <a:lnTo>
                  <a:pt x="135918" y="44140"/>
                </a:lnTo>
                <a:close/>
                <a:moveTo>
                  <a:pt x="260614" y="122415"/>
                </a:moveTo>
                <a:cubicBezTo>
                  <a:pt x="249432" y="132355"/>
                  <a:pt x="239394" y="137324"/>
                  <a:pt x="230501" y="137324"/>
                </a:cubicBezTo>
                <a:cubicBezTo>
                  <a:pt x="225269" y="137324"/>
                  <a:pt x="220921" y="135603"/>
                  <a:pt x="217455" y="132159"/>
                </a:cubicBezTo>
                <a:cubicBezTo>
                  <a:pt x="213989" y="128714"/>
                  <a:pt x="212256" y="124400"/>
                  <a:pt x="212256" y="119218"/>
                </a:cubicBezTo>
                <a:cubicBezTo>
                  <a:pt x="212256" y="112196"/>
                  <a:pt x="215264" y="105881"/>
                  <a:pt x="221280" y="100271"/>
                </a:cubicBezTo>
                <a:cubicBezTo>
                  <a:pt x="227296" y="94662"/>
                  <a:pt x="240408" y="87199"/>
                  <a:pt x="260614" y="77883"/>
                </a:cubicBezTo>
                <a:lnTo>
                  <a:pt x="260614" y="68662"/>
                </a:lnTo>
                <a:cubicBezTo>
                  <a:pt x="260614" y="61731"/>
                  <a:pt x="260238" y="57366"/>
                  <a:pt x="259486" y="55567"/>
                </a:cubicBezTo>
                <a:cubicBezTo>
                  <a:pt x="258734" y="53769"/>
                  <a:pt x="257312" y="52200"/>
                  <a:pt x="255219" y="50859"/>
                </a:cubicBezTo>
                <a:cubicBezTo>
                  <a:pt x="253127" y="49519"/>
                  <a:pt x="250772" y="48848"/>
                  <a:pt x="248157" y="48848"/>
                </a:cubicBezTo>
                <a:cubicBezTo>
                  <a:pt x="243906" y="48848"/>
                  <a:pt x="240408" y="49796"/>
                  <a:pt x="237661" y="51693"/>
                </a:cubicBezTo>
                <a:cubicBezTo>
                  <a:pt x="235961" y="52870"/>
                  <a:pt x="235111" y="54243"/>
                  <a:pt x="235111" y="55813"/>
                </a:cubicBezTo>
                <a:cubicBezTo>
                  <a:pt x="235111" y="57186"/>
                  <a:pt x="236026" y="58886"/>
                  <a:pt x="237857" y="60913"/>
                </a:cubicBezTo>
                <a:cubicBezTo>
                  <a:pt x="240342" y="63725"/>
                  <a:pt x="241585" y="66439"/>
                  <a:pt x="241585" y="69055"/>
                </a:cubicBezTo>
                <a:cubicBezTo>
                  <a:pt x="241585" y="72259"/>
                  <a:pt x="240391" y="74989"/>
                  <a:pt x="238005" y="77245"/>
                </a:cubicBezTo>
                <a:cubicBezTo>
                  <a:pt x="235618" y="79501"/>
                  <a:pt x="232495" y="80629"/>
                  <a:pt x="228637" y="80629"/>
                </a:cubicBezTo>
                <a:cubicBezTo>
                  <a:pt x="224517" y="80629"/>
                  <a:pt x="221068" y="79387"/>
                  <a:pt x="218289" y="76902"/>
                </a:cubicBezTo>
                <a:cubicBezTo>
                  <a:pt x="215509" y="74417"/>
                  <a:pt x="214120" y="71507"/>
                  <a:pt x="214120" y="68172"/>
                </a:cubicBezTo>
                <a:cubicBezTo>
                  <a:pt x="214120" y="63464"/>
                  <a:pt x="215984" y="58968"/>
                  <a:pt x="219711" y="54685"/>
                </a:cubicBezTo>
                <a:cubicBezTo>
                  <a:pt x="223438" y="50401"/>
                  <a:pt x="228637" y="47115"/>
                  <a:pt x="235307" y="44827"/>
                </a:cubicBezTo>
                <a:cubicBezTo>
                  <a:pt x="241977" y="42538"/>
                  <a:pt x="248909" y="41394"/>
                  <a:pt x="256102" y="41394"/>
                </a:cubicBezTo>
                <a:cubicBezTo>
                  <a:pt x="264799" y="41394"/>
                  <a:pt x="271682" y="43246"/>
                  <a:pt x="276750" y="46951"/>
                </a:cubicBezTo>
                <a:cubicBezTo>
                  <a:pt x="281818" y="50654"/>
                  <a:pt x="285104" y="54668"/>
                  <a:pt x="286608" y="58994"/>
                </a:cubicBezTo>
                <a:cubicBezTo>
                  <a:pt x="287523" y="61747"/>
                  <a:pt x="287981" y="68072"/>
                  <a:pt x="287981" y="77968"/>
                </a:cubicBezTo>
                <a:lnTo>
                  <a:pt x="287981" y="113657"/>
                </a:lnTo>
                <a:cubicBezTo>
                  <a:pt x="287981" y="117853"/>
                  <a:pt x="288144" y="120492"/>
                  <a:pt x="288471" y="121575"/>
                </a:cubicBezTo>
                <a:cubicBezTo>
                  <a:pt x="288798" y="122656"/>
                  <a:pt x="289289" y="123459"/>
                  <a:pt x="289943" y="123984"/>
                </a:cubicBezTo>
                <a:cubicBezTo>
                  <a:pt x="290597" y="124507"/>
                  <a:pt x="291349" y="124769"/>
                  <a:pt x="292199" y="124769"/>
                </a:cubicBezTo>
                <a:cubicBezTo>
                  <a:pt x="293899" y="124769"/>
                  <a:pt x="295632" y="123559"/>
                  <a:pt x="297397" y="121140"/>
                </a:cubicBezTo>
                <a:lnTo>
                  <a:pt x="300340" y="123494"/>
                </a:lnTo>
                <a:cubicBezTo>
                  <a:pt x="297070" y="128333"/>
                  <a:pt x="293686" y="131848"/>
                  <a:pt x="290188" y="134038"/>
                </a:cubicBezTo>
                <a:cubicBezTo>
                  <a:pt x="286689" y="136229"/>
                  <a:pt x="282717" y="137324"/>
                  <a:pt x="278270" y="137324"/>
                </a:cubicBezTo>
                <a:cubicBezTo>
                  <a:pt x="273039" y="137324"/>
                  <a:pt x="268952" y="136090"/>
                  <a:pt x="266009" y="133622"/>
                </a:cubicBezTo>
                <a:cubicBezTo>
                  <a:pt x="263066" y="131153"/>
                  <a:pt x="261268" y="127417"/>
                  <a:pt x="260614" y="122415"/>
                </a:cubicBezTo>
                <a:moveTo>
                  <a:pt x="260614" y="115156"/>
                </a:moveTo>
                <a:lnTo>
                  <a:pt x="260614" y="84473"/>
                </a:lnTo>
                <a:cubicBezTo>
                  <a:pt x="252702" y="89138"/>
                  <a:pt x="246816" y="94133"/>
                  <a:pt x="242958" y="99456"/>
                </a:cubicBezTo>
                <a:cubicBezTo>
                  <a:pt x="240408" y="103004"/>
                  <a:pt x="239133" y="106585"/>
                  <a:pt x="239133" y="110200"/>
                </a:cubicBezTo>
                <a:cubicBezTo>
                  <a:pt x="239133" y="113222"/>
                  <a:pt x="240212" y="115884"/>
                  <a:pt x="242369" y="118185"/>
                </a:cubicBezTo>
                <a:cubicBezTo>
                  <a:pt x="244004" y="119959"/>
                  <a:pt x="246293" y="120845"/>
                  <a:pt x="249236" y="120845"/>
                </a:cubicBezTo>
                <a:cubicBezTo>
                  <a:pt x="252505" y="120845"/>
                  <a:pt x="256298" y="118949"/>
                  <a:pt x="260614" y="115156"/>
                </a:cubicBezTo>
                <a:close/>
                <a:moveTo>
                  <a:pt x="346605" y="2943"/>
                </a:moveTo>
                <a:lnTo>
                  <a:pt x="346605" y="116922"/>
                </a:lnTo>
                <a:cubicBezTo>
                  <a:pt x="346605" y="123396"/>
                  <a:pt x="347357" y="127532"/>
                  <a:pt x="348861" y="129330"/>
                </a:cubicBezTo>
                <a:cubicBezTo>
                  <a:pt x="350365" y="131128"/>
                  <a:pt x="353308" y="132158"/>
                  <a:pt x="357689" y="132420"/>
                </a:cubicBezTo>
                <a:lnTo>
                  <a:pt x="357689" y="135951"/>
                </a:lnTo>
                <a:lnTo>
                  <a:pt x="308154" y="135951"/>
                </a:lnTo>
                <a:lnTo>
                  <a:pt x="308154" y="132420"/>
                </a:lnTo>
                <a:cubicBezTo>
                  <a:pt x="312208" y="132289"/>
                  <a:pt x="315216" y="131112"/>
                  <a:pt x="317178" y="128889"/>
                </a:cubicBezTo>
                <a:cubicBezTo>
                  <a:pt x="318486" y="127385"/>
                  <a:pt x="319140" y="123396"/>
                  <a:pt x="319140" y="116922"/>
                </a:cubicBezTo>
                <a:lnTo>
                  <a:pt x="319140" y="21972"/>
                </a:lnTo>
                <a:cubicBezTo>
                  <a:pt x="319140" y="15523"/>
                  <a:pt x="318388" y="11394"/>
                  <a:pt x="316884" y="9585"/>
                </a:cubicBezTo>
                <a:cubicBezTo>
                  <a:pt x="315380" y="7775"/>
                  <a:pt x="312470" y="6737"/>
                  <a:pt x="308154" y="6474"/>
                </a:cubicBezTo>
                <a:lnTo>
                  <a:pt x="308154" y="2943"/>
                </a:lnTo>
                <a:lnTo>
                  <a:pt x="346605" y="2943"/>
                </a:lnTo>
                <a:close/>
                <a:moveTo>
                  <a:pt x="408490" y="139767"/>
                </a:moveTo>
                <a:lnTo>
                  <a:pt x="378867" y="71632"/>
                </a:lnTo>
                <a:cubicBezTo>
                  <a:pt x="374421" y="61313"/>
                  <a:pt x="371135" y="54970"/>
                  <a:pt x="369009" y="52603"/>
                </a:cubicBezTo>
                <a:cubicBezTo>
                  <a:pt x="366884" y="50235"/>
                  <a:pt x="364317" y="48591"/>
                  <a:pt x="361309" y="47671"/>
                </a:cubicBezTo>
                <a:lnTo>
                  <a:pt x="361309" y="44140"/>
                </a:lnTo>
                <a:lnTo>
                  <a:pt x="410060" y="44140"/>
                </a:lnTo>
                <a:lnTo>
                  <a:pt x="410060" y="47671"/>
                </a:lnTo>
                <a:cubicBezTo>
                  <a:pt x="406855" y="47802"/>
                  <a:pt x="404599" y="48426"/>
                  <a:pt x="403291" y="49544"/>
                </a:cubicBezTo>
                <a:cubicBezTo>
                  <a:pt x="401984" y="50660"/>
                  <a:pt x="401330" y="52007"/>
                  <a:pt x="401330" y="53584"/>
                </a:cubicBezTo>
                <a:cubicBezTo>
                  <a:pt x="401330" y="56079"/>
                  <a:pt x="402964" y="61006"/>
                  <a:pt x="406234" y="68365"/>
                </a:cubicBezTo>
                <a:lnTo>
                  <a:pt x="421928" y="104434"/>
                </a:lnTo>
                <a:lnTo>
                  <a:pt x="432620" y="76561"/>
                </a:lnTo>
                <a:cubicBezTo>
                  <a:pt x="436478" y="66636"/>
                  <a:pt x="438407" y="59734"/>
                  <a:pt x="438407" y="55855"/>
                </a:cubicBezTo>
                <a:cubicBezTo>
                  <a:pt x="438407" y="53424"/>
                  <a:pt x="437606" y="51484"/>
                  <a:pt x="436004" y="50038"/>
                </a:cubicBezTo>
                <a:cubicBezTo>
                  <a:pt x="434402" y="48591"/>
                  <a:pt x="431574" y="47802"/>
                  <a:pt x="427519" y="47671"/>
                </a:cubicBezTo>
                <a:lnTo>
                  <a:pt x="427519" y="44140"/>
                </a:lnTo>
                <a:lnTo>
                  <a:pt x="458221" y="44140"/>
                </a:lnTo>
                <a:lnTo>
                  <a:pt x="458221" y="47671"/>
                </a:lnTo>
                <a:cubicBezTo>
                  <a:pt x="455213" y="48000"/>
                  <a:pt x="452761" y="49167"/>
                  <a:pt x="450865" y="51172"/>
                </a:cubicBezTo>
                <a:cubicBezTo>
                  <a:pt x="448968" y="53176"/>
                  <a:pt x="445797" y="59997"/>
                  <a:pt x="441350" y="71632"/>
                </a:cubicBezTo>
                <a:lnTo>
                  <a:pt x="415160" y="139679"/>
                </a:lnTo>
                <a:cubicBezTo>
                  <a:pt x="408555" y="156681"/>
                  <a:pt x="403651" y="167143"/>
                  <a:pt x="400447" y="171067"/>
                </a:cubicBezTo>
                <a:cubicBezTo>
                  <a:pt x="395935" y="176560"/>
                  <a:pt x="390278" y="179306"/>
                  <a:pt x="383477" y="179306"/>
                </a:cubicBezTo>
                <a:cubicBezTo>
                  <a:pt x="378050" y="179306"/>
                  <a:pt x="373652" y="177753"/>
                  <a:pt x="370284" y="174647"/>
                </a:cubicBezTo>
                <a:cubicBezTo>
                  <a:pt x="366917" y="171541"/>
                  <a:pt x="365233" y="167797"/>
                  <a:pt x="365233" y="163416"/>
                </a:cubicBezTo>
                <a:cubicBezTo>
                  <a:pt x="365233" y="159623"/>
                  <a:pt x="366394" y="156484"/>
                  <a:pt x="368715" y="154000"/>
                </a:cubicBezTo>
                <a:cubicBezTo>
                  <a:pt x="371037" y="151515"/>
                  <a:pt x="373897" y="150272"/>
                  <a:pt x="377298" y="150272"/>
                </a:cubicBezTo>
                <a:cubicBezTo>
                  <a:pt x="380567" y="150272"/>
                  <a:pt x="383200" y="151312"/>
                  <a:pt x="385194" y="153393"/>
                </a:cubicBezTo>
                <a:cubicBezTo>
                  <a:pt x="387188" y="155475"/>
                  <a:pt x="388218" y="158696"/>
                  <a:pt x="388284" y="163054"/>
                </a:cubicBezTo>
                <a:cubicBezTo>
                  <a:pt x="388349" y="165527"/>
                  <a:pt x="388643" y="167121"/>
                  <a:pt x="389167" y="167836"/>
                </a:cubicBezTo>
                <a:cubicBezTo>
                  <a:pt x="389690" y="168551"/>
                  <a:pt x="390442" y="168909"/>
                  <a:pt x="391423" y="168909"/>
                </a:cubicBezTo>
                <a:cubicBezTo>
                  <a:pt x="392992" y="168909"/>
                  <a:pt x="394660" y="167965"/>
                  <a:pt x="396425" y="166077"/>
                </a:cubicBezTo>
                <a:cubicBezTo>
                  <a:pt x="399041" y="163343"/>
                  <a:pt x="402114" y="157093"/>
                  <a:pt x="405646" y="147329"/>
                </a:cubicBezTo>
                <a:lnTo>
                  <a:pt x="408490" y="139767"/>
                </a:lnTo>
                <a:close/>
                <a:moveTo>
                  <a:pt x="525085" y="41786"/>
                </a:moveTo>
                <a:lnTo>
                  <a:pt x="526556" y="73174"/>
                </a:lnTo>
                <a:lnTo>
                  <a:pt x="523221" y="73174"/>
                </a:lnTo>
                <a:cubicBezTo>
                  <a:pt x="519232" y="63813"/>
                  <a:pt x="515096" y="57419"/>
                  <a:pt x="510813" y="53992"/>
                </a:cubicBezTo>
                <a:cubicBezTo>
                  <a:pt x="506530" y="50563"/>
                  <a:pt x="502263" y="48848"/>
                  <a:pt x="498012" y="48848"/>
                </a:cubicBezTo>
                <a:cubicBezTo>
                  <a:pt x="495331" y="48848"/>
                  <a:pt x="493042" y="49747"/>
                  <a:pt x="491146" y="51546"/>
                </a:cubicBezTo>
                <a:cubicBezTo>
                  <a:pt x="489250" y="53344"/>
                  <a:pt x="488301" y="55420"/>
                  <a:pt x="488301" y="57774"/>
                </a:cubicBezTo>
                <a:cubicBezTo>
                  <a:pt x="488301" y="59540"/>
                  <a:pt x="488955" y="61240"/>
                  <a:pt x="490263" y="62875"/>
                </a:cubicBezTo>
                <a:cubicBezTo>
                  <a:pt x="492356" y="65556"/>
                  <a:pt x="498208" y="70150"/>
                  <a:pt x="507821" y="76656"/>
                </a:cubicBezTo>
                <a:cubicBezTo>
                  <a:pt x="517434" y="83163"/>
                  <a:pt x="523760" y="88689"/>
                  <a:pt x="526801" y="93233"/>
                </a:cubicBezTo>
                <a:cubicBezTo>
                  <a:pt x="529842" y="97778"/>
                  <a:pt x="531362" y="102863"/>
                  <a:pt x="531362" y="108486"/>
                </a:cubicBezTo>
                <a:cubicBezTo>
                  <a:pt x="531362" y="113587"/>
                  <a:pt x="530087" y="118589"/>
                  <a:pt x="527537" y="123494"/>
                </a:cubicBezTo>
                <a:cubicBezTo>
                  <a:pt x="524987" y="128398"/>
                  <a:pt x="521390" y="132158"/>
                  <a:pt x="516747" y="134774"/>
                </a:cubicBezTo>
                <a:cubicBezTo>
                  <a:pt x="512104" y="137390"/>
                  <a:pt x="506971" y="138698"/>
                  <a:pt x="501347" y="138698"/>
                </a:cubicBezTo>
                <a:cubicBezTo>
                  <a:pt x="496966" y="138698"/>
                  <a:pt x="491113" y="137299"/>
                  <a:pt x="483789" y="134501"/>
                </a:cubicBezTo>
                <a:cubicBezTo>
                  <a:pt x="481827" y="133768"/>
                  <a:pt x="480487" y="133401"/>
                  <a:pt x="479768" y="133401"/>
                </a:cubicBezTo>
                <a:cubicBezTo>
                  <a:pt x="477610" y="133401"/>
                  <a:pt x="475811" y="135036"/>
                  <a:pt x="474373" y="138305"/>
                </a:cubicBezTo>
                <a:lnTo>
                  <a:pt x="471136" y="138305"/>
                </a:lnTo>
                <a:lnTo>
                  <a:pt x="469566" y="105347"/>
                </a:lnTo>
                <a:lnTo>
                  <a:pt x="472901" y="105347"/>
                </a:lnTo>
                <a:cubicBezTo>
                  <a:pt x="475844" y="113979"/>
                  <a:pt x="479882" y="120453"/>
                  <a:pt x="485015" y="124769"/>
                </a:cubicBezTo>
                <a:cubicBezTo>
                  <a:pt x="490149" y="129085"/>
                  <a:pt x="495004" y="131243"/>
                  <a:pt x="499582" y="131243"/>
                </a:cubicBezTo>
                <a:cubicBezTo>
                  <a:pt x="502720" y="131243"/>
                  <a:pt x="505287" y="130278"/>
                  <a:pt x="507282" y="128349"/>
                </a:cubicBezTo>
                <a:cubicBezTo>
                  <a:pt x="509276" y="126420"/>
                  <a:pt x="510273" y="124082"/>
                  <a:pt x="510273" y="121336"/>
                </a:cubicBezTo>
                <a:cubicBezTo>
                  <a:pt x="510273" y="118197"/>
                  <a:pt x="509292" y="115483"/>
                  <a:pt x="507331" y="113195"/>
                </a:cubicBezTo>
                <a:cubicBezTo>
                  <a:pt x="505369" y="110906"/>
                  <a:pt x="500988" y="107440"/>
                  <a:pt x="494187" y="102797"/>
                </a:cubicBezTo>
                <a:cubicBezTo>
                  <a:pt x="484182" y="95866"/>
                  <a:pt x="477708" y="90569"/>
                  <a:pt x="474765" y="86907"/>
                </a:cubicBezTo>
                <a:cubicBezTo>
                  <a:pt x="470449" y="81545"/>
                  <a:pt x="468291" y="75627"/>
                  <a:pt x="468291" y="69153"/>
                </a:cubicBezTo>
                <a:cubicBezTo>
                  <a:pt x="468291" y="62090"/>
                  <a:pt x="470727" y="55698"/>
                  <a:pt x="475599" y="49976"/>
                </a:cubicBezTo>
                <a:cubicBezTo>
                  <a:pt x="480471" y="44254"/>
                  <a:pt x="487517" y="41394"/>
                  <a:pt x="496737" y="41394"/>
                </a:cubicBezTo>
                <a:cubicBezTo>
                  <a:pt x="501707" y="41394"/>
                  <a:pt x="506513" y="42650"/>
                  <a:pt x="511156" y="45164"/>
                </a:cubicBezTo>
                <a:cubicBezTo>
                  <a:pt x="512922" y="46181"/>
                  <a:pt x="514360" y="46690"/>
                  <a:pt x="515472" y="46690"/>
                </a:cubicBezTo>
                <a:cubicBezTo>
                  <a:pt x="516649" y="46690"/>
                  <a:pt x="517597" y="46445"/>
                  <a:pt x="518317" y="45955"/>
                </a:cubicBezTo>
                <a:cubicBezTo>
                  <a:pt x="519036" y="45464"/>
                  <a:pt x="520180" y="44075"/>
                  <a:pt x="521750" y="41786"/>
                </a:cubicBezTo>
                <a:lnTo>
                  <a:pt x="525085" y="41786"/>
                </a:lnTo>
                <a:close/>
                <a:moveTo>
                  <a:pt x="568393" y="0"/>
                </a:moveTo>
                <a:cubicBezTo>
                  <a:pt x="572644" y="0"/>
                  <a:pt x="576241" y="1493"/>
                  <a:pt x="579183" y="4478"/>
                </a:cubicBezTo>
                <a:cubicBezTo>
                  <a:pt x="582126" y="7462"/>
                  <a:pt x="583597" y="11053"/>
                  <a:pt x="583597" y="15253"/>
                </a:cubicBezTo>
                <a:cubicBezTo>
                  <a:pt x="583597" y="19452"/>
                  <a:pt x="582110" y="23028"/>
                  <a:pt x="579134" y="25981"/>
                </a:cubicBezTo>
                <a:cubicBezTo>
                  <a:pt x="576159" y="28932"/>
                  <a:pt x="572579" y="30408"/>
                  <a:pt x="568393" y="30408"/>
                </a:cubicBezTo>
                <a:cubicBezTo>
                  <a:pt x="564208" y="30408"/>
                  <a:pt x="560644" y="28932"/>
                  <a:pt x="557702" y="25981"/>
                </a:cubicBezTo>
                <a:cubicBezTo>
                  <a:pt x="554759" y="23028"/>
                  <a:pt x="553288" y="19452"/>
                  <a:pt x="553288" y="15253"/>
                </a:cubicBezTo>
                <a:cubicBezTo>
                  <a:pt x="553288" y="11053"/>
                  <a:pt x="554759" y="7462"/>
                  <a:pt x="557702" y="4478"/>
                </a:cubicBezTo>
                <a:cubicBezTo>
                  <a:pt x="560644" y="1493"/>
                  <a:pt x="564208" y="0"/>
                  <a:pt x="568393" y="0"/>
                </a:cubicBezTo>
                <a:moveTo>
                  <a:pt x="582126" y="44140"/>
                </a:moveTo>
                <a:lnTo>
                  <a:pt x="582126" y="116922"/>
                </a:lnTo>
                <a:cubicBezTo>
                  <a:pt x="582126" y="123396"/>
                  <a:pt x="582878" y="127532"/>
                  <a:pt x="584382" y="129330"/>
                </a:cubicBezTo>
                <a:cubicBezTo>
                  <a:pt x="585886" y="131128"/>
                  <a:pt x="588829" y="132158"/>
                  <a:pt x="593210" y="132420"/>
                </a:cubicBezTo>
                <a:lnTo>
                  <a:pt x="593210" y="135951"/>
                </a:lnTo>
                <a:lnTo>
                  <a:pt x="543675" y="135951"/>
                </a:lnTo>
                <a:lnTo>
                  <a:pt x="543675" y="132420"/>
                </a:lnTo>
                <a:cubicBezTo>
                  <a:pt x="547729" y="132289"/>
                  <a:pt x="550737" y="131112"/>
                  <a:pt x="552699" y="128889"/>
                </a:cubicBezTo>
                <a:cubicBezTo>
                  <a:pt x="554007" y="127385"/>
                  <a:pt x="554661" y="123396"/>
                  <a:pt x="554661" y="116922"/>
                </a:cubicBezTo>
                <a:lnTo>
                  <a:pt x="554661" y="63365"/>
                </a:lnTo>
                <a:cubicBezTo>
                  <a:pt x="554661" y="56810"/>
                  <a:pt x="553909" y="52622"/>
                  <a:pt x="552405" y="50801"/>
                </a:cubicBezTo>
                <a:cubicBezTo>
                  <a:pt x="550901" y="48980"/>
                  <a:pt x="547991" y="47937"/>
                  <a:pt x="543675" y="47671"/>
                </a:cubicBezTo>
                <a:lnTo>
                  <a:pt x="543675" y="44140"/>
                </a:lnTo>
                <a:lnTo>
                  <a:pt x="582126" y="44140"/>
                </a:lnTo>
                <a:close/>
                <a:moveTo>
                  <a:pt x="660000" y="41786"/>
                </a:moveTo>
                <a:lnTo>
                  <a:pt x="661471" y="73174"/>
                </a:lnTo>
                <a:lnTo>
                  <a:pt x="658136" y="73174"/>
                </a:lnTo>
                <a:cubicBezTo>
                  <a:pt x="654147" y="63813"/>
                  <a:pt x="650011" y="57419"/>
                  <a:pt x="645728" y="53992"/>
                </a:cubicBezTo>
                <a:cubicBezTo>
                  <a:pt x="641445" y="50563"/>
                  <a:pt x="637178" y="48848"/>
                  <a:pt x="632927" y="48848"/>
                </a:cubicBezTo>
                <a:cubicBezTo>
                  <a:pt x="630246" y="48848"/>
                  <a:pt x="627957" y="49747"/>
                  <a:pt x="626061" y="51546"/>
                </a:cubicBezTo>
                <a:cubicBezTo>
                  <a:pt x="624165" y="53344"/>
                  <a:pt x="623216" y="55420"/>
                  <a:pt x="623216" y="57774"/>
                </a:cubicBezTo>
                <a:cubicBezTo>
                  <a:pt x="623216" y="59540"/>
                  <a:pt x="623870" y="61240"/>
                  <a:pt x="625178" y="62875"/>
                </a:cubicBezTo>
                <a:cubicBezTo>
                  <a:pt x="627271" y="65556"/>
                  <a:pt x="633123" y="70150"/>
                  <a:pt x="642736" y="76656"/>
                </a:cubicBezTo>
                <a:cubicBezTo>
                  <a:pt x="652349" y="83163"/>
                  <a:pt x="658675" y="88689"/>
                  <a:pt x="661716" y="93233"/>
                </a:cubicBezTo>
                <a:cubicBezTo>
                  <a:pt x="664757" y="97778"/>
                  <a:pt x="666277" y="102863"/>
                  <a:pt x="666277" y="108486"/>
                </a:cubicBezTo>
                <a:cubicBezTo>
                  <a:pt x="666277" y="113587"/>
                  <a:pt x="665002" y="118589"/>
                  <a:pt x="662452" y="123494"/>
                </a:cubicBezTo>
                <a:cubicBezTo>
                  <a:pt x="659902" y="128398"/>
                  <a:pt x="656305" y="132158"/>
                  <a:pt x="651662" y="134774"/>
                </a:cubicBezTo>
                <a:cubicBezTo>
                  <a:pt x="647019" y="137390"/>
                  <a:pt x="641886" y="138698"/>
                  <a:pt x="636262" y="138698"/>
                </a:cubicBezTo>
                <a:cubicBezTo>
                  <a:pt x="631881" y="138698"/>
                  <a:pt x="626028" y="137299"/>
                  <a:pt x="618704" y="134501"/>
                </a:cubicBezTo>
                <a:cubicBezTo>
                  <a:pt x="616742" y="133768"/>
                  <a:pt x="615402" y="133401"/>
                  <a:pt x="614683" y="133401"/>
                </a:cubicBezTo>
                <a:cubicBezTo>
                  <a:pt x="612525" y="133401"/>
                  <a:pt x="610726" y="135036"/>
                  <a:pt x="609288" y="138305"/>
                </a:cubicBezTo>
                <a:lnTo>
                  <a:pt x="606051" y="138305"/>
                </a:lnTo>
                <a:lnTo>
                  <a:pt x="604481" y="105347"/>
                </a:lnTo>
                <a:lnTo>
                  <a:pt x="607816" y="105347"/>
                </a:lnTo>
                <a:cubicBezTo>
                  <a:pt x="610759" y="113979"/>
                  <a:pt x="614797" y="120453"/>
                  <a:pt x="619930" y="124769"/>
                </a:cubicBezTo>
                <a:cubicBezTo>
                  <a:pt x="625064" y="129085"/>
                  <a:pt x="629919" y="131243"/>
                  <a:pt x="634497" y="131243"/>
                </a:cubicBezTo>
                <a:cubicBezTo>
                  <a:pt x="637635" y="131243"/>
                  <a:pt x="640202" y="130278"/>
                  <a:pt x="642197" y="128349"/>
                </a:cubicBezTo>
                <a:cubicBezTo>
                  <a:pt x="644191" y="126420"/>
                  <a:pt x="645188" y="124082"/>
                  <a:pt x="645188" y="121336"/>
                </a:cubicBezTo>
                <a:cubicBezTo>
                  <a:pt x="645188" y="118197"/>
                  <a:pt x="644207" y="115483"/>
                  <a:pt x="642246" y="113195"/>
                </a:cubicBezTo>
                <a:cubicBezTo>
                  <a:pt x="640284" y="110906"/>
                  <a:pt x="635903" y="107440"/>
                  <a:pt x="629102" y="102797"/>
                </a:cubicBezTo>
                <a:cubicBezTo>
                  <a:pt x="619097" y="95866"/>
                  <a:pt x="612623" y="90569"/>
                  <a:pt x="609680" y="86907"/>
                </a:cubicBezTo>
                <a:cubicBezTo>
                  <a:pt x="605364" y="81545"/>
                  <a:pt x="603206" y="75627"/>
                  <a:pt x="603206" y="69153"/>
                </a:cubicBezTo>
                <a:cubicBezTo>
                  <a:pt x="603206" y="62090"/>
                  <a:pt x="605642" y="55698"/>
                  <a:pt x="610514" y="49976"/>
                </a:cubicBezTo>
                <a:cubicBezTo>
                  <a:pt x="615386" y="44254"/>
                  <a:pt x="622432" y="41394"/>
                  <a:pt x="631652" y="41394"/>
                </a:cubicBezTo>
                <a:cubicBezTo>
                  <a:pt x="636622" y="41394"/>
                  <a:pt x="641428" y="42650"/>
                  <a:pt x="646071" y="45164"/>
                </a:cubicBezTo>
                <a:cubicBezTo>
                  <a:pt x="647837" y="46181"/>
                  <a:pt x="649275" y="46690"/>
                  <a:pt x="650387" y="46690"/>
                </a:cubicBezTo>
                <a:cubicBezTo>
                  <a:pt x="651564" y="46690"/>
                  <a:pt x="652512" y="46445"/>
                  <a:pt x="653232" y="45955"/>
                </a:cubicBezTo>
                <a:cubicBezTo>
                  <a:pt x="653951" y="45464"/>
                  <a:pt x="655095" y="44075"/>
                  <a:pt x="656665" y="41786"/>
                </a:cubicBezTo>
                <a:lnTo>
                  <a:pt x="660000" y="41786"/>
                </a:lnTo>
                <a:close/>
                <a:moveTo>
                  <a:pt x="774778" y="41394"/>
                </a:moveTo>
                <a:cubicBezTo>
                  <a:pt x="782755" y="41394"/>
                  <a:pt x="790178" y="43455"/>
                  <a:pt x="797044" y="47579"/>
                </a:cubicBezTo>
                <a:cubicBezTo>
                  <a:pt x="803910" y="51703"/>
                  <a:pt x="809125" y="57562"/>
                  <a:pt x="812689" y="65156"/>
                </a:cubicBezTo>
                <a:cubicBezTo>
                  <a:pt x="816253" y="72749"/>
                  <a:pt x="818035" y="81062"/>
                  <a:pt x="818035" y="90095"/>
                </a:cubicBezTo>
                <a:cubicBezTo>
                  <a:pt x="818035" y="103120"/>
                  <a:pt x="814732" y="114019"/>
                  <a:pt x="808128" y="122792"/>
                </a:cubicBezTo>
                <a:cubicBezTo>
                  <a:pt x="800150" y="133396"/>
                  <a:pt x="789131" y="138698"/>
                  <a:pt x="775072" y="138698"/>
                </a:cubicBezTo>
                <a:cubicBezTo>
                  <a:pt x="761274" y="138698"/>
                  <a:pt x="750648" y="133854"/>
                  <a:pt x="743193" y="124165"/>
                </a:cubicBezTo>
                <a:cubicBezTo>
                  <a:pt x="735738" y="114477"/>
                  <a:pt x="732011" y="103251"/>
                  <a:pt x="732011" y="90487"/>
                </a:cubicBezTo>
                <a:cubicBezTo>
                  <a:pt x="732011" y="77331"/>
                  <a:pt x="735820" y="65860"/>
                  <a:pt x="743438" y="56073"/>
                </a:cubicBezTo>
                <a:cubicBezTo>
                  <a:pt x="751056" y="46287"/>
                  <a:pt x="761503" y="41394"/>
                  <a:pt x="774778" y="41394"/>
                </a:cubicBezTo>
                <a:moveTo>
                  <a:pt x="775170" y="48260"/>
                </a:moveTo>
                <a:cubicBezTo>
                  <a:pt x="771835" y="48260"/>
                  <a:pt x="768974" y="49521"/>
                  <a:pt x="766587" y="52042"/>
                </a:cubicBezTo>
                <a:cubicBezTo>
                  <a:pt x="764200" y="54562"/>
                  <a:pt x="762631" y="59537"/>
                  <a:pt x="761879" y="66967"/>
                </a:cubicBezTo>
                <a:cubicBezTo>
                  <a:pt x="761127" y="74397"/>
                  <a:pt x="760751" y="84725"/>
                  <a:pt x="760751" y="97951"/>
                </a:cubicBezTo>
                <a:cubicBezTo>
                  <a:pt x="760751" y="104956"/>
                  <a:pt x="761209" y="111504"/>
                  <a:pt x="762124" y="117593"/>
                </a:cubicBezTo>
                <a:cubicBezTo>
                  <a:pt x="762843" y="122240"/>
                  <a:pt x="764380" y="125775"/>
                  <a:pt x="766734" y="128199"/>
                </a:cubicBezTo>
                <a:cubicBezTo>
                  <a:pt x="769088" y="130621"/>
                  <a:pt x="771769" y="131831"/>
                  <a:pt x="774778" y="131831"/>
                </a:cubicBezTo>
                <a:cubicBezTo>
                  <a:pt x="777720" y="131831"/>
                  <a:pt x="780172" y="131013"/>
                  <a:pt x="782134" y="129376"/>
                </a:cubicBezTo>
                <a:cubicBezTo>
                  <a:pt x="784685" y="127151"/>
                  <a:pt x="786385" y="124041"/>
                  <a:pt x="787235" y="120045"/>
                </a:cubicBezTo>
                <a:cubicBezTo>
                  <a:pt x="788543" y="113827"/>
                  <a:pt x="789197" y="101257"/>
                  <a:pt x="789197" y="82336"/>
                </a:cubicBezTo>
                <a:cubicBezTo>
                  <a:pt x="789197" y="71207"/>
                  <a:pt x="788575" y="63565"/>
                  <a:pt x="787333" y="59408"/>
                </a:cubicBezTo>
                <a:cubicBezTo>
                  <a:pt x="786090" y="55250"/>
                  <a:pt x="784259" y="52221"/>
                  <a:pt x="781840" y="50323"/>
                </a:cubicBezTo>
                <a:cubicBezTo>
                  <a:pt x="780140" y="48947"/>
                  <a:pt x="777916" y="48260"/>
                  <a:pt x="775170" y="48260"/>
                </a:cubicBezTo>
                <a:close/>
                <a:moveTo>
                  <a:pt x="867733" y="2943"/>
                </a:moveTo>
                <a:lnTo>
                  <a:pt x="867733" y="53360"/>
                </a:lnTo>
                <a:cubicBezTo>
                  <a:pt x="875449" y="45382"/>
                  <a:pt x="883885" y="41394"/>
                  <a:pt x="893040" y="41394"/>
                </a:cubicBezTo>
                <a:cubicBezTo>
                  <a:pt x="899317" y="41394"/>
                  <a:pt x="905235" y="43243"/>
                  <a:pt x="910794" y="46942"/>
                </a:cubicBezTo>
                <a:cubicBezTo>
                  <a:pt x="916352" y="50640"/>
                  <a:pt x="920701" y="55893"/>
                  <a:pt x="923839" y="62700"/>
                </a:cubicBezTo>
                <a:cubicBezTo>
                  <a:pt x="926978" y="69507"/>
                  <a:pt x="928548" y="77362"/>
                  <a:pt x="928548" y="86266"/>
                </a:cubicBezTo>
                <a:cubicBezTo>
                  <a:pt x="928548" y="96281"/>
                  <a:pt x="926553" y="105380"/>
                  <a:pt x="922564" y="113562"/>
                </a:cubicBezTo>
                <a:cubicBezTo>
                  <a:pt x="918575" y="121745"/>
                  <a:pt x="913246" y="127979"/>
                  <a:pt x="906576" y="132267"/>
                </a:cubicBezTo>
                <a:cubicBezTo>
                  <a:pt x="899906" y="136554"/>
                  <a:pt x="892288" y="138698"/>
                  <a:pt x="883721" y="138698"/>
                </a:cubicBezTo>
                <a:cubicBezTo>
                  <a:pt x="878751" y="138698"/>
                  <a:pt x="874337" y="137913"/>
                  <a:pt x="870479" y="136344"/>
                </a:cubicBezTo>
                <a:cubicBezTo>
                  <a:pt x="866621" y="134774"/>
                  <a:pt x="862828" y="132224"/>
                  <a:pt x="859101" y="128693"/>
                </a:cubicBezTo>
                <a:lnTo>
                  <a:pt x="843897" y="138698"/>
                </a:lnTo>
                <a:lnTo>
                  <a:pt x="840562" y="138698"/>
                </a:lnTo>
                <a:lnTo>
                  <a:pt x="840562" y="21972"/>
                </a:lnTo>
                <a:cubicBezTo>
                  <a:pt x="840562" y="16640"/>
                  <a:pt x="840333" y="13350"/>
                  <a:pt x="839875" y="12102"/>
                </a:cubicBezTo>
                <a:cubicBezTo>
                  <a:pt x="839221" y="10258"/>
                  <a:pt x="838192" y="8892"/>
                  <a:pt x="836786" y="8003"/>
                </a:cubicBezTo>
                <a:cubicBezTo>
                  <a:pt x="835380" y="7115"/>
                  <a:pt x="833009" y="6605"/>
                  <a:pt x="829674" y="6474"/>
                </a:cubicBezTo>
                <a:lnTo>
                  <a:pt x="829674" y="2943"/>
                </a:lnTo>
                <a:lnTo>
                  <a:pt x="867733" y="2943"/>
                </a:lnTo>
                <a:moveTo>
                  <a:pt x="867733" y="62103"/>
                </a:moveTo>
                <a:lnTo>
                  <a:pt x="867733" y="102957"/>
                </a:lnTo>
                <a:cubicBezTo>
                  <a:pt x="867733" y="111272"/>
                  <a:pt x="867929" y="116576"/>
                  <a:pt x="868321" y="118868"/>
                </a:cubicBezTo>
                <a:cubicBezTo>
                  <a:pt x="868975" y="122731"/>
                  <a:pt x="870545" y="125857"/>
                  <a:pt x="873029" y="128248"/>
                </a:cubicBezTo>
                <a:cubicBezTo>
                  <a:pt x="875514" y="130637"/>
                  <a:pt x="878686" y="131831"/>
                  <a:pt x="882544" y="131831"/>
                </a:cubicBezTo>
                <a:cubicBezTo>
                  <a:pt x="885879" y="131831"/>
                  <a:pt x="888740" y="130882"/>
                  <a:pt x="891127" y="128984"/>
                </a:cubicBezTo>
                <a:cubicBezTo>
                  <a:pt x="893514" y="127085"/>
                  <a:pt x="895508" y="123321"/>
                  <a:pt x="897110" y="117691"/>
                </a:cubicBezTo>
                <a:cubicBezTo>
                  <a:pt x="898712" y="112059"/>
                  <a:pt x="899513" y="101910"/>
                  <a:pt x="899513" y="87244"/>
                </a:cubicBezTo>
                <a:cubicBezTo>
                  <a:pt x="899513" y="73166"/>
                  <a:pt x="897748" y="63508"/>
                  <a:pt x="894217" y="58271"/>
                </a:cubicBezTo>
                <a:cubicBezTo>
                  <a:pt x="891666" y="54474"/>
                  <a:pt x="888233" y="52576"/>
                  <a:pt x="883917" y="52576"/>
                </a:cubicBezTo>
                <a:cubicBezTo>
                  <a:pt x="878294" y="52576"/>
                  <a:pt x="872899" y="55751"/>
                  <a:pt x="867733" y="62103"/>
                </a:cubicBezTo>
                <a:close/>
                <a:moveTo>
                  <a:pt x="971928" y="0"/>
                </a:moveTo>
                <a:cubicBezTo>
                  <a:pt x="976113" y="0"/>
                  <a:pt x="979661" y="1455"/>
                  <a:pt x="982571" y="4365"/>
                </a:cubicBezTo>
                <a:cubicBezTo>
                  <a:pt x="985481" y="7275"/>
                  <a:pt x="986936" y="10790"/>
                  <a:pt x="986936" y="14910"/>
                </a:cubicBezTo>
                <a:cubicBezTo>
                  <a:pt x="986936" y="19095"/>
                  <a:pt x="985464" y="22659"/>
                  <a:pt x="982522" y="25601"/>
                </a:cubicBezTo>
                <a:cubicBezTo>
                  <a:pt x="979579" y="28544"/>
                  <a:pt x="976048" y="30015"/>
                  <a:pt x="971928" y="30015"/>
                </a:cubicBezTo>
                <a:cubicBezTo>
                  <a:pt x="967808" y="30015"/>
                  <a:pt x="964277" y="28544"/>
                  <a:pt x="961334" y="25601"/>
                </a:cubicBezTo>
                <a:cubicBezTo>
                  <a:pt x="958392" y="22659"/>
                  <a:pt x="956920" y="19095"/>
                  <a:pt x="956920" y="14910"/>
                </a:cubicBezTo>
                <a:cubicBezTo>
                  <a:pt x="956920" y="10790"/>
                  <a:pt x="958375" y="7275"/>
                  <a:pt x="961285" y="4365"/>
                </a:cubicBezTo>
                <a:cubicBezTo>
                  <a:pt x="964195" y="1455"/>
                  <a:pt x="967743" y="0"/>
                  <a:pt x="971928" y="0"/>
                </a:cubicBezTo>
                <a:moveTo>
                  <a:pt x="985660" y="44140"/>
                </a:moveTo>
                <a:lnTo>
                  <a:pt x="985660" y="139157"/>
                </a:lnTo>
                <a:cubicBezTo>
                  <a:pt x="985660" y="148059"/>
                  <a:pt x="985105" y="154636"/>
                  <a:pt x="983993" y="158889"/>
                </a:cubicBezTo>
                <a:cubicBezTo>
                  <a:pt x="982358" y="165040"/>
                  <a:pt x="979105" y="169980"/>
                  <a:pt x="974233" y="173709"/>
                </a:cubicBezTo>
                <a:cubicBezTo>
                  <a:pt x="969361" y="177441"/>
                  <a:pt x="962936" y="179306"/>
                  <a:pt x="954959" y="179306"/>
                </a:cubicBezTo>
                <a:cubicBezTo>
                  <a:pt x="946915" y="179306"/>
                  <a:pt x="940981" y="177672"/>
                  <a:pt x="937155" y="174402"/>
                </a:cubicBezTo>
                <a:cubicBezTo>
                  <a:pt x="933330" y="171132"/>
                  <a:pt x="931417" y="167176"/>
                  <a:pt x="931417" y="162533"/>
                </a:cubicBezTo>
                <a:cubicBezTo>
                  <a:pt x="931417" y="159656"/>
                  <a:pt x="932414" y="157155"/>
                  <a:pt x="934409" y="155029"/>
                </a:cubicBezTo>
                <a:cubicBezTo>
                  <a:pt x="936403" y="152904"/>
                  <a:pt x="938741" y="151842"/>
                  <a:pt x="941422" y="151842"/>
                </a:cubicBezTo>
                <a:cubicBezTo>
                  <a:pt x="943907" y="151842"/>
                  <a:pt x="945869" y="152577"/>
                  <a:pt x="947308" y="154049"/>
                </a:cubicBezTo>
                <a:cubicBezTo>
                  <a:pt x="948746" y="155520"/>
                  <a:pt x="949466" y="157727"/>
                  <a:pt x="949466" y="160670"/>
                </a:cubicBezTo>
                <a:cubicBezTo>
                  <a:pt x="949466" y="161454"/>
                  <a:pt x="949433" y="162370"/>
                  <a:pt x="949368" y="163416"/>
                </a:cubicBezTo>
                <a:cubicBezTo>
                  <a:pt x="949237" y="164789"/>
                  <a:pt x="949171" y="165738"/>
                  <a:pt x="949171" y="166261"/>
                </a:cubicBezTo>
                <a:cubicBezTo>
                  <a:pt x="949171" y="168549"/>
                  <a:pt x="949694" y="170250"/>
                  <a:pt x="950741" y="171361"/>
                </a:cubicBezTo>
                <a:cubicBezTo>
                  <a:pt x="951787" y="172473"/>
                  <a:pt x="953128" y="173029"/>
                  <a:pt x="954762" y="173029"/>
                </a:cubicBezTo>
                <a:cubicBezTo>
                  <a:pt x="956266" y="173029"/>
                  <a:pt x="957558" y="172374"/>
                  <a:pt x="958637" y="171064"/>
                </a:cubicBezTo>
                <a:cubicBezTo>
                  <a:pt x="959716" y="169756"/>
                  <a:pt x="960255" y="167891"/>
                  <a:pt x="960255" y="165470"/>
                </a:cubicBezTo>
                <a:cubicBezTo>
                  <a:pt x="960255" y="164160"/>
                  <a:pt x="960059" y="161508"/>
                  <a:pt x="959667" y="157515"/>
                </a:cubicBezTo>
                <a:cubicBezTo>
                  <a:pt x="959013" y="150251"/>
                  <a:pt x="958653" y="145866"/>
                  <a:pt x="958588" y="144362"/>
                </a:cubicBezTo>
                <a:lnTo>
                  <a:pt x="958294" y="121094"/>
                </a:lnTo>
                <a:lnTo>
                  <a:pt x="958294" y="64346"/>
                </a:lnTo>
                <a:lnTo>
                  <a:pt x="958392" y="59215"/>
                </a:lnTo>
                <a:cubicBezTo>
                  <a:pt x="958392" y="55071"/>
                  <a:pt x="957689" y="52226"/>
                  <a:pt x="956283" y="50681"/>
                </a:cubicBezTo>
                <a:cubicBezTo>
                  <a:pt x="954877" y="49134"/>
                  <a:pt x="951918" y="48131"/>
                  <a:pt x="947406" y="47671"/>
                </a:cubicBezTo>
                <a:lnTo>
                  <a:pt x="947406" y="44140"/>
                </a:lnTo>
                <a:lnTo>
                  <a:pt x="985660" y="44140"/>
                </a:lnTo>
                <a:close/>
                <a:moveTo>
                  <a:pt x="1088017" y="86711"/>
                </a:moveTo>
                <a:lnTo>
                  <a:pt x="1037697" y="86711"/>
                </a:lnTo>
                <a:cubicBezTo>
                  <a:pt x="1038285" y="98906"/>
                  <a:pt x="1041522" y="108545"/>
                  <a:pt x="1047408" y="115625"/>
                </a:cubicBezTo>
                <a:cubicBezTo>
                  <a:pt x="1051920" y="121067"/>
                  <a:pt x="1057347" y="123788"/>
                  <a:pt x="1063690" y="123788"/>
                </a:cubicBezTo>
                <a:cubicBezTo>
                  <a:pt x="1067614" y="123788"/>
                  <a:pt x="1071178" y="122693"/>
                  <a:pt x="1074382" y="120502"/>
                </a:cubicBezTo>
                <a:cubicBezTo>
                  <a:pt x="1077586" y="118312"/>
                  <a:pt x="1081020" y="114372"/>
                  <a:pt x="1084681" y="108682"/>
                </a:cubicBezTo>
                <a:lnTo>
                  <a:pt x="1088017" y="110840"/>
                </a:lnTo>
                <a:cubicBezTo>
                  <a:pt x="1083047" y="120976"/>
                  <a:pt x="1077554" y="128153"/>
                  <a:pt x="1071538" y="132371"/>
                </a:cubicBezTo>
                <a:cubicBezTo>
                  <a:pt x="1065521" y="136589"/>
                  <a:pt x="1058557" y="138698"/>
                  <a:pt x="1050645" y="138698"/>
                </a:cubicBezTo>
                <a:cubicBezTo>
                  <a:pt x="1037043" y="138698"/>
                  <a:pt x="1026744" y="133461"/>
                  <a:pt x="1019747" y="122988"/>
                </a:cubicBezTo>
                <a:cubicBezTo>
                  <a:pt x="1014123" y="114544"/>
                  <a:pt x="1011311" y="104071"/>
                  <a:pt x="1011311" y="91569"/>
                </a:cubicBezTo>
                <a:cubicBezTo>
                  <a:pt x="1011311" y="76251"/>
                  <a:pt x="1015447" y="64059"/>
                  <a:pt x="1023719" y="54994"/>
                </a:cubicBezTo>
                <a:cubicBezTo>
                  <a:pt x="1031991" y="45927"/>
                  <a:pt x="1041686" y="41394"/>
                  <a:pt x="1052803" y="41394"/>
                </a:cubicBezTo>
                <a:cubicBezTo>
                  <a:pt x="1062088" y="41394"/>
                  <a:pt x="1070148" y="45203"/>
                  <a:pt x="1076982" y="52821"/>
                </a:cubicBezTo>
                <a:cubicBezTo>
                  <a:pt x="1083815" y="60439"/>
                  <a:pt x="1087493" y="71736"/>
                  <a:pt x="1088017" y="86711"/>
                </a:cubicBezTo>
                <a:moveTo>
                  <a:pt x="1063887" y="80237"/>
                </a:moveTo>
                <a:cubicBezTo>
                  <a:pt x="1063887" y="69708"/>
                  <a:pt x="1063314" y="62483"/>
                  <a:pt x="1062170" y="58559"/>
                </a:cubicBezTo>
                <a:cubicBezTo>
                  <a:pt x="1061026" y="54635"/>
                  <a:pt x="1059244" y="51660"/>
                  <a:pt x="1056824" y="49633"/>
                </a:cubicBezTo>
                <a:cubicBezTo>
                  <a:pt x="1055451" y="48456"/>
                  <a:pt x="1053620" y="47867"/>
                  <a:pt x="1051331" y="47867"/>
                </a:cubicBezTo>
                <a:cubicBezTo>
                  <a:pt x="1047931" y="47867"/>
                  <a:pt x="1045152" y="49535"/>
                  <a:pt x="1042994" y="52870"/>
                </a:cubicBezTo>
                <a:cubicBezTo>
                  <a:pt x="1039136" y="58690"/>
                  <a:pt x="1037206" y="66668"/>
                  <a:pt x="1037206" y="76804"/>
                </a:cubicBezTo>
                <a:lnTo>
                  <a:pt x="1037206" y="80237"/>
                </a:lnTo>
                <a:lnTo>
                  <a:pt x="1063887" y="80237"/>
                </a:lnTo>
                <a:close/>
                <a:moveTo>
                  <a:pt x="1175028" y="112235"/>
                </a:moveTo>
                <a:lnTo>
                  <a:pt x="1178069" y="114586"/>
                </a:lnTo>
                <a:cubicBezTo>
                  <a:pt x="1173753" y="122721"/>
                  <a:pt x="1168375" y="128774"/>
                  <a:pt x="1161933" y="132745"/>
                </a:cubicBezTo>
                <a:cubicBezTo>
                  <a:pt x="1155492" y="136713"/>
                  <a:pt x="1148642" y="138698"/>
                  <a:pt x="1141384" y="138698"/>
                </a:cubicBezTo>
                <a:cubicBezTo>
                  <a:pt x="1129155" y="138698"/>
                  <a:pt x="1119379" y="134083"/>
                  <a:pt x="1112055" y="124855"/>
                </a:cubicBezTo>
                <a:cubicBezTo>
                  <a:pt x="1104731" y="115624"/>
                  <a:pt x="1101069" y="104529"/>
                  <a:pt x="1101069" y="91569"/>
                </a:cubicBezTo>
                <a:cubicBezTo>
                  <a:pt x="1101069" y="79065"/>
                  <a:pt x="1104404" y="68068"/>
                  <a:pt x="1111074" y="58577"/>
                </a:cubicBezTo>
                <a:cubicBezTo>
                  <a:pt x="1119118" y="47121"/>
                  <a:pt x="1130202" y="41394"/>
                  <a:pt x="1144326" y="41394"/>
                </a:cubicBezTo>
                <a:cubicBezTo>
                  <a:pt x="1153808" y="41394"/>
                  <a:pt x="1161345" y="43787"/>
                  <a:pt x="1166936" y="48575"/>
                </a:cubicBezTo>
                <a:cubicBezTo>
                  <a:pt x="1172527" y="53361"/>
                  <a:pt x="1175322" y="58705"/>
                  <a:pt x="1175322" y="64607"/>
                </a:cubicBezTo>
                <a:cubicBezTo>
                  <a:pt x="1175322" y="68344"/>
                  <a:pt x="1174194" y="71328"/>
                  <a:pt x="1171938" y="73557"/>
                </a:cubicBezTo>
                <a:cubicBezTo>
                  <a:pt x="1169682" y="75787"/>
                  <a:pt x="1166723" y="76902"/>
                  <a:pt x="1163061" y="76902"/>
                </a:cubicBezTo>
                <a:cubicBezTo>
                  <a:pt x="1159203" y="76902"/>
                  <a:pt x="1156015" y="75622"/>
                  <a:pt x="1153498" y="73064"/>
                </a:cubicBezTo>
                <a:cubicBezTo>
                  <a:pt x="1150980" y="70503"/>
                  <a:pt x="1149427" y="65942"/>
                  <a:pt x="1148838" y="59381"/>
                </a:cubicBezTo>
                <a:cubicBezTo>
                  <a:pt x="1148446" y="55247"/>
                  <a:pt x="1147498" y="52359"/>
                  <a:pt x="1145994" y="50718"/>
                </a:cubicBezTo>
                <a:cubicBezTo>
                  <a:pt x="1144490" y="49079"/>
                  <a:pt x="1142724" y="48260"/>
                  <a:pt x="1140697" y="48260"/>
                </a:cubicBezTo>
                <a:cubicBezTo>
                  <a:pt x="1137558" y="48260"/>
                  <a:pt x="1134877" y="49927"/>
                  <a:pt x="1132654" y="53262"/>
                </a:cubicBezTo>
                <a:cubicBezTo>
                  <a:pt x="1129253" y="58297"/>
                  <a:pt x="1127553" y="66014"/>
                  <a:pt x="1127553" y="76411"/>
                </a:cubicBezTo>
                <a:cubicBezTo>
                  <a:pt x="1127553" y="85043"/>
                  <a:pt x="1128926" y="93299"/>
                  <a:pt x="1131673" y="101179"/>
                </a:cubicBezTo>
                <a:cubicBezTo>
                  <a:pt x="1134419" y="109058"/>
                  <a:pt x="1138179" y="114927"/>
                  <a:pt x="1142953" y="118786"/>
                </a:cubicBezTo>
                <a:cubicBezTo>
                  <a:pt x="1146550" y="121598"/>
                  <a:pt x="1150800" y="123003"/>
                  <a:pt x="1155705" y="123003"/>
                </a:cubicBezTo>
                <a:cubicBezTo>
                  <a:pt x="1158909" y="123003"/>
                  <a:pt x="1161950" y="122253"/>
                  <a:pt x="1164827" y="120754"/>
                </a:cubicBezTo>
                <a:cubicBezTo>
                  <a:pt x="1167704" y="119252"/>
                  <a:pt x="1171105" y="116412"/>
                  <a:pt x="1175028" y="112235"/>
                </a:cubicBezTo>
                <a:close/>
                <a:moveTo>
                  <a:pt x="1226434" y="10397"/>
                </a:moveTo>
                <a:lnTo>
                  <a:pt x="1226434" y="44140"/>
                </a:lnTo>
                <a:lnTo>
                  <a:pt x="1248209" y="44140"/>
                </a:lnTo>
                <a:lnTo>
                  <a:pt x="1248209" y="53753"/>
                </a:lnTo>
                <a:lnTo>
                  <a:pt x="1226434" y="53753"/>
                </a:lnTo>
                <a:lnTo>
                  <a:pt x="1226434" y="110503"/>
                </a:lnTo>
                <a:cubicBezTo>
                  <a:pt x="1226434" y="115814"/>
                  <a:pt x="1226679" y="119240"/>
                  <a:pt x="1227169" y="120781"/>
                </a:cubicBezTo>
                <a:cubicBezTo>
                  <a:pt x="1227660" y="122322"/>
                  <a:pt x="1228526" y="123568"/>
                  <a:pt x="1229769" y="124521"/>
                </a:cubicBezTo>
                <a:cubicBezTo>
                  <a:pt x="1231011" y="125471"/>
                  <a:pt x="1232155" y="125946"/>
                  <a:pt x="1233202" y="125946"/>
                </a:cubicBezTo>
                <a:cubicBezTo>
                  <a:pt x="1237452" y="125946"/>
                  <a:pt x="1241474" y="122676"/>
                  <a:pt x="1245267" y="116137"/>
                </a:cubicBezTo>
                <a:lnTo>
                  <a:pt x="1248209" y="118317"/>
                </a:lnTo>
                <a:cubicBezTo>
                  <a:pt x="1242913" y="130988"/>
                  <a:pt x="1234313" y="137324"/>
                  <a:pt x="1222412" y="137324"/>
                </a:cubicBezTo>
                <a:cubicBezTo>
                  <a:pt x="1216592" y="137324"/>
                  <a:pt x="1211671" y="135701"/>
                  <a:pt x="1207650" y="132454"/>
                </a:cubicBezTo>
                <a:cubicBezTo>
                  <a:pt x="1203628" y="129205"/>
                  <a:pt x="1201061" y="125578"/>
                  <a:pt x="1199950" y="121575"/>
                </a:cubicBezTo>
                <a:cubicBezTo>
                  <a:pt x="1199296" y="119344"/>
                  <a:pt x="1198969" y="113306"/>
                  <a:pt x="1198969" y="103462"/>
                </a:cubicBezTo>
                <a:lnTo>
                  <a:pt x="1198969" y="53753"/>
                </a:lnTo>
                <a:lnTo>
                  <a:pt x="1187002" y="53753"/>
                </a:lnTo>
                <a:lnTo>
                  <a:pt x="1187002" y="50310"/>
                </a:lnTo>
                <a:cubicBezTo>
                  <a:pt x="1195241" y="44478"/>
                  <a:pt x="1202255" y="38351"/>
                  <a:pt x="1208042" y="31928"/>
                </a:cubicBezTo>
                <a:cubicBezTo>
                  <a:pt x="1213829" y="25505"/>
                  <a:pt x="1218881" y="18328"/>
                  <a:pt x="1223197" y="10397"/>
                </a:cubicBezTo>
                <a:lnTo>
                  <a:pt x="1226434" y="10397"/>
                </a:lnTo>
                <a:close/>
                <a:moveTo>
                  <a:pt x="1278666" y="0"/>
                </a:moveTo>
                <a:cubicBezTo>
                  <a:pt x="1282917" y="0"/>
                  <a:pt x="1286513" y="1493"/>
                  <a:pt x="1289456" y="4478"/>
                </a:cubicBezTo>
                <a:cubicBezTo>
                  <a:pt x="1292399" y="7462"/>
                  <a:pt x="1293870" y="11053"/>
                  <a:pt x="1293870" y="15253"/>
                </a:cubicBezTo>
                <a:cubicBezTo>
                  <a:pt x="1293870" y="19452"/>
                  <a:pt x="1292382" y="23028"/>
                  <a:pt x="1289407" y="25981"/>
                </a:cubicBezTo>
                <a:cubicBezTo>
                  <a:pt x="1286432" y="28932"/>
                  <a:pt x="1282851" y="30408"/>
                  <a:pt x="1278666" y="30408"/>
                </a:cubicBezTo>
                <a:cubicBezTo>
                  <a:pt x="1274481" y="30408"/>
                  <a:pt x="1270917" y="28932"/>
                  <a:pt x="1267975" y="25981"/>
                </a:cubicBezTo>
                <a:cubicBezTo>
                  <a:pt x="1265032" y="23028"/>
                  <a:pt x="1263561" y="19452"/>
                  <a:pt x="1263561" y="15253"/>
                </a:cubicBezTo>
                <a:cubicBezTo>
                  <a:pt x="1263561" y="11053"/>
                  <a:pt x="1265032" y="7462"/>
                  <a:pt x="1267975" y="4478"/>
                </a:cubicBezTo>
                <a:cubicBezTo>
                  <a:pt x="1270917" y="1493"/>
                  <a:pt x="1274481" y="0"/>
                  <a:pt x="1278666" y="0"/>
                </a:cubicBezTo>
                <a:moveTo>
                  <a:pt x="1292399" y="44140"/>
                </a:moveTo>
                <a:lnTo>
                  <a:pt x="1292399" y="116922"/>
                </a:lnTo>
                <a:cubicBezTo>
                  <a:pt x="1292399" y="123396"/>
                  <a:pt x="1293151" y="127532"/>
                  <a:pt x="1294655" y="129330"/>
                </a:cubicBezTo>
                <a:cubicBezTo>
                  <a:pt x="1296159" y="131128"/>
                  <a:pt x="1299102" y="132158"/>
                  <a:pt x="1303483" y="132420"/>
                </a:cubicBezTo>
                <a:lnTo>
                  <a:pt x="1303483" y="135951"/>
                </a:lnTo>
                <a:lnTo>
                  <a:pt x="1253948" y="135951"/>
                </a:lnTo>
                <a:lnTo>
                  <a:pt x="1253948" y="132420"/>
                </a:lnTo>
                <a:cubicBezTo>
                  <a:pt x="1258002" y="132289"/>
                  <a:pt x="1261010" y="131112"/>
                  <a:pt x="1262972" y="128889"/>
                </a:cubicBezTo>
                <a:cubicBezTo>
                  <a:pt x="1264280" y="127385"/>
                  <a:pt x="1264934" y="123396"/>
                  <a:pt x="1264934" y="116922"/>
                </a:cubicBezTo>
                <a:lnTo>
                  <a:pt x="1264934" y="63365"/>
                </a:lnTo>
                <a:cubicBezTo>
                  <a:pt x="1264934" y="56810"/>
                  <a:pt x="1264182" y="52622"/>
                  <a:pt x="1262678" y="50801"/>
                </a:cubicBezTo>
                <a:cubicBezTo>
                  <a:pt x="1261174" y="48980"/>
                  <a:pt x="1258264" y="47937"/>
                  <a:pt x="1253948" y="47671"/>
                </a:cubicBezTo>
                <a:lnTo>
                  <a:pt x="1253948" y="44140"/>
                </a:lnTo>
                <a:lnTo>
                  <a:pt x="1292399" y="44140"/>
                </a:lnTo>
                <a:close/>
                <a:moveTo>
                  <a:pt x="1353696" y="138698"/>
                </a:moveTo>
                <a:lnTo>
                  <a:pt x="1322798" y="67540"/>
                </a:lnTo>
                <a:cubicBezTo>
                  <a:pt x="1319070" y="58906"/>
                  <a:pt x="1316160" y="53437"/>
                  <a:pt x="1314068" y="51132"/>
                </a:cubicBezTo>
                <a:cubicBezTo>
                  <a:pt x="1312564" y="49417"/>
                  <a:pt x="1310340" y="48264"/>
                  <a:pt x="1307398" y="47671"/>
                </a:cubicBezTo>
                <a:lnTo>
                  <a:pt x="1307398" y="44140"/>
                </a:lnTo>
                <a:lnTo>
                  <a:pt x="1356148" y="44140"/>
                </a:lnTo>
                <a:lnTo>
                  <a:pt x="1356148" y="47671"/>
                </a:lnTo>
                <a:cubicBezTo>
                  <a:pt x="1353074" y="47671"/>
                  <a:pt x="1350982" y="48230"/>
                  <a:pt x="1349870" y="49348"/>
                </a:cubicBezTo>
                <a:cubicBezTo>
                  <a:pt x="1348301" y="50797"/>
                  <a:pt x="1347516" y="52507"/>
                  <a:pt x="1347516" y="54479"/>
                </a:cubicBezTo>
                <a:cubicBezTo>
                  <a:pt x="1347516" y="56913"/>
                  <a:pt x="1348955" y="61485"/>
                  <a:pt x="1351832" y="68196"/>
                </a:cubicBezTo>
                <a:lnTo>
                  <a:pt x="1366938" y="102662"/>
                </a:lnTo>
                <a:lnTo>
                  <a:pt x="1379003" y="72911"/>
                </a:lnTo>
                <a:cubicBezTo>
                  <a:pt x="1382468" y="64367"/>
                  <a:pt x="1384201" y="58320"/>
                  <a:pt x="1384201" y="54770"/>
                </a:cubicBezTo>
                <a:cubicBezTo>
                  <a:pt x="1384201" y="52733"/>
                  <a:pt x="1383466" y="51074"/>
                  <a:pt x="1381994" y="49792"/>
                </a:cubicBezTo>
                <a:cubicBezTo>
                  <a:pt x="1380523" y="48509"/>
                  <a:pt x="1377924" y="47802"/>
                  <a:pt x="1374196" y="47671"/>
                </a:cubicBezTo>
                <a:lnTo>
                  <a:pt x="1374196" y="44140"/>
                </a:lnTo>
                <a:lnTo>
                  <a:pt x="1404211" y="44140"/>
                </a:lnTo>
                <a:lnTo>
                  <a:pt x="1404211" y="47671"/>
                </a:lnTo>
                <a:cubicBezTo>
                  <a:pt x="1401334" y="48066"/>
                  <a:pt x="1398980" y="49150"/>
                  <a:pt x="1397149" y="50923"/>
                </a:cubicBezTo>
                <a:cubicBezTo>
                  <a:pt x="1395318" y="52697"/>
                  <a:pt x="1392572" y="57919"/>
                  <a:pt x="1388910" y="66590"/>
                </a:cubicBezTo>
                <a:lnTo>
                  <a:pt x="1358306" y="138698"/>
                </a:lnTo>
                <a:lnTo>
                  <a:pt x="1353696" y="138698"/>
                </a:lnTo>
                <a:close/>
                <a:moveTo>
                  <a:pt x="1490693" y="86711"/>
                </a:moveTo>
                <a:lnTo>
                  <a:pt x="1440373" y="86711"/>
                </a:lnTo>
                <a:cubicBezTo>
                  <a:pt x="1440961" y="98906"/>
                  <a:pt x="1444198" y="108545"/>
                  <a:pt x="1450084" y="115625"/>
                </a:cubicBezTo>
                <a:cubicBezTo>
                  <a:pt x="1454596" y="121067"/>
                  <a:pt x="1460023" y="123788"/>
                  <a:pt x="1466367" y="123788"/>
                </a:cubicBezTo>
                <a:cubicBezTo>
                  <a:pt x="1470290" y="123788"/>
                  <a:pt x="1473854" y="122693"/>
                  <a:pt x="1477058" y="120502"/>
                </a:cubicBezTo>
                <a:cubicBezTo>
                  <a:pt x="1480262" y="118312"/>
                  <a:pt x="1483696" y="114372"/>
                  <a:pt x="1487358" y="108682"/>
                </a:cubicBezTo>
                <a:lnTo>
                  <a:pt x="1490693" y="110840"/>
                </a:lnTo>
                <a:cubicBezTo>
                  <a:pt x="1485723" y="120976"/>
                  <a:pt x="1480230" y="128153"/>
                  <a:pt x="1474214" y="132371"/>
                </a:cubicBezTo>
                <a:cubicBezTo>
                  <a:pt x="1468197" y="136589"/>
                  <a:pt x="1461233" y="138698"/>
                  <a:pt x="1453321" y="138698"/>
                </a:cubicBezTo>
                <a:cubicBezTo>
                  <a:pt x="1439719" y="138698"/>
                  <a:pt x="1429420" y="133461"/>
                  <a:pt x="1422423" y="122988"/>
                </a:cubicBezTo>
                <a:cubicBezTo>
                  <a:pt x="1416799" y="114544"/>
                  <a:pt x="1413987" y="104071"/>
                  <a:pt x="1413987" y="91569"/>
                </a:cubicBezTo>
                <a:cubicBezTo>
                  <a:pt x="1413987" y="76251"/>
                  <a:pt x="1418123" y="64059"/>
                  <a:pt x="1426395" y="54994"/>
                </a:cubicBezTo>
                <a:cubicBezTo>
                  <a:pt x="1434667" y="45927"/>
                  <a:pt x="1444362" y="41394"/>
                  <a:pt x="1455479" y="41394"/>
                </a:cubicBezTo>
                <a:cubicBezTo>
                  <a:pt x="1464764" y="41394"/>
                  <a:pt x="1472824" y="45203"/>
                  <a:pt x="1479658" y="52821"/>
                </a:cubicBezTo>
                <a:cubicBezTo>
                  <a:pt x="1486491" y="60439"/>
                  <a:pt x="1490169" y="71736"/>
                  <a:pt x="1490693" y="86711"/>
                </a:cubicBezTo>
                <a:moveTo>
                  <a:pt x="1466563" y="80237"/>
                </a:moveTo>
                <a:cubicBezTo>
                  <a:pt x="1466563" y="69708"/>
                  <a:pt x="1465991" y="62483"/>
                  <a:pt x="1464846" y="58559"/>
                </a:cubicBezTo>
                <a:cubicBezTo>
                  <a:pt x="1463702" y="54635"/>
                  <a:pt x="1461920" y="51660"/>
                  <a:pt x="1459500" y="49633"/>
                </a:cubicBezTo>
                <a:cubicBezTo>
                  <a:pt x="1458127" y="48456"/>
                  <a:pt x="1456296" y="47867"/>
                  <a:pt x="1454007" y="47867"/>
                </a:cubicBezTo>
                <a:cubicBezTo>
                  <a:pt x="1450607" y="47867"/>
                  <a:pt x="1447828" y="49535"/>
                  <a:pt x="1445670" y="52870"/>
                </a:cubicBezTo>
                <a:cubicBezTo>
                  <a:pt x="1441812" y="58690"/>
                  <a:pt x="1439883" y="66668"/>
                  <a:pt x="1439883" y="76804"/>
                </a:cubicBezTo>
                <a:lnTo>
                  <a:pt x="1439883" y="80237"/>
                </a:lnTo>
                <a:lnTo>
                  <a:pt x="1466563" y="802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(2)Selectreviews">
            <a:extLst xmlns:a="http://schemas.openxmlformats.org/drawingml/2006/main">
              <a:ext uri="{FF2B5EF4-FFF2-40B4-BE49-F238E27FC236}">
                <a16:creationId xmlns:a16="http://schemas.microsoft.com/office/drawing/2014/main" id="{56F7D008-7828-4F8D-BDA1-F68898B6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908" y="2465949"/>
            <a:ext cx="1468854" cy="176168"/>
          </a:xfrm>
          <a:custGeom xmlns:a="http://schemas.openxmlformats.org/drawingml/2006/main">
            <a:pathLst>
              <a:path w="1468854" h="176168">
                <a:moveTo>
                  <a:pt x="56499" y="0"/>
                </a:moveTo>
                <a:lnTo>
                  <a:pt x="56499" y="4512"/>
                </a:lnTo>
                <a:cubicBezTo>
                  <a:pt x="49698" y="8957"/>
                  <a:pt x="44696" y="13303"/>
                  <a:pt x="41492" y="17552"/>
                </a:cubicBezTo>
                <a:cubicBezTo>
                  <a:pt x="37045" y="23433"/>
                  <a:pt x="33579" y="30981"/>
                  <a:pt x="31094" y="40195"/>
                </a:cubicBezTo>
                <a:cubicBezTo>
                  <a:pt x="27955" y="51633"/>
                  <a:pt x="26386" y="67612"/>
                  <a:pt x="26386" y="88133"/>
                </a:cubicBezTo>
                <a:cubicBezTo>
                  <a:pt x="26386" y="107477"/>
                  <a:pt x="27808" y="122508"/>
                  <a:pt x="30653" y="133226"/>
                </a:cubicBezTo>
                <a:cubicBezTo>
                  <a:pt x="33497" y="143944"/>
                  <a:pt x="37372" y="152604"/>
                  <a:pt x="42276" y="159204"/>
                </a:cubicBezTo>
                <a:cubicBezTo>
                  <a:pt x="45677" y="163780"/>
                  <a:pt x="50418" y="167799"/>
                  <a:pt x="56499" y="171263"/>
                </a:cubicBezTo>
                <a:lnTo>
                  <a:pt x="56499" y="176168"/>
                </a:lnTo>
                <a:cubicBezTo>
                  <a:pt x="40740" y="170873"/>
                  <a:pt x="27383" y="160072"/>
                  <a:pt x="16430" y="143765"/>
                </a:cubicBezTo>
                <a:cubicBezTo>
                  <a:pt x="5477" y="127459"/>
                  <a:pt x="0" y="108719"/>
                  <a:pt x="0" y="87544"/>
                </a:cubicBezTo>
                <a:cubicBezTo>
                  <a:pt x="0" y="66631"/>
                  <a:pt x="5460" y="48120"/>
                  <a:pt x="16381" y="32011"/>
                </a:cubicBezTo>
                <a:cubicBezTo>
                  <a:pt x="27301" y="15900"/>
                  <a:pt x="40674" y="5229"/>
                  <a:pt x="56499" y="0"/>
                </a:cubicBezTo>
                <a:close/>
                <a:moveTo>
                  <a:pt x="141670" y="135951"/>
                </a:moveTo>
                <a:lnTo>
                  <a:pt x="63395" y="135951"/>
                </a:lnTo>
                <a:lnTo>
                  <a:pt x="63395" y="133793"/>
                </a:lnTo>
                <a:cubicBezTo>
                  <a:pt x="87394" y="105241"/>
                  <a:pt x="101960" y="86033"/>
                  <a:pt x="107093" y="76169"/>
                </a:cubicBezTo>
                <a:cubicBezTo>
                  <a:pt x="112227" y="66303"/>
                  <a:pt x="114793" y="56666"/>
                  <a:pt x="114793" y="47257"/>
                </a:cubicBezTo>
                <a:cubicBezTo>
                  <a:pt x="114793" y="40397"/>
                  <a:pt x="112668" y="34697"/>
                  <a:pt x="108417" y="30156"/>
                </a:cubicBezTo>
                <a:cubicBezTo>
                  <a:pt x="104167" y="25615"/>
                  <a:pt x="98968" y="23345"/>
                  <a:pt x="92821" y="23345"/>
                </a:cubicBezTo>
                <a:cubicBezTo>
                  <a:pt x="82751" y="23345"/>
                  <a:pt x="74936" y="28373"/>
                  <a:pt x="69378" y="38429"/>
                </a:cubicBezTo>
                <a:lnTo>
                  <a:pt x="65749" y="37157"/>
                </a:lnTo>
                <a:cubicBezTo>
                  <a:pt x="69280" y="24575"/>
                  <a:pt x="74642" y="15270"/>
                  <a:pt x="81835" y="9242"/>
                </a:cubicBezTo>
                <a:cubicBezTo>
                  <a:pt x="89029" y="3211"/>
                  <a:pt x="97333" y="196"/>
                  <a:pt x="106750" y="196"/>
                </a:cubicBezTo>
                <a:cubicBezTo>
                  <a:pt x="113485" y="196"/>
                  <a:pt x="119632" y="1766"/>
                  <a:pt x="125191" y="4904"/>
                </a:cubicBezTo>
                <a:cubicBezTo>
                  <a:pt x="130749" y="8043"/>
                  <a:pt x="135098" y="12343"/>
                  <a:pt x="138236" y="17803"/>
                </a:cubicBezTo>
                <a:cubicBezTo>
                  <a:pt x="141375" y="23263"/>
                  <a:pt x="142945" y="28380"/>
                  <a:pt x="142945" y="33154"/>
                </a:cubicBezTo>
                <a:cubicBezTo>
                  <a:pt x="142945" y="41851"/>
                  <a:pt x="140525" y="50679"/>
                  <a:pt x="135686" y="59638"/>
                </a:cubicBezTo>
                <a:cubicBezTo>
                  <a:pt x="129081" y="71736"/>
                  <a:pt x="114662" y="88607"/>
                  <a:pt x="92429" y="110252"/>
                </a:cubicBezTo>
                <a:lnTo>
                  <a:pt x="121169" y="110252"/>
                </a:lnTo>
                <a:cubicBezTo>
                  <a:pt x="128231" y="110252"/>
                  <a:pt x="132825" y="109958"/>
                  <a:pt x="134950" y="109369"/>
                </a:cubicBezTo>
                <a:cubicBezTo>
                  <a:pt x="137076" y="108781"/>
                  <a:pt x="138825" y="107783"/>
                  <a:pt x="140198" y="106377"/>
                </a:cubicBezTo>
                <a:cubicBezTo>
                  <a:pt x="141571" y="104971"/>
                  <a:pt x="143370" y="102012"/>
                  <a:pt x="145593" y="97500"/>
                </a:cubicBezTo>
                <a:lnTo>
                  <a:pt x="149124" y="97500"/>
                </a:lnTo>
                <a:lnTo>
                  <a:pt x="141670" y="135951"/>
                </a:lnTo>
                <a:close/>
                <a:moveTo>
                  <a:pt x="161626" y="176168"/>
                </a:moveTo>
                <a:lnTo>
                  <a:pt x="161626" y="171656"/>
                </a:lnTo>
                <a:cubicBezTo>
                  <a:pt x="168427" y="167145"/>
                  <a:pt x="173430" y="162767"/>
                  <a:pt x="176634" y="158521"/>
                </a:cubicBezTo>
                <a:cubicBezTo>
                  <a:pt x="181015" y="152638"/>
                  <a:pt x="184481" y="145121"/>
                  <a:pt x="187031" y="135973"/>
                </a:cubicBezTo>
                <a:cubicBezTo>
                  <a:pt x="190170" y="124470"/>
                  <a:pt x="191740" y="108458"/>
                  <a:pt x="191740" y="87937"/>
                </a:cubicBezTo>
                <a:cubicBezTo>
                  <a:pt x="191740" y="68593"/>
                  <a:pt x="190317" y="53578"/>
                  <a:pt x="187473" y="42892"/>
                </a:cubicBezTo>
                <a:cubicBezTo>
                  <a:pt x="184628" y="32207"/>
                  <a:pt x="180754" y="23564"/>
                  <a:pt x="175849" y="16963"/>
                </a:cubicBezTo>
                <a:cubicBezTo>
                  <a:pt x="172449" y="12388"/>
                  <a:pt x="167708" y="8368"/>
                  <a:pt x="161626" y="4904"/>
                </a:cubicBezTo>
                <a:lnTo>
                  <a:pt x="161626" y="0"/>
                </a:lnTo>
                <a:cubicBezTo>
                  <a:pt x="177386" y="5295"/>
                  <a:pt x="190742" y="16096"/>
                  <a:pt x="201696" y="32403"/>
                </a:cubicBezTo>
                <a:cubicBezTo>
                  <a:pt x="212649" y="48708"/>
                  <a:pt x="218126" y="67448"/>
                  <a:pt x="218126" y="88623"/>
                </a:cubicBezTo>
                <a:cubicBezTo>
                  <a:pt x="218126" y="109471"/>
                  <a:pt x="212649" y="127950"/>
                  <a:pt x="201696" y="144059"/>
                </a:cubicBezTo>
                <a:cubicBezTo>
                  <a:pt x="190742" y="160170"/>
                  <a:pt x="177386" y="170873"/>
                  <a:pt x="161626" y="176168"/>
                </a:cubicBezTo>
                <a:close/>
                <a:moveTo>
                  <a:pt x="370532" y="0"/>
                </a:moveTo>
                <a:lnTo>
                  <a:pt x="371611" y="44336"/>
                </a:lnTo>
                <a:lnTo>
                  <a:pt x="367589" y="44336"/>
                </a:lnTo>
                <a:cubicBezTo>
                  <a:pt x="365693" y="33248"/>
                  <a:pt x="361033" y="24329"/>
                  <a:pt x="353611" y="17579"/>
                </a:cubicBezTo>
                <a:cubicBezTo>
                  <a:pt x="346189" y="10830"/>
                  <a:pt x="338162" y="7455"/>
                  <a:pt x="329531" y="7455"/>
                </a:cubicBezTo>
                <a:cubicBezTo>
                  <a:pt x="322861" y="7455"/>
                  <a:pt x="317580" y="9232"/>
                  <a:pt x="313689" y="12785"/>
                </a:cubicBezTo>
                <a:cubicBezTo>
                  <a:pt x="309798" y="16337"/>
                  <a:pt x="307853" y="20427"/>
                  <a:pt x="307853" y="25056"/>
                </a:cubicBezTo>
                <a:cubicBezTo>
                  <a:pt x="307853" y="27988"/>
                  <a:pt x="308540" y="30596"/>
                  <a:pt x="309913" y="32878"/>
                </a:cubicBezTo>
                <a:cubicBezTo>
                  <a:pt x="311809" y="35941"/>
                  <a:pt x="314850" y="38972"/>
                  <a:pt x="319035" y="41970"/>
                </a:cubicBezTo>
                <a:cubicBezTo>
                  <a:pt x="322109" y="44122"/>
                  <a:pt x="329204" y="47936"/>
                  <a:pt x="340320" y="53412"/>
                </a:cubicBezTo>
                <a:cubicBezTo>
                  <a:pt x="355884" y="61039"/>
                  <a:pt x="366379" y="68243"/>
                  <a:pt x="371807" y="75026"/>
                </a:cubicBezTo>
                <a:cubicBezTo>
                  <a:pt x="377169" y="81806"/>
                  <a:pt x="379850" y="89565"/>
                  <a:pt x="379850" y="98303"/>
                </a:cubicBezTo>
                <a:cubicBezTo>
                  <a:pt x="379850" y="109387"/>
                  <a:pt x="375518" y="118924"/>
                  <a:pt x="366853" y="126912"/>
                </a:cubicBezTo>
                <a:cubicBezTo>
                  <a:pt x="358189" y="134900"/>
                  <a:pt x="347187" y="138894"/>
                  <a:pt x="333846" y="138894"/>
                </a:cubicBezTo>
                <a:cubicBezTo>
                  <a:pt x="329661" y="138894"/>
                  <a:pt x="325705" y="138469"/>
                  <a:pt x="321978" y="137619"/>
                </a:cubicBezTo>
                <a:cubicBezTo>
                  <a:pt x="318250" y="136769"/>
                  <a:pt x="313575" y="135166"/>
                  <a:pt x="307951" y="132812"/>
                </a:cubicBezTo>
                <a:cubicBezTo>
                  <a:pt x="304812" y="131504"/>
                  <a:pt x="302229" y="130851"/>
                  <a:pt x="300202" y="130851"/>
                </a:cubicBezTo>
                <a:cubicBezTo>
                  <a:pt x="298502" y="130851"/>
                  <a:pt x="296704" y="131513"/>
                  <a:pt x="294807" y="132837"/>
                </a:cubicBezTo>
                <a:cubicBezTo>
                  <a:pt x="292911" y="134161"/>
                  <a:pt x="291374" y="136180"/>
                  <a:pt x="290197" y="138894"/>
                </a:cubicBezTo>
                <a:lnTo>
                  <a:pt x="286568" y="138894"/>
                </a:lnTo>
                <a:lnTo>
                  <a:pt x="286568" y="88672"/>
                </a:lnTo>
                <a:lnTo>
                  <a:pt x="290197" y="88672"/>
                </a:lnTo>
                <a:cubicBezTo>
                  <a:pt x="293074" y="102764"/>
                  <a:pt x="298616" y="113513"/>
                  <a:pt x="306823" y="120919"/>
                </a:cubicBezTo>
                <a:cubicBezTo>
                  <a:pt x="315030" y="128325"/>
                  <a:pt x="323874" y="132028"/>
                  <a:pt x="333356" y="132028"/>
                </a:cubicBezTo>
                <a:cubicBezTo>
                  <a:pt x="340680" y="132028"/>
                  <a:pt x="346516" y="130039"/>
                  <a:pt x="350865" y="126063"/>
                </a:cubicBezTo>
                <a:cubicBezTo>
                  <a:pt x="355214" y="122086"/>
                  <a:pt x="357388" y="117457"/>
                  <a:pt x="357388" y="112177"/>
                </a:cubicBezTo>
                <a:cubicBezTo>
                  <a:pt x="357388" y="109048"/>
                  <a:pt x="356554" y="106018"/>
                  <a:pt x="354887" y="103085"/>
                </a:cubicBezTo>
                <a:cubicBezTo>
                  <a:pt x="353219" y="100151"/>
                  <a:pt x="350685" y="97363"/>
                  <a:pt x="347285" y="94723"/>
                </a:cubicBezTo>
                <a:cubicBezTo>
                  <a:pt x="343884" y="92083"/>
                  <a:pt x="337868" y="88645"/>
                  <a:pt x="329236" y="84409"/>
                </a:cubicBezTo>
                <a:cubicBezTo>
                  <a:pt x="317139" y="78476"/>
                  <a:pt x="308441" y="73421"/>
                  <a:pt x="303145" y="69242"/>
                </a:cubicBezTo>
                <a:cubicBezTo>
                  <a:pt x="297848" y="65063"/>
                  <a:pt x="293777" y="60394"/>
                  <a:pt x="290933" y="55236"/>
                </a:cubicBezTo>
                <a:cubicBezTo>
                  <a:pt x="288088" y="50078"/>
                  <a:pt x="286666" y="44398"/>
                  <a:pt x="286666" y="38196"/>
                </a:cubicBezTo>
                <a:cubicBezTo>
                  <a:pt x="286666" y="27619"/>
                  <a:pt x="290557" y="18609"/>
                  <a:pt x="298338" y="11167"/>
                </a:cubicBezTo>
                <a:cubicBezTo>
                  <a:pt x="306120" y="3722"/>
                  <a:pt x="315929" y="0"/>
                  <a:pt x="327765" y="0"/>
                </a:cubicBezTo>
                <a:cubicBezTo>
                  <a:pt x="332081" y="0"/>
                  <a:pt x="336266" y="529"/>
                  <a:pt x="340320" y="1588"/>
                </a:cubicBezTo>
                <a:cubicBezTo>
                  <a:pt x="343394" y="2381"/>
                  <a:pt x="347138" y="3851"/>
                  <a:pt x="351552" y="5999"/>
                </a:cubicBezTo>
                <a:cubicBezTo>
                  <a:pt x="355966" y="8146"/>
                  <a:pt x="359055" y="9220"/>
                  <a:pt x="360821" y="9220"/>
                </a:cubicBezTo>
                <a:cubicBezTo>
                  <a:pt x="362521" y="9220"/>
                  <a:pt x="363862" y="8692"/>
                  <a:pt x="364843" y="7636"/>
                </a:cubicBezTo>
                <a:cubicBezTo>
                  <a:pt x="365823" y="6577"/>
                  <a:pt x="366739" y="4032"/>
                  <a:pt x="367589" y="0"/>
                </a:cubicBezTo>
                <a:lnTo>
                  <a:pt x="370532" y="0"/>
                </a:lnTo>
                <a:close/>
                <a:moveTo>
                  <a:pt x="472157" y="86711"/>
                </a:moveTo>
                <a:lnTo>
                  <a:pt x="421837" y="86711"/>
                </a:lnTo>
                <a:cubicBezTo>
                  <a:pt x="422426" y="98906"/>
                  <a:pt x="425663" y="108545"/>
                  <a:pt x="431548" y="115625"/>
                </a:cubicBezTo>
                <a:cubicBezTo>
                  <a:pt x="436060" y="121067"/>
                  <a:pt x="441488" y="123788"/>
                  <a:pt x="447831" y="123788"/>
                </a:cubicBezTo>
                <a:cubicBezTo>
                  <a:pt x="451754" y="123788"/>
                  <a:pt x="455318" y="122693"/>
                  <a:pt x="458522" y="120502"/>
                </a:cubicBezTo>
                <a:cubicBezTo>
                  <a:pt x="461727" y="118312"/>
                  <a:pt x="465160" y="114372"/>
                  <a:pt x="468822" y="108682"/>
                </a:cubicBezTo>
                <a:lnTo>
                  <a:pt x="472157" y="110840"/>
                </a:lnTo>
                <a:cubicBezTo>
                  <a:pt x="467187" y="120976"/>
                  <a:pt x="461694" y="128153"/>
                  <a:pt x="455678" y="132371"/>
                </a:cubicBezTo>
                <a:cubicBezTo>
                  <a:pt x="449662" y="136589"/>
                  <a:pt x="442697" y="138698"/>
                  <a:pt x="434785" y="138698"/>
                </a:cubicBezTo>
                <a:cubicBezTo>
                  <a:pt x="421183" y="138698"/>
                  <a:pt x="410884" y="133461"/>
                  <a:pt x="403887" y="122988"/>
                </a:cubicBezTo>
                <a:cubicBezTo>
                  <a:pt x="398263" y="114544"/>
                  <a:pt x="395451" y="104071"/>
                  <a:pt x="395451" y="91569"/>
                </a:cubicBezTo>
                <a:cubicBezTo>
                  <a:pt x="395451" y="76251"/>
                  <a:pt x="399587" y="64059"/>
                  <a:pt x="407859" y="54994"/>
                </a:cubicBezTo>
                <a:cubicBezTo>
                  <a:pt x="416132" y="45927"/>
                  <a:pt x="425826" y="41394"/>
                  <a:pt x="436943" y="41394"/>
                </a:cubicBezTo>
                <a:cubicBezTo>
                  <a:pt x="446229" y="41394"/>
                  <a:pt x="454288" y="45203"/>
                  <a:pt x="461122" y="52821"/>
                </a:cubicBezTo>
                <a:cubicBezTo>
                  <a:pt x="467955" y="60439"/>
                  <a:pt x="471634" y="71736"/>
                  <a:pt x="472157" y="86711"/>
                </a:cubicBezTo>
                <a:moveTo>
                  <a:pt x="448027" y="80237"/>
                </a:moveTo>
                <a:cubicBezTo>
                  <a:pt x="448027" y="69708"/>
                  <a:pt x="447455" y="62483"/>
                  <a:pt x="446310" y="58559"/>
                </a:cubicBezTo>
                <a:cubicBezTo>
                  <a:pt x="445166" y="54635"/>
                  <a:pt x="443384" y="51660"/>
                  <a:pt x="440964" y="49633"/>
                </a:cubicBezTo>
                <a:cubicBezTo>
                  <a:pt x="439591" y="48456"/>
                  <a:pt x="437760" y="47867"/>
                  <a:pt x="435471" y="47867"/>
                </a:cubicBezTo>
                <a:cubicBezTo>
                  <a:pt x="432071" y="47867"/>
                  <a:pt x="429292" y="49535"/>
                  <a:pt x="427134" y="52870"/>
                </a:cubicBezTo>
                <a:cubicBezTo>
                  <a:pt x="423276" y="58690"/>
                  <a:pt x="421347" y="66668"/>
                  <a:pt x="421347" y="76804"/>
                </a:cubicBezTo>
                <a:lnTo>
                  <a:pt x="421347" y="80237"/>
                </a:lnTo>
                <a:lnTo>
                  <a:pt x="448027" y="80237"/>
                </a:lnTo>
                <a:close/>
                <a:moveTo>
                  <a:pt x="520207" y="2943"/>
                </a:moveTo>
                <a:lnTo>
                  <a:pt x="520207" y="116922"/>
                </a:lnTo>
                <a:cubicBezTo>
                  <a:pt x="520207" y="123396"/>
                  <a:pt x="520959" y="127532"/>
                  <a:pt x="522463" y="129330"/>
                </a:cubicBezTo>
                <a:cubicBezTo>
                  <a:pt x="523967" y="131128"/>
                  <a:pt x="526910" y="132158"/>
                  <a:pt x="531291" y="132420"/>
                </a:cubicBezTo>
                <a:lnTo>
                  <a:pt x="531291" y="135951"/>
                </a:lnTo>
                <a:lnTo>
                  <a:pt x="481756" y="135951"/>
                </a:lnTo>
                <a:lnTo>
                  <a:pt x="481756" y="132420"/>
                </a:lnTo>
                <a:cubicBezTo>
                  <a:pt x="485811" y="132289"/>
                  <a:pt x="488819" y="131112"/>
                  <a:pt x="490781" y="128889"/>
                </a:cubicBezTo>
                <a:cubicBezTo>
                  <a:pt x="492088" y="127385"/>
                  <a:pt x="492742" y="123396"/>
                  <a:pt x="492742" y="116922"/>
                </a:cubicBezTo>
                <a:lnTo>
                  <a:pt x="492742" y="21972"/>
                </a:lnTo>
                <a:cubicBezTo>
                  <a:pt x="492742" y="15523"/>
                  <a:pt x="491990" y="11394"/>
                  <a:pt x="490486" y="9585"/>
                </a:cubicBezTo>
                <a:cubicBezTo>
                  <a:pt x="488982" y="7775"/>
                  <a:pt x="486072" y="6737"/>
                  <a:pt x="481756" y="6474"/>
                </a:cubicBezTo>
                <a:lnTo>
                  <a:pt x="481756" y="2943"/>
                </a:lnTo>
                <a:lnTo>
                  <a:pt x="520207" y="2943"/>
                </a:lnTo>
                <a:close/>
                <a:moveTo>
                  <a:pt x="617679" y="86711"/>
                </a:moveTo>
                <a:lnTo>
                  <a:pt x="567359" y="86711"/>
                </a:lnTo>
                <a:cubicBezTo>
                  <a:pt x="567948" y="98906"/>
                  <a:pt x="571184" y="108545"/>
                  <a:pt x="577070" y="115625"/>
                </a:cubicBezTo>
                <a:cubicBezTo>
                  <a:pt x="581582" y="121067"/>
                  <a:pt x="587009" y="123788"/>
                  <a:pt x="593353" y="123788"/>
                </a:cubicBezTo>
                <a:cubicBezTo>
                  <a:pt x="597276" y="123788"/>
                  <a:pt x="600840" y="122693"/>
                  <a:pt x="604044" y="120502"/>
                </a:cubicBezTo>
                <a:cubicBezTo>
                  <a:pt x="607248" y="118312"/>
                  <a:pt x="610682" y="114372"/>
                  <a:pt x="614344" y="108682"/>
                </a:cubicBezTo>
                <a:lnTo>
                  <a:pt x="617679" y="110840"/>
                </a:lnTo>
                <a:cubicBezTo>
                  <a:pt x="612709" y="120976"/>
                  <a:pt x="607216" y="128153"/>
                  <a:pt x="601200" y="132371"/>
                </a:cubicBezTo>
                <a:cubicBezTo>
                  <a:pt x="595184" y="136589"/>
                  <a:pt x="588219" y="138698"/>
                  <a:pt x="580307" y="138698"/>
                </a:cubicBezTo>
                <a:cubicBezTo>
                  <a:pt x="566705" y="138698"/>
                  <a:pt x="556406" y="133461"/>
                  <a:pt x="549409" y="122988"/>
                </a:cubicBezTo>
                <a:cubicBezTo>
                  <a:pt x="543785" y="114544"/>
                  <a:pt x="540973" y="104071"/>
                  <a:pt x="540973" y="91569"/>
                </a:cubicBezTo>
                <a:cubicBezTo>
                  <a:pt x="540973" y="76251"/>
                  <a:pt x="545109" y="64059"/>
                  <a:pt x="553381" y="54994"/>
                </a:cubicBezTo>
                <a:cubicBezTo>
                  <a:pt x="561654" y="45927"/>
                  <a:pt x="571348" y="41394"/>
                  <a:pt x="582465" y="41394"/>
                </a:cubicBezTo>
                <a:cubicBezTo>
                  <a:pt x="591750" y="41394"/>
                  <a:pt x="599810" y="45203"/>
                  <a:pt x="606644" y="52821"/>
                </a:cubicBezTo>
                <a:cubicBezTo>
                  <a:pt x="613477" y="60439"/>
                  <a:pt x="617155" y="71736"/>
                  <a:pt x="617679" y="86711"/>
                </a:cubicBezTo>
                <a:moveTo>
                  <a:pt x="593549" y="80237"/>
                </a:moveTo>
                <a:cubicBezTo>
                  <a:pt x="593549" y="69708"/>
                  <a:pt x="592977" y="62483"/>
                  <a:pt x="591832" y="58559"/>
                </a:cubicBezTo>
                <a:cubicBezTo>
                  <a:pt x="590688" y="54635"/>
                  <a:pt x="588906" y="51660"/>
                  <a:pt x="586486" y="49633"/>
                </a:cubicBezTo>
                <a:cubicBezTo>
                  <a:pt x="585113" y="48456"/>
                  <a:pt x="583282" y="47867"/>
                  <a:pt x="580993" y="47867"/>
                </a:cubicBezTo>
                <a:cubicBezTo>
                  <a:pt x="577593" y="47867"/>
                  <a:pt x="574814" y="49535"/>
                  <a:pt x="572656" y="52870"/>
                </a:cubicBezTo>
                <a:cubicBezTo>
                  <a:pt x="568798" y="58690"/>
                  <a:pt x="566869" y="66668"/>
                  <a:pt x="566869" y="76804"/>
                </a:cubicBezTo>
                <a:lnTo>
                  <a:pt x="566869" y="80237"/>
                </a:lnTo>
                <a:lnTo>
                  <a:pt x="593549" y="80237"/>
                </a:lnTo>
                <a:close/>
                <a:moveTo>
                  <a:pt x="704670" y="112235"/>
                </a:moveTo>
                <a:lnTo>
                  <a:pt x="707711" y="114586"/>
                </a:lnTo>
                <a:cubicBezTo>
                  <a:pt x="703395" y="122721"/>
                  <a:pt x="698017" y="128774"/>
                  <a:pt x="691576" y="132745"/>
                </a:cubicBezTo>
                <a:cubicBezTo>
                  <a:pt x="685134" y="136713"/>
                  <a:pt x="678284" y="138698"/>
                  <a:pt x="671026" y="138698"/>
                </a:cubicBezTo>
                <a:cubicBezTo>
                  <a:pt x="658797" y="138698"/>
                  <a:pt x="649021" y="134083"/>
                  <a:pt x="641697" y="124855"/>
                </a:cubicBezTo>
                <a:cubicBezTo>
                  <a:pt x="634373" y="115624"/>
                  <a:pt x="630711" y="104529"/>
                  <a:pt x="630711" y="91569"/>
                </a:cubicBezTo>
                <a:cubicBezTo>
                  <a:pt x="630711" y="79065"/>
                  <a:pt x="634046" y="68068"/>
                  <a:pt x="640716" y="58577"/>
                </a:cubicBezTo>
                <a:cubicBezTo>
                  <a:pt x="648760" y="47121"/>
                  <a:pt x="659844" y="41394"/>
                  <a:pt x="673969" y="41394"/>
                </a:cubicBezTo>
                <a:cubicBezTo>
                  <a:pt x="683451" y="41394"/>
                  <a:pt x="690987" y="43787"/>
                  <a:pt x="696578" y="48575"/>
                </a:cubicBezTo>
                <a:cubicBezTo>
                  <a:pt x="702169" y="53361"/>
                  <a:pt x="704965" y="58705"/>
                  <a:pt x="704965" y="64607"/>
                </a:cubicBezTo>
                <a:cubicBezTo>
                  <a:pt x="704965" y="68344"/>
                  <a:pt x="703837" y="71328"/>
                  <a:pt x="701581" y="73557"/>
                </a:cubicBezTo>
                <a:cubicBezTo>
                  <a:pt x="699325" y="75787"/>
                  <a:pt x="696366" y="76902"/>
                  <a:pt x="692704" y="76902"/>
                </a:cubicBezTo>
                <a:cubicBezTo>
                  <a:pt x="688845" y="76902"/>
                  <a:pt x="685658" y="75622"/>
                  <a:pt x="683140" y="73064"/>
                </a:cubicBezTo>
                <a:cubicBezTo>
                  <a:pt x="680622" y="70503"/>
                  <a:pt x="679069" y="65942"/>
                  <a:pt x="678481" y="59381"/>
                </a:cubicBezTo>
                <a:cubicBezTo>
                  <a:pt x="678088" y="55247"/>
                  <a:pt x="677140" y="52359"/>
                  <a:pt x="675636" y="50718"/>
                </a:cubicBezTo>
                <a:cubicBezTo>
                  <a:pt x="674132" y="49079"/>
                  <a:pt x="672366" y="48260"/>
                  <a:pt x="670339" y="48260"/>
                </a:cubicBezTo>
                <a:cubicBezTo>
                  <a:pt x="667200" y="48260"/>
                  <a:pt x="664519" y="49927"/>
                  <a:pt x="662296" y="53262"/>
                </a:cubicBezTo>
                <a:cubicBezTo>
                  <a:pt x="658896" y="58297"/>
                  <a:pt x="657195" y="66014"/>
                  <a:pt x="657195" y="76411"/>
                </a:cubicBezTo>
                <a:cubicBezTo>
                  <a:pt x="657195" y="85043"/>
                  <a:pt x="658569" y="93299"/>
                  <a:pt x="661315" y="101179"/>
                </a:cubicBezTo>
                <a:cubicBezTo>
                  <a:pt x="664062" y="109058"/>
                  <a:pt x="667822" y="114927"/>
                  <a:pt x="672595" y="118786"/>
                </a:cubicBezTo>
                <a:cubicBezTo>
                  <a:pt x="676192" y="121598"/>
                  <a:pt x="680442" y="123003"/>
                  <a:pt x="685347" y="123003"/>
                </a:cubicBezTo>
                <a:cubicBezTo>
                  <a:pt x="688551" y="123003"/>
                  <a:pt x="691592" y="122253"/>
                  <a:pt x="694469" y="120754"/>
                </a:cubicBezTo>
                <a:cubicBezTo>
                  <a:pt x="697346" y="119252"/>
                  <a:pt x="700747" y="116412"/>
                  <a:pt x="704670" y="112235"/>
                </a:cubicBezTo>
                <a:close/>
                <a:moveTo>
                  <a:pt x="756056" y="10397"/>
                </a:moveTo>
                <a:lnTo>
                  <a:pt x="756056" y="44140"/>
                </a:lnTo>
                <a:lnTo>
                  <a:pt x="777831" y="44140"/>
                </a:lnTo>
                <a:lnTo>
                  <a:pt x="777831" y="53753"/>
                </a:lnTo>
                <a:lnTo>
                  <a:pt x="756056" y="53753"/>
                </a:lnTo>
                <a:lnTo>
                  <a:pt x="756056" y="110503"/>
                </a:lnTo>
                <a:cubicBezTo>
                  <a:pt x="756056" y="115814"/>
                  <a:pt x="756301" y="119240"/>
                  <a:pt x="756791" y="120781"/>
                </a:cubicBezTo>
                <a:cubicBezTo>
                  <a:pt x="757282" y="122322"/>
                  <a:pt x="758148" y="123568"/>
                  <a:pt x="759391" y="124521"/>
                </a:cubicBezTo>
                <a:cubicBezTo>
                  <a:pt x="760633" y="125471"/>
                  <a:pt x="761777" y="125946"/>
                  <a:pt x="762824" y="125946"/>
                </a:cubicBezTo>
                <a:cubicBezTo>
                  <a:pt x="767074" y="125946"/>
                  <a:pt x="771096" y="122676"/>
                  <a:pt x="774889" y="116137"/>
                </a:cubicBezTo>
                <a:lnTo>
                  <a:pt x="777831" y="118317"/>
                </a:lnTo>
                <a:cubicBezTo>
                  <a:pt x="772535" y="130988"/>
                  <a:pt x="763935" y="137324"/>
                  <a:pt x="752034" y="137324"/>
                </a:cubicBezTo>
                <a:cubicBezTo>
                  <a:pt x="746214" y="137324"/>
                  <a:pt x="741293" y="135701"/>
                  <a:pt x="737272" y="132454"/>
                </a:cubicBezTo>
                <a:cubicBezTo>
                  <a:pt x="733250" y="129205"/>
                  <a:pt x="730683" y="125578"/>
                  <a:pt x="729572" y="121575"/>
                </a:cubicBezTo>
                <a:cubicBezTo>
                  <a:pt x="728918" y="119344"/>
                  <a:pt x="728591" y="113306"/>
                  <a:pt x="728591" y="103462"/>
                </a:cubicBezTo>
                <a:lnTo>
                  <a:pt x="728591" y="53753"/>
                </a:lnTo>
                <a:lnTo>
                  <a:pt x="716624" y="53753"/>
                </a:lnTo>
                <a:lnTo>
                  <a:pt x="716624" y="50310"/>
                </a:lnTo>
                <a:cubicBezTo>
                  <a:pt x="724863" y="44478"/>
                  <a:pt x="731877" y="38351"/>
                  <a:pt x="737664" y="31928"/>
                </a:cubicBezTo>
                <a:cubicBezTo>
                  <a:pt x="743451" y="25505"/>
                  <a:pt x="748503" y="18328"/>
                  <a:pt x="752819" y="10397"/>
                </a:cubicBezTo>
                <a:lnTo>
                  <a:pt x="756056" y="10397"/>
                </a:lnTo>
                <a:close/>
                <a:moveTo>
                  <a:pt x="874719" y="44140"/>
                </a:moveTo>
                <a:lnTo>
                  <a:pt x="874719" y="64935"/>
                </a:lnTo>
                <a:cubicBezTo>
                  <a:pt x="880801" y="55453"/>
                  <a:pt x="886130" y="49159"/>
                  <a:pt x="890708" y="46053"/>
                </a:cubicBezTo>
                <a:cubicBezTo>
                  <a:pt x="895285" y="42947"/>
                  <a:pt x="899699" y="41394"/>
                  <a:pt x="903950" y="41394"/>
                </a:cubicBezTo>
                <a:cubicBezTo>
                  <a:pt x="907612" y="41394"/>
                  <a:pt x="910538" y="42526"/>
                  <a:pt x="912729" y="44790"/>
                </a:cubicBezTo>
                <a:cubicBezTo>
                  <a:pt x="914919" y="47054"/>
                  <a:pt x="916015" y="50253"/>
                  <a:pt x="916015" y="54387"/>
                </a:cubicBezTo>
                <a:cubicBezTo>
                  <a:pt x="916015" y="58785"/>
                  <a:pt x="914952" y="62199"/>
                  <a:pt x="912827" y="64628"/>
                </a:cubicBezTo>
                <a:cubicBezTo>
                  <a:pt x="910701" y="67056"/>
                  <a:pt x="908135" y="68270"/>
                  <a:pt x="905127" y="68270"/>
                </a:cubicBezTo>
                <a:cubicBezTo>
                  <a:pt x="901661" y="68270"/>
                  <a:pt x="898653" y="67158"/>
                  <a:pt x="896103" y="64935"/>
                </a:cubicBezTo>
                <a:cubicBezTo>
                  <a:pt x="893552" y="62711"/>
                  <a:pt x="892048" y="61469"/>
                  <a:pt x="891590" y="61207"/>
                </a:cubicBezTo>
                <a:cubicBezTo>
                  <a:pt x="890937" y="60815"/>
                  <a:pt x="890185" y="60619"/>
                  <a:pt x="889334" y="60619"/>
                </a:cubicBezTo>
                <a:cubicBezTo>
                  <a:pt x="887438" y="60619"/>
                  <a:pt x="885640" y="61338"/>
                  <a:pt x="883940" y="62777"/>
                </a:cubicBezTo>
                <a:cubicBezTo>
                  <a:pt x="881258" y="65000"/>
                  <a:pt x="879231" y="68172"/>
                  <a:pt x="877858" y="72291"/>
                </a:cubicBezTo>
                <a:cubicBezTo>
                  <a:pt x="875765" y="78635"/>
                  <a:pt x="874719" y="85632"/>
                  <a:pt x="874719" y="93283"/>
                </a:cubicBezTo>
                <a:lnTo>
                  <a:pt x="874719" y="114372"/>
                </a:lnTo>
                <a:lnTo>
                  <a:pt x="874817" y="119865"/>
                </a:lnTo>
                <a:cubicBezTo>
                  <a:pt x="874817" y="123592"/>
                  <a:pt x="875046" y="125979"/>
                  <a:pt x="875504" y="127025"/>
                </a:cubicBezTo>
                <a:cubicBezTo>
                  <a:pt x="876289" y="128791"/>
                  <a:pt x="877449" y="130082"/>
                  <a:pt x="878986" y="130900"/>
                </a:cubicBezTo>
                <a:cubicBezTo>
                  <a:pt x="880523" y="131717"/>
                  <a:pt x="883122" y="132224"/>
                  <a:pt x="886784" y="132420"/>
                </a:cubicBezTo>
                <a:lnTo>
                  <a:pt x="886784" y="135951"/>
                </a:lnTo>
                <a:lnTo>
                  <a:pt x="837249" y="135951"/>
                </a:lnTo>
                <a:lnTo>
                  <a:pt x="837249" y="132420"/>
                </a:lnTo>
                <a:cubicBezTo>
                  <a:pt x="841238" y="132093"/>
                  <a:pt x="843936" y="130998"/>
                  <a:pt x="845342" y="129134"/>
                </a:cubicBezTo>
                <a:cubicBezTo>
                  <a:pt x="846748" y="127270"/>
                  <a:pt x="847450" y="122350"/>
                  <a:pt x="847450" y="114372"/>
                </a:cubicBezTo>
                <a:lnTo>
                  <a:pt x="847450" y="63562"/>
                </a:lnTo>
                <a:cubicBezTo>
                  <a:pt x="847450" y="58297"/>
                  <a:pt x="847189" y="54942"/>
                  <a:pt x="846666" y="53495"/>
                </a:cubicBezTo>
                <a:cubicBezTo>
                  <a:pt x="846012" y="51652"/>
                  <a:pt x="845064" y="50303"/>
                  <a:pt x="843821" y="49449"/>
                </a:cubicBezTo>
                <a:cubicBezTo>
                  <a:pt x="842579" y="48593"/>
                  <a:pt x="840388" y="48000"/>
                  <a:pt x="837249" y="47671"/>
                </a:cubicBezTo>
                <a:lnTo>
                  <a:pt x="837249" y="44140"/>
                </a:lnTo>
                <a:lnTo>
                  <a:pt x="874719" y="44140"/>
                </a:lnTo>
                <a:close/>
                <a:moveTo>
                  <a:pt x="1000567" y="86711"/>
                </a:moveTo>
                <a:lnTo>
                  <a:pt x="950248" y="86711"/>
                </a:lnTo>
                <a:cubicBezTo>
                  <a:pt x="950836" y="98906"/>
                  <a:pt x="954073" y="108545"/>
                  <a:pt x="959959" y="115625"/>
                </a:cubicBezTo>
                <a:cubicBezTo>
                  <a:pt x="964471" y="121067"/>
                  <a:pt x="969898" y="123788"/>
                  <a:pt x="976241" y="123788"/>
                </a:cubicBezTo>
                <a:cubicBezTo>
                  <a:pt x="980165" y="123788"/>
                  <a:pt x="983729" y="122693"/>
                  <a:pt x="986933" y="120502"/>
                </a:cubicBezTo>
                <a:cubicBezTo>
                  <a:pt x="990137" y="118312"/>
                  <a:pt x="993570" y="114372"/>
                  <a:pt x="997232" y="108682"/>
                </a:cubicBezTo>
                <a:lnTo>
                  <a:pt x="1000567" y="110840"/>
                </a:lnTo>
                <a:cubicBezTo>
                  <a:pt x="995597" y="120976"/>
                  <a:pt x="990104" y="128153"/>
                  <a:pt x="984088" y="132371"/>
                </a:cubicBezTo>
                <a:cubicBezTo>
                  <a:pt x="978072" y="136589"/>
                  <a:pt x="971108" y="138698"/>
                  <a:pt x="963195" y="138698"/>
                </a:cubicBezTo>
                <a:cubicBezTo>
                  <a:pt x="949594" y="138698"/>
                  <a:pt x="939294" y="133461"/>
                  <a:pt x="932297" y="122988"/>
                </a:cubicBezTo>
                <a:cubicBezTo>
                  <a:pt x="926674" y="114544"/>
                  <a:pt x="923862" y="104071"/>
                  <a:pt x="923862" y="91569"/>
                </a:cubicBezTo>
                <a:cubicBezTo>
                  <a:pt x="923862" y="76251"/>
                  <a:pt x="927998" y="64059"/>
                  <a:pt x="936270" y="54994"/>
                </a:cubicBezTo>
                <a:cubicBezTo>
                  <a:pt x="944542" y="45927"/>
                  <a:pt x="954237" y="41394"/>
                  <a:pt x="965353" y="41394"/>
                </a:cubicBezTo>
                <a:cubicBezTo>
                  <a:pt x="974639" y="41394"/>
                  <a:pt x="982699" y="45203"/>
                  <a:pt x="989532" y="52821"/>
                </a:cubicBezTo>
                <a:cubicBezTo>
                  <a:pt x="996366" y="60439"/>
                  <a:pt x="1000044" y="71736"/>
                  <a:pt x="1000567" y="86711"/>
                </a:cubicBezTo>
                <a:moveTo>
                  <a:pt x="976437" y="80237"/>
                </a:moveTo>
                <a:cubicBezTo>
                  <a:pt x="976437" y="69708"/>
                  <a:pt x="975865" y="62483"/>
                  <a:pt x="974721" y="58559"/>
                </a:cubicBezTo>
                <a:cubicBezTo>
                  <a:pt x="973577" y="54635"/>
                  <a:pt x="971795" y="51660"/>
                  <a:pt x="969375" y="49633"/>
                </a:cubicBezTo>
                <a:cubicBezTo>
                  <a:pt x="968002" y="48456"/>
                  <a:pt x="966171" y="47867"/>
                  <a:pt x="963882" y="47867"/>
                </a:cubicBezTo>
                <a:cubicBezTo>
                  <a:pt x="960482" y="47867"/>
                  <a:pt x="957702" y="49535"/>
                  <a:pt x="955545" y="52870"/>
                </a:cubicBezTo>
                <a:cubicBezTo>
                  <a:pt x="951686" y="58690"/>
                  <a:pt x="949757" y="66668"/>
                  <a:pt x="949757" y="76804"/>
                </a:cubicBezTo>
                <a:lnTo>
                  <a:pt x="949757" y="80237"/>
                </a:lnTo>
                <a:lnTo>
                  <a:pt x="976437" y="80237"/>
                </a:lnTo>
                <a:close/>
                <a:moveTo>
                  <a:pt x="1054111" y="138698"/>
                </a:moveTo>
                <a:lnTo>
                  <a:pt x="1023213" y="67540"/>
                </a:lnTo>
                <a:cubicBezTo>
                  <a:pt x="1019485" y="58906"/>
                  <a:pt x="1016575" y="53437"/>
                  <a:pt x="1014483" y="51132"/>
                </a:cubicBezTo>
                <a:cubicBezTo>
                  <a:pt x="1012979" y="49417"/>
                  <a:pt x="1010755" y="48264"/>
                  <a:pt x="1007813" y="47671"/>
                </a:cubicBezTo>
                <a:lnTo>
                  <a:pt x="1007813" y="44140"/>
                </a:lnTo>
                <a:lnTo>
                  <a:pt x="1056563" y="44140"/>
                </a:lnTo>
                <a:lnTo>
                  <a:pt x="1056563" y="47671"/>
                </a:lnTo>
                <a:cubicBezTo>
                  <a:pt x="1053490" y="47671"/>
                  <a:pt x="1051397" y="48230"/>
                  <a:pt x="1050285" y="49348"/>
                </a:cubicBezTo>
                <a:cubicBezTo>
                  <a:pt x="1048716" y="50797"/>
                  <a:pt x="1047931" y="52507"/>
                  <a:pt x="1047931" y="54479"/>
                </a:cubicBezTo>
                <a:cubicBezTo>
                  <a:pt x="1047931" y="56913"/>
                  <a:pt x="1049370" y="61485"/>
                  <a:pt x="1052247" y="68196"/>
                </a:cubicBezTo>
                <a:lnTo>
                  <a:pt x="1067353" y="102662"/>
                </a:lnTo>
                <a:lnTo>
                  <a:pt x="1079418" y="72911"/>
                </a:lnTo>
                <a:cubicBezTo>
                  <a:pt x="1082884" y="64367"/>
                  <a:pt x="1084616" y="58320"/>
                  <a:pt x="1084616" y="54770"/>
                </a:cubicBezTo>
                <a:cubicBezTo>
                  <a:pt x="1084616" y="52733"/>
                  <a:pt x="1083881" y="51074"/>
                  <a:pt x="1082409" y="49792"/>
                </a:cubicBezTo>
                <a:cubicBezTo>
                  <a:pt x="1080938" y="48509"/>
                  <a:pt x="1078339" y="47802"/>
                  <a:pt x="1074611" y="47671"/>
                </a:cubicBezTo>
                <a:lnTo>
                  <a:pt x="1074611" y="44140"/>
                </a:lnTo>
                <a:lnTo>
                  <a:pt x="1104627" y="44140"/>
                </a:lnTo>
                <a:lnTo>
                  <a:pt x="1104627" y="47671"/>
                </a:lnTo>
                <a:cubicBezTo>
                  <a:pt x="1101749" y="48066"/>
                  <a:pt x="1099395" y="49150"/>
                  <a:pt x="1097564" y="50923"/>
                </a:cubicBezTo>
                <a:cubicBezTo>
                  <a:pt x="1095733" y="52697"/>
                  <a:pt x="1092987" y="57919"/>
                  <a:pt x="1089325" y="66590"/>
                </a:cubicBezTo>
                <a:lnTo>
                  <a:pt x="1058721" y="138698"/>
                </a:lnTo>
                <a:lnTo>
                  <a:pt x="1054111" y="138698"/>
                </a:lnTo>
                <a:close/>
                <a:moveTo>
                  <a:pt x="1135471" y="0"/>
                </a:moveTo>
                <a:cubicBezTo>
                  <a:pt x="1139722" y="0"/>
                  <a:pt x="1143318" y="1493"/>
                  <a:pt x="1146261" y="4478"/>
                </a:cubicBezTo>
                <a:cubicBezTo>
                  <a:pt x="1149204" y="7462"/>
                  <a:pt x="1150675" y="11053"/>
                  <a:pt x="1150675" y="15253"/>
                </a:cubicBezTo>
                <a:cubicBezTo>
                  <a:pt x="1150675" y="19452"/>
                  <a:pt x="1149187" y="23028"/>
                  <a:pt x="1146212" y="25981"/>
                </a:cubicBezTo>
                <a:cubicBezTo>
                  <a:pt x="1143237" y="28932"/>
                  <a:pt x="1139656" y="30408"/>
                  <a:pt x="1135471" y="30408"/>
                </a:cubicBezTo>
                <a:cubicBezTo>
                  <a:pt x="1131286" y="30408"/>
                  <a:pt x="1127722" y="28932"/>
                  <a:pt x="1124780" y="25981"/>
                </a:cubicBezTo>
                <a:cubicBezTo>
                  <a:pt x="1121837" y="23028"/>
                  <a:pt x="1120366" y="19452"/>
                  <a:pt x="1120366" y="15253"/>
                </a:cubicBezTo>
                <a:cubicBezTo>
                  <a:pt x="1120366" y="11053"/>
                  <a:pt x="1121837" y="7462"/>
                  <a:pt x="1124780" y="4478"/>
                </a:cubicBezTo>
                <a:cubicBezTo>
                  <a:pt x="1127722" y="1493"/>
                  <a:pt x="1131286" y="0"/>
                  <a:pt x="1135471" y="0"/>
                </a:cubicBezTo>
                <a:moveTo>
                  <a:pt x="1149204" y="44140"/>
                </a:moveTo>
                <a:lnTo>
                  <a:pt x="1149204" y="116922"/>
                </a:lnTo>
                <a:cubicBezTo>
                  <a:pt x="1149204" y="123396"/>
                  <a:pt x="1149956" y="127532"/>
                  <a:pt x="1151460" y="129330"/>
                </a:cubicBezTo>
                <a:cubicBezTo>
                  <a:pt x="1152964" y="131128"/>
                  <a:pt x="1155906" y="132158"/>
                  <a:pt x="1160288" y="132420"/>
                </a:cubicBezTo>
                <a:lnTo>
                  <a:pt x="1160288" y="135951"/>
                </a:lnTo>
                <a:lnTo>
                  <a:pt x="1110753" y="135951"/>
                </a:lnTo>
                <a:lnTo>
                  <a:pt x="1110753" y="132420"/>
                </a:lnTo>
                <a:cubicBezTo>
                  <a:pt x="1114807" y="132289"/>
                  <a:pt x="1117815" y="131112"/>
                  <a:pt x="1119777" y="128889"/>
                </a:cubicBezTo>
                <a:cubicBezTo>
                  <a:pt x="1121085" y="127385"/>
                  <a:pt x="1121739" y="123396"/>
                  <a:pt x="1121739" y="116922"/>
                </a:cubicBezTo>
                <a:lnTo>
                  <a:pt x="1121739" y="63365"/>
                </a:lnTo>
                <a:cubicBezTo>
                  <a:pt x="1121739" y="56810"/>
                  <a:pt x="1120987" y="52622"/>
                  <a:pt x="1119483" y="50801"/>
                </a:cubicBezTo>
                <a:cubicBezTo>
                  <a:pt x="1117979" y="48980"/>
                  <a:pt x="1115069" y="47937"/>
                  <a:pt x="1110753" y="47671"/>
                </a:cubicBezTo>
                <a:lnTo>
                  <a:pt x="1110753" y="44140"/>
                </a:lnTo>
                <a:lnTo>
                  <a:pt x="1149204" y="44140"/>
                </a:lnTo>
                <a:close/>
                <a:moveTo>
                  <a:pt x="1246773" y="86711"/>
                </a:moveTo>
                <a:lnTo>
                  <a:pt x="1196454" y="86711"/>
                </a:lnTo>
                <a:cubicBezTo>
                  <a:pt x="1197042" y="98906"/>
                  <a:pt x="1200279" y="108545"/>
                  <a:pt x="1206164" y="115625"/>
                </a:cubicBezTo>
                <a:cubicBezTo>
                  <a:pt x="1210677" y="121067"/>
                  <a:pt x="1216104" y="123788"/>
                  <a:pt x="1222447" y="123788"/>
                </a:cubicBezTo>
                <a:cubicBezTo>
                  <a:pt x="1226371" y="123788"/>
                  <a:pt x="1229935" y="122693"/>
                  <a:pt x="1233139" y="120502"/>
                </a:cubicBezTo>
                <a:cubicBezTo>
                  <a:pt x="1236343" y="118312"/>
                  <a:pt x="1239776" y="114372"/>
                  <a:pt x="1243438" y="108682"/>
                </a:cubicBezTo>
                <a:lnTo>
                  <a:pt x="1246773" y="110840"/>
                </a:lnTo>
                <a:cubicBezTo>
                  <a:pt x="1241803" y="120976"/>
                  <a:pt x="1236310" y="128153"/>
                  <a:pt x="1230294" y="132371"/>
                </a:cubicBezTo>
                <a:cubicBezTo>
                  <a:pt x="1224278" y="136589"/>
                  <a:pt x="1217314" y="138698"/>
                  <a:pt x="1209401" y="138698"/>
                </a:cubicBezTo>
                <a:cubicBezTo>
                  <a:pt x="1195800" y="138698"/>
                  <a:pt x="1185500" y="133461"/>
                  <a:pt x="1178503" y="122988"/>
                </a:cubicBezTo>
                <a:cubicBezTo>
                  <a:pt x="1172880" y="114544"/>
                  <a:pt x="1170068" y="104071"/>
                  <a:pt x="1170068" y="91569"/>
                </a:cubicBezTo>
                <a:cubicBezTo>
                  <a:pt x="1170068" y="76251"/>
                  <a:pt x="1174204" y="64059"/>
                  <a:pt x="1182476" y="54994"/>
                </a:cubicBezTo>
                <a:cubicBezTo>
                  <a:pt x="1190748" y="45927"/>
                  <a:pt x="1200443" y="41394"/>
                  <a:pt x="1211559" y="41394"/>
                </a:cubicBezTo>
                <a:cubicBezTo>
                  <a:pt x="1220845" y="41394"/>
                  <a:pt x="1228905" y="45203"/>
                  <a:pt x="1235738" y="52821"/>
                </a:cubicBezTo>
                <a:cubicBezTo>
                  <a:pt x="1242572" y="60439"/>
                  <a:pt x="1246250" y="71736"/>
                  <a:pt x="1246773" y="86711"/>
                </a:cubicBezTo>
                <a:moveTo>
                  <a:pt x="1222643" y="80237"/>
                </a:moveTo>
                <a:cubicBezTo>
                  <a:pt x="1222643" y="69708"/>
                  <a:pt x="1222071" y="62483"/>
                  <a:pt x="1220927" y="58559"/>
                </a:cubicBezTo>
                <a:cubicBezTo>
                  <a:pt x="1219782" y="54635"/>
                  <a:pt x="1218000" y="51660"/>
                  <a:pt x="1215581" y="49633"/>
                </a:cubicBezTo>
                <a:cubicBezTo>
                  <a:pt x="1214208" y="48456"/>
                  <a:pt x="1212377" y="47867"/>
                  <a:pt x="1210088" y="47867"/>
                </a:cubicBezTo>
                <a:cubicBezTo>
                  <a:pt x="1206688" y="47867"/>
                  <a:pt x="1203908" y="49535"/>
                  <a:pt x="1201750" y="52870"/>
                </a:cubicBezTo>
                <a:cubicBezTo>
                  <a:pt x="1197892" y="58690"/>
                  <a:pt x="1195963" y="66668"/>
                  <a:pt x="1195963" y="76804"/>
                </a:cubicBezTo>
                <a:lnTo>
                  <a:pt x="1195963" y="80237"/>
                </a:lnTo>
                <a:lnTo>
                  <a:pt x="1222643" y="80237"/>
                </a:lnTo>
                <a:close/>
                <a:moveTo>
                  <a:pt x="1349851" y="138698"/>
                </a:moveTo>
                <a:lnTo>
                  <a:pt x="1324741" y="71344"/>
                </a:lnTo>
                <a:lnTo>
                  <a:pt x="1300120" y="138698"/>
                </a:lnTo>
                <a:lnTo>
                  <a:pt x="1295020" y="138698"/>
                </a:lnTo>
                <a:lnTo>
                  <a:pt x="1270595" y="72163"/>
                </a:lnTo>
                <a:cubicBezTo>
                  <a:pt x="1266934" y="61957"/>
                  <a:pt x="1263827" y="55308"/>
                  <a:pt x="1261277" y="52214"/>
                </a:cubicBezTo>
                <a:cubicBezTo>
                  <a:pt x="1259642" y="50107"/>
                  <a:pt x="1257157" y="48593"/>
                  <a:pt x="1253822" y="47671"/>
                </a:cubicBezTo>
                <a:lnTo>
                  <a:pt x="1253822" y="44140"/>
                </a:lnTo>
                <a:lnTo>
                  <a:pt x="1300120" y="44140"/>
                </a:lnTo>
                <a:lnTo>
                  <a:pt x="1300120" y="47671"/>
                </a:lnTo>
                <a:cubicBezTo>
                  <a:pt x="1296981" y="47671"/>
                  <a:pt x="1294823" y="48133"/>
                  <a:pt x="1293646" y="49057"/>
                </a:cubicBezTo>
                <a:cubicBezTo>
                  <a:pt x="1292469" y="49978"/>
                  <a:pt x="1291881" y="51033"/>
                  <a:pt x="1291881" y="52220"/>
                </a:cubicBezTo>
                <a:cubicBezTo>
                  <a:pt x="1291881" y="53340"/>
                  <a:pt x="1292927" y="56701"/>
                  <a:pt x="1295020" y="62305"/>
                </a:cubicBezTo>
                <a:lnTo>
                  <a:pt x="1308458" y="98144"/>
                </a:lnTo>
                <a:lnTo>
                  <a:pt x="1321406" y="62415"/>
                </a:lnTo>
                <a:lnTo>
                  <a:pt x="1320425" y="59902"/>
                </a:lnTo>
                <a:cubicBezTo>
                  <a:pt x="1318463" y="54971"/>
                  <a:pt x="1316746" y="51831"/>
                  <a:pt x="1315275" y="50482"/>
                </a:cubicBezTo>
                <a:cubicBezTo>
                  <a:pt x="1313804" y="49133"/>
                  <a:pt x="1311531" y="48196"/>
                  <a:pt x="1308458" y="47671"/>
                </a:cubicBezTo>
                <a:lnTo>
                  <a:pt x="1308458" y="44140"/>
                </a:lnTo>
                <a:lnTo>
                  <a:pt x="1355442" y="44140"/>
                </a:lnTo>
                <a:lnTo>
                  <a:pt x="1355442" y="47671"/>
                </a:lnTo>
                <a:cubicBezTo>
                  <a:pt x="1351780" y="47869"/>
                  <a:pt x="1349459" y="48380"/>
                  <a:pt x="1348478" y="49204"/>
                </a:cubicBezTo>
                <a:cubicBezTo>
                  <a:pt x="1347497" y="50027"/>
                  <a:pt x="1347007" y="51197"/>
                  <a:pt x="1347007" y="52714"/>
                </a:cubicBezTo>
                <a:cubicBezTo>
                  <a:pt x="1347007" y="54164"/>
                  <a:pt x="1347955" y="57362"/>
                  <a:pt x="1349851" y="62305"/>
                </a:cubicBezTo>
                <a:lnTo>
                  <a:pt x="1362799" y="98144"/>
                </a:lnTo>
                <a:lnTo>
                  <a:pt x="1374570" y="65152"/>
                </a:lnTo>
                <a:cubicBezTo>
                  <a:pt x="1376270" y="60412"/>
                  <a:pt x="1377120" y="57185"/>
                  <a:pt x="1377120" y="55472"/>
                </a:cubicBezTo>
                <a:cubicBezTo>
                  <a:pt x="1377120" y="52906"/>
                  <a:pt x="1376499" y="51030"/>
                  <a:pt x="1375256" y="49844"/>
                </a:cubicBezTo>
                <a:cubicBezTo>
                  <a:pt x="1374014" y="48659"/>
                  <a:pt x="1371594" y="47935"/>
                  <a:pt x="1367998" y="47671"/>
                </a:cubicBezTo>
                <a:lnTo>
                  <a:pt x="1367998" y="44140"/>
                </a:lnTo>
                <a:lnTo>
                  <a:pt x="1395168" y="44140"/>
                </a:lnTo>
                <a:lnTo>
                  <a:pt x="1395168" y="47671"/>
                </a:lnTo>
                <a:cubicBezTo>
                  <a:pt x="1392160" y="48068"/>
                  <a:pt x="1389773" y="49139"/>
                  <a:pt x="1388008" y="50887"/>
                </a:cubicBezTo>
                <a:cubicBezTo>
                  <a:pt x="1386242" y="52634"/>
                  <a:pt x="1383954" y="57598"/>
                  <a:pt x="1381142" y="65778"/>
                </a:cubicBezTo>
                <a:lnTo>
                  <a:pt x="1355442" y="138698"/>
                </a:lnTo>
                <a:lnTo>
                  <a:pt x="1349851" y="138698"/>
                </a:lnTo>
                <a:close/>
                <a:moveTo>
                  <a:pt x="1462576" y="41786"/>
                </a:moveTo>
                <a:lnTo>
                  <a:pt x="1464048" y="73174"/>
                </a:lnTo>
                <a:lnTo>
                  <a:pt x="1460713" y="73174"/>
                </a:lnTo>
                <a:cubicBezTo>
                  <a:pt x="1456724" y="63813"/>
                  <a:pt x="1452588" y="57419"/>
                  <a:pt x="1448304" y="53992"/>
                </a:cubicBezTo>
                <a:cubicBezTo>
                  <a:pt x="1444021" y="50563"/>
                  <a:pt x="1439754" y="48848"/>
                  <a:pt x="1435504" y="48848"/>
                </a:cubicBezTo>
                <a:cubicBezTo>
                  <a:pt x="1432823" y="48848"/>
                  <a:pt x="1430534" y="49747"/>
                  <a:pt x="1428637" y="51546"/>
                </a:cubicBezTo>
                <a:cubicBezTo>
                  <a:pt x="1426741" y="53344"/>
                  <a:pt x="1425793" y="55420"/>
                  <a:pt x="1425793" y="57774"/>
                </a:cubicBezTo>
                <a:cubicBezTo>
                  <a:pt x="1425793" y="59540"/>
                  <a:pt x="1426447" y="61240"/>
                  <a:pt x="1427755" y="62875"/>
                </a:cubicBezTo>
                <a:cubicBezTo>
                  <a:pt x="1429847" y="65556"/>
                  <a:pt x="1435700" y="70150"/>
                  <a:pt x="1445313" y="76656"/>
                </a:cubicBezTo>
                <a:cubicBezTo>
                  <a:pt x="1454925" y="83163"/>
                  <a:pt x="1461252" y="88689"/>
                  <a:pt x="1464293" y="93233"/>
                </a:cubicBezTo>
                <a:cubicBezTo>
                  <a:pt x="1467334" y="97778"/>
                  <a:pt x="1468854" y="102863"/>
                  <a:pt x="1468854" y="108486"/>
                </a:cubicBezTo>
                <a:cubicBezTo>
                  <a:pt x="1468854" y="113587"/>
                  <a:pt x="1467579" y="118589"/>
                  <a:pt x="1465028" y="123494"/>
                </a:cubicBezTo>
                <a:cubicBezTo>
                  <a:pt x="1462478" y="128398"/>
                  <a:pt x="1458882" y="132158"/>
                  <a:pt x="1454239" y="134774"/>
                </a:cubicBezTo>
                <a:cubicBezTo>
                  <a:pt x="1449596" y="137390"/>
                  <a:pt x="1444462" y="138698"/>
                  <a:pt x="1438839" y="138698"/>
                </a:cubicBezTo>
                <a:cubicBezTo>
                  <a:pt x="1434457" y="138698"/>
                  <a:pt x="1428605" y="137299"/>
                  <a:pt x="1421281" y="134501"/>
                </a:cubicBezTo>
                <a:cubicBezTo>
                  <a:pt x="1419319" y="133768"/>
                  <a:pt x="1417978" y="133401"/>
                  <a:pt x="1417259" y="133401"/>
                </a:cubicBezTo>
                <a:cubicBezTo>
                  <a:pt x="1415101" y="133401"/>
                  <a:pt x="1413303" y="135036"/>
                  <a:pt x="1411864" y="138305"/>
                </a:cubicBezTo>
                <a:lnTo>
                  <a:pt x="1408627" y="138305"/>
                </a:lnTo>
                <a:lnTo>
                  <a:pt x="1407058" y="105347"/>
                </a:lnTo>
                <a:lnTo>
                  <a:pt x="1410393" y="105347"/>
                </a:lnTo>
                <a:cubicBezTo>
                  <a:pt x="1413336" y="113979"/>
                  <a:pt x="1417374" y="120453"/>
                  <a:pt x="1422507" y="124769"/>
                </a:cubicBezTo>
                <a:cubicBezTo>
                  <a:pt x="1427640" y="129085"/>
                  <a:pt x="1432496" y="131243"/>
                  <a:pt x="1437073" y="131243"/>
                </a:cubicBezTo>
                <a:cubicBezTo>
                  <a:pt x="1440212" y="131243"/>
                  <a:pt x="1442779" y="130278"/>
                  <a:pt x="1444773" y="128349"/>
                </a:cubicBezTo>
                <a:cubicBezTo>
                  <a:pt x="1446768" y="126420"/>
                  <a:pt x="1447765" y="124082"/>
                  <a:pt x="1447765" y="121336"/>
                </a:cubicBezTo>
                <a:cubicBezTo>
                  <a:pt x="1447765" y="118197"/>
                  <a:pt x="1446784" y="115483"/>
                  <a:pt x="1444822" y="113195"/>
                </a:cubicBezTo>
                <a:cubicBezTo>
                  <a:pt x="1442860" y="110906"/>
                  <a:pt x="1438479" y="107440"/>
                  <a:pt x="1431678" y="102797"/>
                </a:cubicBezTo>
                <a:cubicBezTo>
                  <a:pt x="1421673" y="95866"/>
                  <a:pt x="1415199" y="90569"/>
                  <a:pt x="1412257" y="86907"/>
                </a:cubicBezTo>
                <a:cubicBezTo>
                  <a:pt x="1407941" y="81545"/>
                  <a:pt x="1405783" y="75627"/>
                  <a:pt x="1405783" y="69153"/>
                </a:cubicBezTo>
                <a:cubicBezTo>
                  <a:pt x="1405783" y="62090"/>
                  <a:pt x="1408219" y="55698"/>
                  <a:pt x="1413090" y="49976"/>
                </a:cubicBezTo>
                <a:cubicBezTo>
                  <a:pt x="1417962" y="44254"/>
                  <a:pt x="1425008" y="41394"/>
                  <a:pt x="1434229" y="41394"/>
                </a:cubicBezTo>
                <a:cubicBezTo>
                  <a:pt x="1439198" y="41394"/>
                  <a:pt x="1444005" y="42650"/>
                  <a:pt x="1448648" y="45164"/>
                </a:cubicBezTo>
                <a:cubicBezTo>
                  <a:pt x="1450413" y="46181"/>
                  <a:pt x="1451852" y="46690"/>
                  <a:pt x="1452964" y="46690"/>
                </a:cubicBezTo>
                <a:cubicBezTo>
                  <a:pt x="1454141" y="46690"/>
                  <a:pt x="1455089" y="46445"/>
                  <a:pt x="1455808" y="45955"/>
                </a:cubicBezTo>
                <a:cubicBezTo>
                  <a:pt x="1456527" y="45464"/>
                  <a:pt x="1457672" y="44075"/>
                  <a:pt x="1459241" y="41786"/>
                </a:cubicBezTo>
                <a:lnTo>
                  <a:pt x="1462576" y="417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80238f2624b07"/>
          <a:stretch xmlns:a="http://schemas.openxmlformats.org/drawingml/2006/main"/>
        </p:blipFill>
        <p:spPr>
          <a:xfrm xmlns:a="http://schemas.openxmlformats.org/drawingml/2006/main">
            <a:off x="5003968" y="2361256"/>
            <a:ext cx="950495" cy="954208"/>
          </a:xfrm>
          <a:prstGeom xmlns:a="http://schemas.openxmlformats.org/drawingml/2006/main" prst="rect">
            <a:avLst/>
          </a:prstGeom>
        </p:spPr>
      </p:pic>
      <p:sp>
        <p:nvSpPr>
          <p:cNvPr id="43" name="Text (3)CodingProcess">
            <a:extLst xmlns:a="http://schemas.openxmlformats.org/drawingml/2006/main">
              <a:ext uri="{FF2B5EF4-FFF2-40B4-BE49-F238E27FC236}">
                <a16:creationId xmlns:a16="http://schemas.microsoft.com/office/drawing/2014/main" id="{63FA9805-38BF-4456-A0E0-4532FAD5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046" y="3768569"/>
            <a:ext cx="1591595" cy="179306"/>
          </a:xfrm>
          <a:custGeom xmlns:a="http://schemas.openxmlformats.org/drawingml/2006/main">
            <a:pathLst>
              <a:path w="1591595" h="179306">
                <a:moveTo>
                  <a:pt x="56499" y="0"/>
                </a:moveTo>
                <a:lnTo>
                  <a:pt x="56499" y="4512"/>
                </a:lnTo>
                <a:cubicBezTo>
                  <a:pt x="49698" y="8957"/>
                  <a:pt x="44696" y="13303"/>
                  <a:pt x="41492" y="17552"/>
                </a:cubicBezTo>
                <a:cubicBezTo>
                  <a:pt x="37045" y="23433"/>
                  <a:pt x="33579" y="30981"/>
                  <a:pt x="31094" y="40195"/>
                </a:cubicBezTo>
                <a:cubicBezTo>
                  <a:pt x="27955" y="51633"/>
                  <a:pt x="26386" y="67612"/>
                  <a:pt x="26386" y="88133"/>
                </a:cubicBezTo>
                <a:cubicBezTo>
                  <a:pt x="26386" y="107477"/>
                  <a:pt x="27808" y="122508"/>
                  <a:pt x="30653" y="133226"/>
                </a:cubicBezTo>
                <a:cubicBezTo>
                  <a:pt x="33497" y="143944"/>
                  <a:pt x="37372" y="152604"/>
                  <a:pt x="42276" y="159204"/>
                </a:cubicBezTo>
                <a:cubicBezTo>
                  <a:pt x="45677" y="163780"/>
                  <a:pt x="50418" y="167799"/>
                  <a:pt x="56499" y="171263"/>
                </a:cubicBezTo>
                <a:lnTo>
                  <a:pt x="56499" y="176168"/>
                </a:lnTo>
                <a:cubicBezTo>
                  <a:pt x="40740" y="170873"/>
                  <a:pt x="27383" y="160072"/>
                  <a:pt x="16430" y="143765"/>
                </a:cubicBezTo>
                <a:cubicBezTo>
                  <a:pt x="5477" y="127459"/>
                  <a:pt x="0" y="108719"/>
                  <a:pt x="0" y="87544"/>
                </a:cubicBezTo>
                <a:cubicBezTo>
                  <a:pt x="0" y="66631"/>
                  <a:pt x="5460" y="48120"/>
                  <a:pt x="16381" y="32011"/>
                </a:cubicBezTo>
                <a:cubicBezTo>
                  <a:pt x="27301" y="15900"/>
                  <a:pt x="40674" y="5229"/>
                  <a:pt x="56499" y="0"/>
                </a:cubicBezTo>
                <a:close/>
                <a:moveTo>
                  <a:pt x="88211" y="69251"/>
                </a:moveTo>
                <a:lnTo>
                  <a:pt x="88211" y="65720"/>
                </a:lnTo>
                <a:cubicBezTo>
                  <a:pt x="95666" y="63566"/>
                  <a:pt x="100832" y="61559"/>
                  <a:pt x="103709" y="59699"/>
                </a:cubicBezTo>
                <a:cubicBezTo>
                  <a:pt x="106587" y="57840"/>
                  <a:pt x="109072" y="55001"/>
                  <a:pt x="111164" y="51184"/>
                </a:cubicBezTo>
                <a:cubicBezTo>
                  <a:pt x="113257" y="47367"/>
                  <a:pt x="114303" y="43500"/>
                  <a:pt x="114303" y="39585"/>
                </a:cubicBezTo>
                <a:cubicBezTo>
                  <a:pt x="114303" y="34170"/>
                  <a:pt x="112325" y="29521"/>
                  <a:pt x="108369" y="25638"/>
                </a:cubicBezTo>
                <a:cubicBezTo>
                  <a:pt x="104412" y="21755"/>
                  <a:pt x="99492" y="19814"/>
                  <a:pt x="93606" y="19814"/>
                </a:cubicBezTo>
                <a:cubicBezTo>
                  <a:pt x="84451" y="19814"/>
                  <a:pt x="76670" y="24686"/>
                  <a:pt x="70261" y="34429"/>
                </a:cubicBezTo>
                <a:lnTo>
                  <a:pt x="66632" y="33154"/>
                </a:lnTo>
                <a:cubicBezTo>
                  <a:pt x="71340" y="22201"/>
                  <a:pt x="77373" y="13969"/>
                  <a:pt x="84729" y="8460"/>
                </a:cubicBezTo>
                <a:cubicBezTo>
                  <a:pt x="92086" y="2951"/>
                  <a:pt x="100276" y="196"/>
                  <a:pt x="109300" y="196"/>
                </a:cubicBezTo>
                <a:cubicBezTo>
                  <a:pt x="118521" y="196"/>
                  <a:pt x="126123" y="3008"/>
                  <a:pt x="132106" y="8632"/>
                </a:cubicBezTo>
                <a:cubicBezTo>
                  <a:pt x="138090" y="14256"/>
                  <a:pt x="141081" y="20828"/>
                  <a:pt x="141081" y="28348"/>
                </a:cubicBezTo>
                <a:cubicBezTo>
                  <a:pt x="141081" y="33252"/>
                  <a:pt x="139692" y="37977"/>
                  <a:pt x="136913" y="42522"/>
                </a:cubicBezTo>
                <a:cubicBezTo>
                  <a:pt x="134133" y="47066"/>
                  <a:pt x="129768" y="51072"/>
                  <a:pt x="123818" y="54537"/>
                </a:cubicBezTo>
                <a:cubicBezTo>
                  <a:pt x="131469" y="58269"/>
                  <a:pt x="137305" y="62868"/>
                  <a:pt x="141327" y="68334"/>
                </a:cubicBezTo>
                <a:cubicBezTo>
                  <a:pt x="145348" y="73801"/>
                  <a:pt x="147359" y="80659"/>
                  <a:pt x="147359" y="88908"/>
                </a:cubicBezTo>
                <a:cubicBezTo>
                  <a:pt x="147359" y="102788"/>
                  <a:pt x="142340" y="114589"/>
                  <a:pt x="132302" y="124312"/>
                </a:cubicBezTo>
                <a:cubicBezTo>
                  <a:pt x="122265" y="134033"/>
                  <a:pt x="108810" y="138894"/>
                  <a:pt x="91939" y="138894"/>
                </a:cubicBezTo>
                <a:cubicBezTo>
                  <a:pt x="80691" y="138894"/>
                  <a:pt x="72484" y="137023"/>
                  <a:pt x="67318" y="133281"/>
                </a:cubicBezTo>
                <a:cubicBezTo>
                  <a:pt x="63591" y="130657"/>
                  <a:pt x="61727" y="127277"/>
                  <a:pt x="61727" y="123141"/>
                </a:cubicBezTo>
                <a:cubicBezTo>
                  <a:pt x="61727" y="120123"/>
                  <a:pt x="62806" y="117547"/>
                  <a:pt x="64964" y="115414"/>
                </a:cubicBezTo>
                <a:cubicBezTo>
                  <a:pt x="67122" y="113280"/>
                  <a:pt x="69607" y="112214"/>
                  <a:pt x="72419" y="112214"/>
                </a:cubicBezTo>
                <a:cubicBezTo>
                  <a:pt x="74577" y="112214"/>
                  <a:pt x="76604" y="112673"/>
                  <a:pt x="78501" y="113593"/>
                </a:cubicBezTo>
                <a:cubicBezTo>
                  <a:pt x="79547" y="114120"/>
                  <a:pt x="83258" y="116998"/>
                  <a:pt x="89634" y="122225"/>
                </a:cubicBezTo>
                <a:cubicBezTo>
                  <a:pt x="96009" y="127452"/>
                  <a:pt x="101977" y="130066"/>
                  <a:pt x="107535" y="130066"/>
                </a:cubicBezTo>
                <a:cubicBezTo>
                  <a:pt x="112374" y="130066"/>
                  <a:pt x="116526" y="128150"/>
                  <a:pt x="119992" y="124318"/>
                </a:cubicBezTo>
                <a:cubicBezTo>
                  <a:pt x="123458" y="120487"/>
                  <a:pt x="125191" y="115623"/>
                  <a:pt x="125191" y="109728"/>
                </a:cubicBezTo>
                <a:cubicBezTo>
                  <a:pt x="125191" y="100755"/>
                  <a:pt x="122052" y="92486"/>
                  <a:pt x="115774" y="84920"/>
                </a:cubicBezTo>
                <a:cubicBezTo>
                  <a:pt x="109497" y="77355"/>
                  <a:pt x="100309" y="72132"/>
                  <a:pt x="88211" y="69251"/>
                </a:cubicBezTo>
                <a:close/>
                <a:moveTo>
                  <a:pt x="161627" y="176168"/>
                </a:moveTo>
                <a:lnTo>
                  <a:pt x="161627" y="171656"/>
                </a:lnTo>
                <a:cubicBezTo>
                  <a:pt x="168428" y="167145"/>
                  <a:pt x="173430" y="162767"/>
                  <a:pt x="176634" y="158521"/>
                </a:cubicBezTo>
                <a:cubicBezTo>
                  <a:pt x="181016" y="152638"/>
                  <a:pt x="184481" y="145121"/>
                  <a:pt x="187032" y="135973"/>
                </a:cubicBezTo>
                <a:cubicBezTo>
                  <a:pt x="190171" y="124470"/>
                  <a:pt x="191740" y="108458"/>
                  <a:pt x="191740" y="87937"/>
                </a:cubicBezTo>
                <a:cubicBezTo>
                  <a:pt x="191740" y="68593"/>
                  <a:pt x="190318" y="53578"/>
                  <a:pt x="187473" y="42892"/>
                </a:cubicBezTo>
                <a:cubicBezTo>
                  <a:pt x="184629" y="32207"/>
                  <a:pt x="180754" y="23564"/>
                  <a:pt x="175850" y="16963"/>
                </a:cubicBezTo>
                <a:cubicBezTo>
                  <a:pt x="172449" y="12388"/>
                  <a:pt x="167708" y="8368"/>
                  <a:pt x="161627" y="4904"/>
                </a:cubicBezTo>
                <a:lnTo>
                  <a:pt x="161627" y="0"/>
                </a:lnTo>
                <a:cubicBezTo>
                  <a:pt x="177386" y="5295"/>
                  <a:pt x="190743" y="16096"/>
                  <a:pt x="201696" y="32403"/>
                </a:cubicBezTo>
                <a:cubicBezTo>
                  <a:pt x="212649" y="48708"/>
                  <a:pt x="218126" y="67448"/>
                  <a:pt x="218126" y="88623"/>
                </a:cubicBezTo>
                <a:cubicBezTo>
                  <a:pt x="218126" y="109471"/>
                  <a:pt x="212649" y="127950"/>
                  <a:pt x="201696" y="144059"/>
                </a:cubicBezTo>
                <a:cubicBezTo>
                  <a:pt x="190743" y="160170"/>
                  <a:pt x="177386" y="170873"/>
                  <a:pt x="161627" y="176168"/>
                </a:cubicBezTo>
                <a:close/>
                <a:moveTo>
                  <a:pt x="410258" y="0"/>
                </a:moveTo>
                <a:lnTo>
                  <a:pt x="410258" y="46102"/>
                </a:lnTo>
                <a:lnTo>
                  <a:pt x="406432" y="46102"/>
                </a:lnTo>
                <a:cubicBezTo>
                  <a:pt x="403555" y="34006"/>
                  <a:pt x="398193" y="24738"/>
                  <a:pt x="390346" y="18297"/>
                </a:cubicBezTo>
                <a:cubicBezTo>
                  <a:pt x="382499" y="11853"/>
                  <a:pt x="373605" y="8632"/>
                  <a:pt x="363666" y="8632"/>
                </a:cubicBezTo>
                <a:cubicBezTo>
                  <a:pt x="355361" y="8632"/>
                  <a:pt x="347742" y="11019"/>
                  <a:pt x="340811" y="15792"/>
                </a:cubicBezTo>
                <a:cubicBezTo>
                  <a:pt x="333879" y="20566"/>
                  <a:pt x="328811" y="26811"/>
                  <a:pt x="325607" y="34527"/>
                </a:cubicBezTo>
                <a:cubicBezTo>
                  <a:pt x="321487" y="44402"/>
                  <a:pt x="319427" y="55388"/>
                  <a:pt x="319427" y="67485"/>
                </a:cubicBezTo>
                <a:cubicBezTo>
                  <a:pt x="319427" y="79387"/>
                  <a:pt x="320931" y="90225"/>
                  <a:pt x="323940" y="100002"/>
                </a:cubicBezTo>
                <a:cubicBezTo>
                  <a:pt x="326948" y="109778"/>
                  <a:pt x="331656" y="117167"/>
                  <a:pt x="338064" y="122170"/>
                </a:cubicBezTo>
                <a:cubicBezTo>
                  <a:pt x="344473" y="127172"/>
                  <a:pt x="352778" y="129673"/>
                  <a:pt x="362979" y="129673"/>
                </a:cubicBezTo>
                <a:cubicBezTo>
                  <a:pt x="371349" y="129673"/>
                  <a:pt x="379016" y="127843"/>
                  <a:pt x="385981" y="124181"/>
                </a:cubicBezTo>
                <a:cubicBezTo>
                  <a:pt x="392945" y="120519"/>
                  <a:pt x="400285" y="114208"/>
                  <a:pt x="408002" y="105249"/>
                </a:cubicBezTo>
                <a:lnTo>
                  <a:pt x="408002" y="116726"/>
                </a:lnTo>
                <a:cubicBezTo>
                  <a:pt x="400547" y="124507"/>
                  <a:pt x="392782" y="130148"/>
                  <a:pt x="384706" y="133646"/>
                </a:cubicBezTo>
                <a:cubicBezTo>
                  <a:pt x="376630" y="137145"/>
                  <a:pt x="367197" y="138894"/>
                  <a:pt x="356407" y="138894"/>
                </a:cubicBezTo>
                <a:cubicBezTo>
                  <a:pt x="342217" y="138894"/>
                  <a:pt x="329612" y="136053"/>
                  <a:pt x="318594" y="130372"/>
                </a:cubicBezTo>
                <a:cubicBezTo>
                  <a:pt x="307575" y="124691"/>
                  <a:pt x="299074" y="116530"/>
                  <a:pt x="293091" y="105887"/>
                </a:cubicBezTo>
                <a:cubicBezTo>
                  <a:pt x="287107" y="95242"/>
                  <a:pt x="284115" y="83912"/>
                  <a:pt x="284115" y="71896"/>
                </a:cubicBezTo>
                <a:cubicBezTo>
                  <a:pt x="284115" y="59228"/>
                  <a:pt x="287434" y="47213"/>
                  <a:pt x="294071" y="35851"/>
                </a:cubicBezTo>
                <a:cubicBezTo>
                  <a:pt x="300709" y="24487"/>
                  <a:pt x="309668" y="15672"/>
                  <a:pt x="320948" y="9404"/>
                </a:cubicBezTo>
                <a:cubicBezTo>
                  <a:pt x="332228" y="3135"/>
                  <a:pt x="344211" y="0"/>
                  <a:pt x="356897" y="0"/>
                </a:cubicBezTo>
                <a:cubicBezTo>
                  <a:pt x="366249" y="0"/>
                  <a:pt x="376123" y="2027"/>
                  <a:pt x="386520" y="6082"/>
                </a:cubicBezTo>
                <a:cubicBezTo>
                  <a:pt x="392536" y="8436"/>
                  <a:pt x="396362" y="9613"/>
                  <a:pt x="397997" y="9613"/>
                </a:cubicBezTo>
                <a:cubicBezTo>
                  <a:pt x="400089" y="9613"/>
                  <a:pt x="401904" y="8844"/>
                  <a:pt x="403441" y="7308"/>
                </a:cubicBezTo>
                <a:cubicBezTo>
                  <a:pt x="404977" y="5771"/>
                  <a:pt x="405975" y="3335"/>
                  <a:pt x="406432" y="0"/>
                </a:cubicBezTo>
                <a:lnTo>
                  <a:pt x="410258" y="0"/>
                </a:lnTo>
                <a:close/>
                <a:moveTo>
                  <a:pt x="471878" y="41394"/>
                </a:moveTo>
                <a:cubicBezTo>
                  <a:pt x="479856" y="41394"/>
                  <a:pt x="487278" y="43455"/>
                  <a:pt x="494144" y="47579"/>
                </a:cubicBezTo>
                <a:cubicBezTo>
                  <a:pt x="501010" y="51703"/>
                  <a:pt x="506226" y="57562"/>
                  <a:pt x="509789" y="65156"/>
                </a:cubicBezTo>
                <a:cubicBezTo>
                  <a:pt x="513353" y="72749"/>
                  <a:pt x="515135" y="81062"/>
                  <a:pt x="515135" y="90095"/>
                </a:cubicBezTo>
                <a:cubicBezTo>
                  <a:pt x="515135" y="103120"/>
                  <a:pt x="511833" y="114019"/>
                  <a:pt x="505228" y="122792"/>
                </a:cubicBezTo>
                <a:cubicBezTo>
                  <a:pt x="497250" y="133396"/>
                  <a:pt x="486232" y="138698"/>
                  <a:pt x="472172" y="138698"/>
                </a:cubicBezTo>
                <a:cubicBezTo>
                  <a:pt x="458374" y="138698"/>
                  <a:pt x="447748" y="133854"/>
                  <a:pt x="440293" y="124165"/>
                </a:cubicBezTo>
                <a:cubicBezTo>
                  <a:pt x="432839" y="114477"/>
                  <a:pt x="429111" y="103251"/>
                  <a:pt x="429111" y="90487"/>
                </a:cubicBezTo>
                <a:cubicBezTo>
                  <a:pt x="429111" y="77331"/>
                  <a:pt x="432920" y="65860"/>
                  <a:pt x="440539" y="56073"/>
                </a:cubicBezTo>
                <a:cubicBezTo>
                  <a:pt x="448157" y="46287"/>
                  <a:pt x="458603" y="41394"/>
                  <a:pt x="471878" y="41394"/>
                </a:cubicBezTo>
                <a:moveTo>
                  <a:pt x="472270" y="48260"/>
                </a:moveTo>
                <a:cubicBezTo>
                  <a:pt x="468935" y="48260"/>
                  <a:pt x="466074" y="49521"/>
                  <a:pt x="463688" y="52042"/>
                </a:cubicBezTo>
                <a:cubicBezTo>
                  <a:pt x="461301" y="54562"/>
                  <a:pt x="459731" y="59537"/>
                  <a:pt x="458979" y="66967"/>
                </a:cubicBezTo>
                <a:cubicBezTo>
                  <a:pt x="458227" y="74397"/>
                  <a:pt x="457851" y="84725"/>
                  <a:pt x="457851" y="97951"/>
                </a:cubicBezTo>
                <a:cubicBezTo>
                  <a:pt x="457851" y="104956"/>
                  <a:pt x="458309" y="111504"/>
                  <a:pt x="459225" y="117593"/>
                </a:cubicBezTo>
                <a:cubicBezTo>
                  <a:pt x="459944" y="122240"/>
                  <a:pt x="461481" y="125775"/>
                  <a:pt x="463835" y="128199"/>
                </a:cubicBezTo>
                <a:cubicBezTo>
                  <a:pt x="466189" y="130621"/>
                  <a:pt x="468870" y="131831"/>
                  <a:pt x="471878" y="131831"/>
                </a:cubicBezTo>
                <a:cubicBezTo>
                  <a:pt x="474821" y="131831"/>
                  <a:pt x="477273" y="131013"/>
                  <a:pt x="479235" y="129376"/>
                </a:cubicBezTo>
                <a:cubicBezTo>
                  <a:pt x="481785" y="127151"/>
                  <a:pt x="483485" y="124041"/>
                  <a:pt x="484335" y="120045"/>
                </a:cubicBezTo>
                <a:cubicBezTo>
                  <a:pt x="485643" y="113827"/>
                  <a:pt x="486297" y="101257"/>
                  <a:pt x="486297" y="82336"/>
                </a:cubicBezTo>
                <a:cubicBezTo>
                  <a:pt x="486297" y="71207"/>
                  <a:pt x="485676" y="63565"/>
                  <a:pt x="484433" y="59408"/>
                </a:cubicBezTo>
                <a:cubicBezTo>
                  <a:pt x="483191" y="55250"/>
                  <a:pt x="481360" y="52221"/>
                  <a:pt x="478940" y="50323"/>
                </a:cubicBezTo>
                <a:cubicBezTo>
                  <a:pt x="477240" y="48947"/>
                  <a:pt x="475017" y="48260"/>
                  <a:pt x="472270" y="48260"/>
                </a:cubicBezTo>
                <a:close/>
                <a:moveTo>
                  <a:pt x="618468" y="2943"/>
                </a:moveTo>
                <a:lnTo>
                  <a:pt x="618468" y="108486"/>
                </a:lnTo>
                <a:cubicBezTo>
                  <a:pt x="618468" y="115543"/>
                  <a:pt x="618664" y="119717"/>
                  <a:pt x="619057" y="121011"/>
                </a:cubicBezTo>
                <a:cubicBezTo>
                  <a:pt x="619580" y="123149"/>
                  <a:pt x="620577" y="124735"/>
                  <a:pt x="622048" y="125771"/>
                </a:cubicBezTo>
                <a:cubicBezTo>
                  <a:pt x="623520" y="126805"/>
                  <a:pt x="626086" y="127452"/>
                  <a:pt x="629748" y="127712"/>
                </a:cubicBezTo>
                <a:lnTo>
                  <a:pt x="629748" y="131243"/>
                </a:lnTo>
                <a:lnTo>
                  <a:pt x="591003" y="138698"/>
                </a:lnTo>
                <a:lnTo>
                  <a:pt x="591003" y="124181"/>
                </a:lnTo>
                <a:cubicBezTo>
                  <a:pt x="586360" y="129804"/>
                  <a:pt x="582224" y="133630"/>
                  <a:pt x="578595" y="135657"/>
                </a:cubicBezTo>
                <a:cubicBezTo>
                  <a:pt x="574966" y="137684"/>
                  <a:pt x="570862" y="138698"/>
                  <a:pt x="566285" y="138698"/>
                </a:cubicBezTo>
                <a:cubicBezTo>
                  <a:pt x="554580" y="138698"/>
                  <a:pt x="545327" y="133461"/>
                  <a:pt x="538526" y="122988"/>
                </a:cubicBezTo>
                <a:cubicBezTo>
                  <a:pt x="533033" y="114479"/>
                  <a:pt x="530286" y="104039"/>
                  <a:pt x="530286" y="91667"/>
                </a:cubicBezTo>
                <a:cubicBezTo>
                  <a:pt x="530286" y="81783"/>
                  <a:pt x="531987" y="72929"/>
                  <a:pt x="535387" y="65106"/>
                </a:cubicBezTo>
                <a:cubicBezTo>
                  <a:pt x="538787" y="57284"/>
                  <a:pt x="543447" y="51376"/>
                  <a:pt x="549365" y="47383"/>
                </a:cubicBezTo>
                <a:cubicBezTo>
                  <a:pt x="555283" y="43390"/>
                  <a:pt x="561642" y="41394"/>
                  <a:pt x="568443" y="41394"/>
                </a:cubicBezTo>
                <a:cubicBezTo>
                  <a:pt x="572824" y="41394"/>
                  <a:pt x="576715" y="42251"/>
                  <a:pt x="580115" y="43965"/>
                </a:cubicBezTo>
                <a:cubicBezTo>
                  <a:pt x="583516" y="45680"/>
                  <a:pt x="587145" y="48681"/>
                  <a:pt x="591003" y="52968"/>
                </a:cubicBezTo>
                <a:lnTo>
                  <a:pt x="591003" y="25307"/>
                </a:lnTo>
                <a:cubicBezTo>
                  <a:pt x="591003" y="18310"/>
                  <a:pt x="590709" y="14092"/>
                  <a:pt x="590121" y="12653"/>
                </a:cubicBezTo>
                <a:cubicBezTo>
                  <a:pt x="589336" y="10757"/>
                  <a:pt x="588159" y="9351"/>
                  <a:pt x="586589" y="8436"/>
                </a:cubicBezTo>
                <a:cubicBezTo>
                  <a:pt x="585020" y="7520"/>
                  <a:pt x="582077" y="7062"/>
                  <a:pt x="577761" y="7062"/>
                </a:cubicBezTo>
                <a:lnTo>
                  <a:pt x="577761" y="2943"/>
                </a:lnTo>
                <a:lnTo>
                  <a:pt x="618468" y="2943"/>
                </a:lnTo>
                <a:moveTo>
                  <a:pt x="591003" y="64935"/>
                </a:moveTo>
                <a:cubicBezTo>
                  <a:pt x="586164" y="55780"/>
                  <a:pt x="580246" y="51202"/>
                  <a:pt x="573249" y="51202"/>
                </a:cubicBezTo>
                <a:cubicBezTo>
                  <a:pt x="570830" y="51202"/>
                  <a:pt x="568835" y="51856"/>
                  <a:pt x="567266" y="53164"/>
                </a:cubicBezTo>
                <a:cubicBezTo>
                  <a:pt x="564846" y="55191"/>
                  <a:pt x="562868" y="58755"/>
                  <a:pt x="561331" y="63856"/>
                </a:cubicBezTo>
                <a:cubicBezTo>
                  <a:pt x="559795" y="68956"/>
                  <a:pt x="559026" y="76771"/>
                  <a:pt x="559026" y="87299"/>
                </a:cubicBezTo>
                <a:cubicBezTo>
                  <a:pt x="559026" y="98874"/>
                  <a:pt x="559876" y="107440"/>
                  <a:pt x="561577" y="112998"/>
                </a:cubicBezTo>
                <a:cubicBezTo>
                  <a:pt x="563277" y="118557"/>
                  <a:pt x="565598" y="122578"/>
                  <a:pt x="568541" y="125063"/>
                </a:cubicBezTo>
                <a:cubicBezTo>
                  <a:pt x="570045" y="126306"/>
                  <a:pt x="572105" y="126927"/>
                  <a:pt x="574721" y="126927"/>
                </a:cubicBezTo>
                <a:cubicBezTo>
                  <a:pt x="580475" y="126927"/>
                  <a:pt x="585903" y="122401"/>
                  <a:pt x="591003" y="113348"/>
                </a:cubicBezTo>
                <a:lnTo>
                  <a:pt x="591003" y="64935"/>
                </a:lnTo>
                <a:close/>
                <a:moveTo>
                  <a:pt x="662907" y="0"/>
                </a:moveTo>
                <a:cubicBezTo>
                  <a:pt x="667158" y="0"/>
                  <a:pt x="670754" y="1493"/>
                  <a:pt x="673697" y="4478"/>
                </a:cubicBezTo>
                <a:cubicBezTo>
                  <a:pt x="676640" y="7462"/>
                  <a:pt x="678111" y="11053"/>
                  <a:pt x="678111" y="15253"/>
                </a:cubicBezTo>
                <a:cubicBezTo>
                  <a:pt x="678111" y="19452"/>
                  <a:pt x="676623" y="23028"/>
                  <a:pt x="673648" y="25981"/>
                </a:cubicBezTo>
                <a:cubicBezTo>
                  <a:pt x="670672" y="28932"/>
                  <a:pt x="667092" y="30408"/>
                  <a:pt x="662907" y="30408"/>
                </a:cubicBezTo>
                <a:cubicBezTo>
                  <a:pt x="658722" y="30408"/>
                  <a:pt x="655158" y="28932"/>
                  <a:pt x="652215" y="25981"/>
                </a:cubicBezTo>
                <a:cubicBezTo>
                  <a:pt x="649273" y="23028"/>
                  <a:pt x="647801" y="19452"/>
                  <a:pt x="647801" y="15253"/>
                </a:cubicBezTo>
                <a:cubicBezTo>
                  <a:pt x="647801" y="11053"/>
                  <a:pt x="649273" y="7462"/>
                  <a:pt x="652215" y="4478"/>
                </a:cubicBezTo>
                <a:cubicBezTo>
                  <a:pt x="655158" y="1493"/>
                  <a:pt x="658722" y="0"/>
                  <a:pt x="662907" y="0"/>
                </a:cubicBezTo>
                <a:moveTo>
                  <a:pt x="676640" y="44140"/>
                </a:moveTo>
                <a:lnTo>
                  <a:pt x="676640" y="116922"/>
                </a:lnTo>
                <a:cubicBezTo>
                  <a:pt x="676640" y="123396"/>
                  <a:pt x="677392" y="127532"/>
                  <a:pt x="678896" y="129330"/>
                </a:cubicBezTo>
                <a:cubicBezTo>
                  <a:pt x="680400" y="131128"/>
                  <a:pt x="683342" y="132158"/>
                  <a:pt x="687724" y="132420"/>
                </a:cubicBezTo>
                <a:lnTo>
                  <a:pt x="687724" y="135951"/>
                </a:lnTo>
                <a:lnTo>
                  <a:pt x="638189" y="135951"/>
                </a:lnTo>
                <a:lnTo>
                  <a:pt x="638189" y="132420"/>
                </a:lnTo>
                <a:cubicBezTo>
                  <a:pt x="642243" y="132289"/>
                  <a:pt x="645251" y="131112"/>
                  <a:pt x="647213" y="128889"/>
                </a:cubicBezTo>
                <a:cubicBezTo>
                  <a:pt x="648521" y="127385"/>
                  <a:pt x="649175" y="123396"/>
                  <a:pt x="649175" y="116922"/>
                </a:cubicBezTo>
                <a:lnTo>
                  <a:pt x="649175" y="63365"/>
                </a:lnTo>
                <a:cubicBezTo>
                  <a:pt x="649175" y="56810"/>
                  <a:pt x="648423" y="52622"/>
                  <a:pt x="646919" y="50801"/>
                </a:cubicBezTo>
                <a:cubicBezTo>
                  <a:pt x="645415" y="48980"/>
                  <a:pt x="642505" y="47937"/>
                  <a:pt x="638189" y="47671"/>
                </a:cubicBezTo>
                <a:lnTo>
                  <a:pt x="638189" y="44140"/>
                </a:lnTo>
                <a:lnTo>
                  <a:pt x="676640" y="44140"/>
                </a:lnTo>
                <a:close/>
                <a:moveTo>
                  <a:pt x="733992" y="44140"/>
                </a:moveTo>
                <a:lnTo>
                  <a:pt x="733992" y="56107"/>
                </a:lnTo>
                <a:cubicBezTo>
                  <a:pt x="738701" y="50971"/>
                  <a:pt x="743213" y="47236"/>
                  <a:pt x="747529" y="44900"/>
                </a:cubicBezTo>
                <a:cubicBezTo>
                  <a:pt x="751844" y="42562"/>
                  <a:pt x="756487" y="41394"/>
                  <a:pt x="761457" y="41394"/>
                </a:cubicBezTo>
                <a:cubicBezTo>
                  <a:pt x="767408" y="41394"/>
                  <a:pt x="772345" y="43047"/>
                  <a:pt x="776269" y="46353"/>
                </a:cubicBezTo>
                <a:cubicBezTo>
                  <a:pt x="780192" y="49660"/>
                  <a:pt x="782808" y="53768"/>
                  <a:pt x="784116" y="58679"/>
                </a:cubicBezTo>
                <a:cubicBezTo>
                  <a:pt x="785162" y="62412"/>
                  <a:pt x="785685" y="69583"/>
                  <a:pt x="785685" y="80191"/>
                </a:cubicBezTo>
                <a:lnTo>
                  <a:pt x="785685" y="115941"/>
                </a:lnTo>
                <a:cubicBezTo>
                  <a:pt x="785685" y="123003"/>
                  <a:pt x="786323" y="127401"/>
                  <a:pt x="787598" y="129134"/>
                </a:cubicBezTo>
                <a:cubicBezTo>
                  <a:pt x="788873" y="130867"/>
                  <a:pt x="791538" y="131962"/>
                  <a:pt x="795592" y="132420"/>
                </a:cubicBezTo>
                <a:lnTo>
                  <a:pt x="795592" y="135951"/>
                </a:lnTo>
                <a:lnTo>
                  <a:pt x="749196" y="135951"/>
                </a:lnTo>
                <a:lnTo>
                  <a:pt x="749196" y="132420"/>
                </a:lnTo>
                <a:cubicBezTo>
                  <a:pt x="752662" y="131962"/>
                  <a:pt x="755147" y="130524"/>
                  <a:pt x="756651" y="128104"/>
                </a:cubicBezTo>
                <a:cubicBezTo>
                  <a:pt x="757697" y="126469"/>
                  <a:pt x="758220" y="122415"/>
                  <a:pt x="758220" y="115941"/>
                </a:cubicBezTo>
                <a:lnTo>
                  <a:pt x="758220" y="75136"/>
                </a:lnTo>
                <a:cubicBezTo>
                  <a:pt x="758220" y="67616"/>
                  <a:pt x="757926" y="62875"/>
                  <a:pt x="757337" y="60913"/>
                </a:cubicBezTo>
                <a:cubicBezTo>
                  <a:pt x="756749" y="58951"/>
                  <a:pt x="755752" y="57431"/>
                  <a:pt x="754346" y="56352"/>
                </a:cubicBezTo>
                <a:cubicBezTo>
                  <a:pt x="752940" y="55273"/>
                  <a:pt x="751387" y="54734"/>
                  <a:pt x="749687" y="54734"/>
                </a:cubicBezTo>
                <a:cubicBezTo>
                  <a:pt x="744063" y="54734"/>
                  <a:pt x="738831" y="58788"/>
                  <a:pt x="733992" y="66897"/>
                </a:cubicBezTo>
                <a:lnTo>
                  <a:pt x="733992" y="115941"/>
                </a:lnTo>
                <a:cubicBezTo>
                  <a:pt x="733992" y="122807"/>
                  <a:pt x="734630" y="127156"/>
                  <a:pt x="735905" y="128987"/>
                </a:cubicBezTo>
                <a:cubicBezTo>
                  <a:pt x="737180" y="130818"/>
                  <a:pt x="739551" y="131962"/>
                  <a:pt x="743016" y="132420"/>
                </a:cubicBezTo>
                <a:lnTo>
                  <a:pt x="743016" y="135951"/>
                </a:lnTo>
                <a:lnTo>
                  <a:pt x="696620" y="135951"/>
                </a:lnTo>
                <a:lnTo>
                  <a:pt x="696620" y="132420"/>
                </a:lnTo>
                <a:cubicBezTo>
                  <a:pt x="700479" y="132028"/>
                  <a:pt x="703225" y="130785"/>
                  <a:pt x="704860" y="128693"/>
                </a:cubicBezTo>
                <a:cubicBezTo>
                  <a:pt x="705972" y="127254"/>
                  <a:pt x="706527" y="123003"/>
                  <a:pt x="706527" y="115941"/>
                </a:cubicBezTo>
                <a:lnTo>
                  <a:pt x="706527" y="64150"/>
                </a:lnTo>
                <a:cubicBezTo>
                  <a:pt x="706527" y="57135"/>
                  <a:pt x="705890" y="52767"/>
                  <a:pt x="704615" y="51046"/>
                </a:cubicBezTo>
                <a:cubicBezTo>
                  <a:pt x="703340" y="49325"/>
                  <a:pt x="700675" y="48200"/>
                  <a:pt x="696620" y="47671"/>
                </a:cubicBezTo>
                <a:lnTo>
                  <a:pt x="696620" y="44140"/>
                </a:lnTo>
                <a:lnTo>
                  <a:pt x="733992" y="44140"/>
                </a:lnTo>
                <a:close/>
                <a:moveTo>
                  <a:pt x="866908" y="45317"/>
                </a:moveTo>
                <a:lnTo>
                  <a:pt x="897806" y="45317"/>
                </a:lnTo>
                <a:lnTo>
                  <a:pt x="897806" y="56107"/>
                </a:lnTo>
                <a:lnTo>
                  <a:pt x="880248" y="56107"/>
                </a:lnTo>
                <a:cubicBezTo>
                  <a:pt x="883452" y="59311"/>
                  <a:pt x="885676" y="62221"/>
                  <a:pt x="886918" y="64837"/>
                </a:cubicBezTo>
                <a:cubicBezTo>
                  <a:pt x="888487" y="68368"/>
                  <a:pt x="889272" y="72063"/>
                  <a:pt x="889272" y="75921"/>
                </a:cubicBezTo>
                <a:cubicBezTo>
                  <a:pt x="889272" y="82460"/>
                  <a:pt x="887458" y="88133"/>
                  <a:pt x="883828" y="92939"/>
                </a:cubicBezTo>
                <a:cubicBezTo>
                  <a:pt x="880199" y="97746"/>
                  <a:pt x="875262" y="101506"/>
                  <a:pt x="869017" y="104219"/>
                </a:cubicBezTo>
                <a:cubicBezTo>
                  <a:pt x="862772" y="106933"/>
                  <a:pt x="857230" y="108290"/>
                  <a:pt x="852391" y="108290"/>
                </a:cubicBezTo>
                <a:cubicBezTo>
                  <a:pt x="851998" y="108290"/>
                  <a:pt x="848075" y="108127"/>
                  <a:pt x="840620" y="107800"/>
                </a:cubicBezTo>
                <a:cubicBezTo>
                  <a:pt x="837677" y="107800"/>
                  <a:pt x="835209" y="108759"/>
                  <a:pt x="833214" y="110678"/>
                </a:cubicBezTo>
                <a:cubicBezTo>
                  <a:pt x="831220" y="112597"/>
                  <a:pt x="830223" y="114889"/>
                  <a:pt x="830223" y="117553"/>
                </a:cubicBezTo>
                <a:cubicBezTo>
                  <a:pt x="830223" y="119895"/>
                  <a:pt x="831122" y="121814"/>
                  <a:pt x="832920" y="123310"/>
                </a:cubicBezTo>
                <a:cubicBezTo>
                  <a:pt x="834718" y="124806"/>
                  <a:pt x="837645" y="125554"/>
                  <a:pt x="841699" y="125554"/>
                </a:cubicBezTo>
                <a:lnTo>
                  <a:pt x="858668" y="125358"/>
                </a:lnTo>
                <a:cubicBezTo>
                  <a:pt x="872401" y="125358"/>
                  <a:pt x="881850" y="126865"/>
                  <a:pt x="887016" y="129879"/>
                </a:cubicBezTo>
                <a:cubicBezTo>
                  <a:pt x="894405" y="134070"/>
                  <a:pt x="898100" y="140523"/>
                  <a:pt x="898100" y="149236"/>
                </a:cubicBezTo>
                <a:cubicBezTo>
                  <a:pt x="898100" y="154805"/>
                  <a:pt x="896400" y="159865"/>
                  <a:pt x="893000" y="164418"/>
                </a:cubicBezTo>
                <a:cubicBezTo>
                  <a:pt x="889599" y="168971"/>
                  <a:pt x="885120" y="172329"/>
                  <a:pt x="879561" y="174491"/>
                </a:cubicBezTo>
                <a:cubicBezTo>
                  <a:pt x="871126" y="177701"/>
                  <a:pt x="861415" y="179306"/>
                  <a:pt x="850429" y="179306"/>
                </a:cubicBezTo>
                <a:cubicBezTo>
                  <a:pt x="842189" y="179306"/>
                  <a:pt x="834669" y="178505"/>
                  <a:pt x="827869" y="176903"/>
                </a:cubicBezTo>
                <a:cubicBezTo>
                  <a:pt x="821068" y="175301"/>
                  <a:pt x="816196" y="173077"/>
                  <a:pt x="813253" y="170230"/>
                </a:cubicBezTo>
                <a:cubicBezTo>
                  <a:pt x="810311" y="167386"/>
                  <a:pt x="808839" y="164393"/>
                  <a:pt x="808839" y="161252"/>
                </a:cubicBezTo>
                <a:cubicBezTo>
                  <a:pt x="808839" y="158244"/>
                  <a:pt x="809967" y="155545"/>
                  <a:pt x="812223" y="153157"/>
                </a:cubicBezTo>
                <a:cubicBezTo>
                  <a:pt x="814479" y="150770"/>
                  <a:pt x="818681" y="148759"/>
                  <a:pt x="824828" y="147124"/>
                </a:cubicBezTo>
                <a:cubicBezTo>
                  <a:pt x="816327" y="142939"/>
                  <a:pt x="812076" y="137120"/>
                  <a:pt x="812076" y="129667"/>
                </a:cubicBezTo>
                <a:cubicBezTo>
                  <a:pt x="812076" y="125155"/>
                  <a:pt x="813809" y="120775"/>
                  <a:pt x="817275" y="116527"/>
                </a:cubicBezTo>
                <a:cubicBezTo>
                  <a:pt x="820741" y="112276"/>
                  <a:pt x="826234" y="108581"/>
                  <a:pt x="833754" y="105442"/>
                </a:cubicBezTo>
                <a:cubicBezTo>
                  <a:pt x="824991" y="102234"/>
                  <a:pt x="818648" y="98010"/>
                  <a:pt x="814725" y="92771"/>
                </a:cubicBezTo>
                <a:cubicBezTo>
                  <a:pt x="810801" y="87531"/>
                  <a:pt x="808839" y="81473"/>
                  <a:pt x="808839" y="74597"/>
                </a:cubicBezTo>
                <a:cubicBezTo>
                  <a:pt x="808839" y="65626"/>
                  <a:pt x="812501" y="57849"/>
                  <a:pt x="819825" y="51267"/>
                </a:cubicBezTo>
                <a:cubicBezTo>
                  <a:pt x="827149" y="44685"/>
                  <a:pt x="836566" y="41394"/>
                  <a:pt x="848075" y="41394"/>
                </a:cubicBezTo>
                <a:cubicBezTo>
                  <a:pt x="854156" y="41394"/>
                  <a:pt x="860434" y="42701"/>
                  <a:pt x="866908" y="45317"/>
                </a:cubicBezTo>
                <a:moveTo>
                  <a:pt x="849939" y="47671"/>
                </a:moveTo>
                <a:cubicBezTo>
                  <a:pt x="846146" y="47671"/>
                  <a:pt x="842942" y="49581"/>
                  <a:pt x="840326" y="53400"/>
                </a:cubicBezTo>
                <a:cubicBezTo>
                  <a:pt x="837710" y="57217"/>
                  <a:pt x="836402" y="65132"/>
                  <a:pt x="836402" y="77144"/>
                </a:cubicBezTo>
                <a:cubicBezTo>
                  <a:pt x="836402" y="86869"/>
                  <a:pt x="837694" y="93543"/>
                  <a:pt x="840277" y="97166"/>
                </a:cubicBezTo>
                <a:cubicBezTo>
                  <a:pt x="842860" y="100789"/>
                  <a:pt x="845917" y="102601"/>
                  <a:pt x="849448" y="102601"/>
                </a:cubicBezTo>
                <a:cubicBezTo>
                  <a:pt x="853372" y="102601"/>
                  <a:pt x="856641" y="100806"/>
                  <a:pt x="859257" y="97215"/>
                </a:cubicBezTo>
                <a:cubicBezTo>
                  <a:pt x="861873" y="93625"/>
                  <a:pt x="863181" y="86640"/>
                  <a:pt x="863181" y="76261"/>
                </a:cubicBezTo>
                <a:cubicBezTo>
                  <a:pt x="863181" y="64578"/>
                  <a:pt x="861709" y="56615"/>
                  <a:pt x="858767" y="52370"/>
                </a:cubicBezTo>
                <a:cubicBezTo>
                  <a:pt x="856674" y="49238"/>
                  <a:pt x="853731" y="47671"/>
                  <a:pt x="849939" y="47671"/>
                </a:cubicBezTo>
                <a:moveTo>
                  <a:pt x="844151" y="149487"/>
                </a:moveTo>
                <a:cubicBezTo>
                  <a:pt x="837481" y="149487"/>
                  <a:pt x="833067" y="150041"/>
                  <a:pt x="830909" y="151149"/>
                </a:cubicBezTo>
                <a:cubicBezTo>
                  <a:pt x="827182" y="153166"/>
                  <a:pt x="825318" y="155900"/>
                  <a:pt x="825318" y="159352"/>
                </a:cubicBezTo>
                <a:cubicBezTo>
                  <a:pt x="825318" y="162672"/>
                  <a:pt x="827247" y="165683"/>
                  <a:pt x="831105" y="168385"/>
                </a:cubicBezTo>
                <a:cubicBezTo>
                  <a:pt x="834964" y="171088"/>
                  <a:pt x="842222" y="172440"/>
                  <a:pt x="852881" y="172440"/>
                </a:cubicBezTo>
                <a:cubicBezTo>
                  <a:pt x="861971" y="172440"/>
                  <a:pt x="869115" y="171236"/>
                  <a:pt x="874314" y="168826"/>
                </a:cubicBezTo>
                <a:cubicBezTo>
                  <a:pt x="879512" y="166417"/>
                  <a:pt x="882112" y="163031"/>
                  <a:pt x="882112" y="158668"/>
                </a:cubicBezTo>
                <a:cubicBezTo>
                  <a:pt x="882112" y="157041"/>
                  <a:pt x="881621" y="155674"/>
                  <a:pt x="880640" y="154567"/>
                </a:cubicBezTo>
                <a:cubicBezTo>
                  <a:pt x="878875" y="152613"/>
                  <a:pt x="876210" y="151278"/>
                  <a:pt x="872646" y="150560"/>
                </a:cubicBezTo>
                <a:cubicBezTo>
                  <a:pt x="869082" y="149845"/>
                  <a:pt x="859584" y="149487"/>
                  <a:pt x="844151" y="149487"/>
                </a:cubicBezTo>
                <a:close/>
                <a:moveTo>
                  <a:pt x="1006676" y="75725"/>
                </a:moveTo>
                <a:lnTo>
                  <a:pt x="1006676" y="112606"/>
                </a:lnTo>
                <a:cubicBezTo>
                  <a:pt x="1006676" y="119836"/>
                  <a:pt x="1007117" y="124388"/>
                  <a:pt x="1008000" y="126262"/>
                </a:cubicBezTo>
                <a:cubicBezTo>
                  <a:pt x="1008883" y="128134"/>
                  <a:pt x="1010452" y="129629"/>
                  <a:pt x="1012708" y="130746"/>
                </a:cubicBezTo>
                <a:cubicBezTo>
                  <a:pt x="1014964" y="131862"/>
                  <a:pt x="1019100" y="132420"/>
                  <a:pt x="1025117" y="132420"/>
                </a:cubicBezTo>
                <a:lnTo>
                  <a:pt x="1025117" y="135951"/>
                </a:lnTo>
                <a:lnTo>
                  <a:pt x="957533" y="135951"/>
                </a:lnTo>
                <a:lnTo>
                  <a:pt x="957533" y="132420"/>
                </a:lnTo>
                <a:cubicBezTo>
                  <a:pt x="963680" y="132420"/>
                  <a:pt x="967849" y="131845"/>
                  <a:pt x="970040" y="130694"/>
                </a:cubicBezTo>
                <a:cubicBezTo>
                  <a:pt x="972230" y="129544"/>
                  <a:pt x="973767" y="128049"/>
                  <a:pt x="974650" y="126210"/>
                </a:cubicBezTo>
                <a:cubicBezTo>
                  <a:pt x="975533" y="124371"/>
                  <a:pt x="975974" y="119836"/>
                  <a:pt x="975974" y="112606"/>
                </a:cubicBezTo>
                <a:lnTo>
                  <a:pt x="975974" y="26288"/>
                </a:lnTo>
                <a:cubicBezTo>
                  <a:pt x="975974" y="19058"/>
                  <a:pt x="975533" y="14507"/>
                  <a:pt x="974650" y="12635"/>
                </a:cubicBezTo>
                <a:cubicBezTo>
                  <a:pt x="973767" y="10761"/>
                  <a:pt x="972214" y="9266"/>
                  <a:pt x="969991" y="8151"/>
                </a:cubicBezTo>
                <a:cubicBezTo>
                  <a:pt x="967767" y="7033"/>
                  <a:pt x="963615" y="6474"/>
                  <a:pt x="957533" y="6474"/>
                </a:cubicBezTo>
                <a:lnTo>
                  <a:pt x="957533" y="2943"/>
                </a:lnTo>
                <a:lnTo>
                  <a:pt x="1015504" y="2943"/>
                </a:lnTo>
                <a:cubicBezTo>
                  <a:pt x="1034599" y="2943"/>
                  <a:pt x="1048298" y="6343"/>
                  <a:pt x="1056603" y="13144"/>
                </a:cubicBezTo>
                <a:cubicBezTo>
                  <a:pt x="1064908" y="19945"/>
                  <a:pt x="1069060" y="28446"/>
                  <a:pt x="1069060" y="38647"/>
                </a:cubicBezTo>
                <a:cubicBezTo>
                  <a:pt x="1069060" y="47279"/>
                  <a:pt x="1066379" y="54668"/>
                  <a:pt x="1061017" y="60815"/>
                </a:cubicBezTo>
                <a:cubicBezTo>
                  <a:pt x="1055655" y="66962"/>
                  <a:pt x="1048266" y="71147"/>
                  <a:pt x="1038849" y="73370"/>
                </a:cubicBezTo>
                <a:cubicBezTo>
                  <a:pt x="1032506" y="74940"/>
                  <a:pt x="1021782" y="75725"/>
                  <a:pt x="1006676" y="75725"/>
                </a:cubicBezTo>
                <a:moveTo>
                  <a:pt x="1006676" y="10594"/>
                </a:moveTo>
                <a:lnTo>
                  <a:pt x="1006676" y="68074"/>
                </a:lnTo>
                <a:cubicBezTo>
                  <a:pt x="1008834" y="68204"/>
                  <a:pt x="1010469" y="68270"/>
                  <a:pt x="1011580" y="68270"/>
                </a:cubicBezTo>
                <a:cubicBezTo>
                  <a:pt x="1019558" y="68270"/>
                  <a:pt x="1025705" y="65899"/>
                  <a:pt x="1030021" y="61158"/>
                </a:cubicBezTo>
                <a:cubicBezTo>
                  <a:pt x="1034337" y="56417"/>
                  <a:pt x="1036495" y="49077"/>
                  <a:pt x="1036495" y="39137"/>
                </a:cubicBezTo>
                <a:cubicBezTo>
                  <a:pt x="1036495" y="29263"/>
                  <a:pt x="1034337" y="22037"/>
                  <a:pt x="1030021" y="17460"/>
                </a:cubicBezTo>
                <a:cubicBezTo>
                  <a:pt x="1025705" y="12882"/>
                  <a:pt x="1019264" y="10594"/>
                  <a:pt x="1010698" y="10594"/>
                </a:cubicBezTo>
                <a:lnTo>
                  <a:pt x="1006676" y="10594"/>
                </a:lnTo>
                <a:close/>
                <a:moveTo>
                  <a:pt x="1119639" y="44140"/>
                </a:moveTo>
                <a:lnTo>
                  <a:pt x="1119639" y="64935"/>
                </a:lnTo>
                <a:cubicBezTo>
                  <a:pt x="1125721" y="55453"/>
                  <a:pt x="1131050" y="49159"/>
                  <a:pt x="1135628" y="46053"/>
                </a:cubicBezTo>
                <a:cubicBezTo>
                  <a:pt x="1140205" y="42947"/>
                  <a:pt x="1144619" y="41394"/>
                  <a:pt x="1148870" y="41394"/>
                </a:cubicBezTo>
                <a:cubicBezTo>
                  <a:pt x="1152532" y="41394"/>
                  <a:pt x="1155458" y="42526"/>
                  <a:pt x="1157649" y="44790"/>
                </a:cubicBezTo>
                <a:cubicBezTo>
                  <a:pt x="1159839" y="47054"/>
                  <a:pt x="1160935" y="50253"/>
                  <a:pt x="1160935" y="54387"/>
                </a:cubicBezTo>
                <a:cubicBezTo>
                  <a:pt x="1160935" y="58785"/>
                  <a:pt x="1159872" y="62199"/>
                  <a:pt x="1157747" y="64628"/>
                </a:cubicBezTo>
                <a:cubicBezTo>
                  <a:pt x="1155622" y="67056"/>
                  <a:pt x="1153055" y="68270"/>
                  <a:pt x="1150047" y="68270"/>
                </a:cubicBezTo>
                <a:cubicBezTo>
                  <a:pt x="1146581" y="68270"/>
                  <a:pt x="1143573" y="67158"/>
                  <a:pt x="1141023" y="64935"/>
                </a:cubicBezTo>
                <a:cubicBezTo>
                  <a:pt x="1138472" y="62711"/>
                  <a:pt x="1136968" y="61469"/>
                  <a:pt x="1136511" y="61207"/>
                </a:cubicBezTo>
                <a:cubicBezTo>
                  <a:pt x="1135857" y="60815"/>
                  <a:pt x="1135105" y="60619"/>
                  <a:pt x="1134254" y="60619"/>
                </a:cubicBezTo>
                <a:cubicBezTo>
                  <a:pt x="1132358" y="60619"/>
                  <a:pt x="1130560" y="61338"/>
                  <a:pt x="1128860" y="62777"/>
                </a:cubicBezTo>
                <a:cubicBezTo>
                  <a:pt x="1126179" y="65000"/>
                  <a:pt x="1124151" y="68172"/>
                  <a:pt x="1122778" y="72291"/>
                </a:cubicBezTo>
                <a:cubicBezTo>
                  <a:pt x="1120686" y="78635"/>
                  <a:pt x="1119639" y="85632"/>
                  <a:pt x="1119639" y="93283"/>
                </a:cubicBezTo>
                <a:lnTo>
                  <a:pt x="1119639" y="114372"/>
                </a:lnTo>
                <a:lnTo>
                  <a:pt x="1119737" y="119865"/>
                </a:lnTo>
                <a:cubicBezTo>
                  <a:pt x="1119737" y="123592"/>
                  <a:pt x="1119966" y="125979"/>
                  <a:pt x="1120424" y="127025"/>
                </a:cubicBezTo>
                <a:cubicBezTo>
                  <a:pt x="1121209" y="128791"/>
                  <a:pt x="1122369" y="130082"/>
                  <a:pt x="1123906" y="130900"/>
                </a:cubicBezTo>
                <a:cubicBezTo>
                  <a:pt x="1125443" y="131717"/>
                  <a:pt x="1128042" y="132224"/>
                  <a:pt x="1131704" y="132420"/>
                </a:cubicBezTo>
                <a:lnTo>
                  <a:pt x="1131704" y="135951"/>
                </a:lnTo>
                <a:lnTo>
                  <a:pt x="1082169" y="135951"/>
                </a:lnTo>
                <a:lnTo>
                  <a:pt x="1082169" y="132420"/>
                </a:lnTo>
                <a:cubicBezTo>
                  <a:pt x="1086158" y="132093"/>
                  <a:pt x="1088856" y="130998"/>
                  <a:pt x="1090262" y="129134"/>
                </a:cubicBezTo>
                <a:cubicBezTo>
                  <a:pt x="1091668" y="127270"/>
                  <a:pt x="1092371" y="122350"/>
                  <a:pt x="1092371" y="114372"/>
                </a:cubicBezTo>
                <a:lnTo>
                  <a:pt x="1092371" y="63562"/>
                </a:lnTo>
                <a:cubicBezTo>
                  <a:pt x="1092371" y="58297"/>
                  <a:pt x="1092109" y="54942"/>
                  <a:pt x="1091586" y="53495"/>
                </a:cubicBezTo>
                <a:cubicBezTo>
                  <a:pt x="1090932" y="51652"/>
                  <a:pt x="1089984" y="50303"/>
                  <a:pt x="1088741" y="49449"/>
                </a:cubicBezTo>
                <a:cubicBezTo>
                  <a:pt x="1087499" y="48593"/>
                  <a:pt x="1085308" y="48000"/>
                  <a:pt x="1082169" y="47671"/>
                </a:cubicBezTo>
                <a:lnTo>
                  <a:pt x="1082169" y="44140"/>
                </a:lnTo>
                <a:lnTo>
                  <a:pt x="1119639" y="44140"/>
                </a:lnTo>
                <a:close/>
                <a:moveTo>
                  <a:pt x="1211058" y="41394"/>
                </a:moveTo>
                <a:cubicBezTo>
                  <a:pt x="1219036" y="41394"/>
                  <a:pt x="1226458" y="43455"/>
                  <a:pt x="1233324" y="47579"/>
                </a:cubicBezTo>
                <a:cubicBezTo>
                  <a:pt x="1240191" y="51703"/>
                  <a:pt x="1245406" y="57562"/>
                  <a:pt x="1248970" y="65156"/>
                </a:cubicBezTo>
                <a:cubicBezTo>
                  <a:pt x="1252533" y="72749"/>
                  <a:pt x="1254315" y="81062"/>
                  <a:pt x="1254315" y="90095"/>
                </a:cubicBezTo>
                <a:cubicBezTo>
                  <a:pt x="1254315" y="103120"/>
                  <a:pt x="1251013" y="114019"/>
                  <a:pt x="1244408" y="122792"/>
                </a:cubicBezTo>
                <a:cubicBezTo>
                  <a:pt x="1236430" y="133396"/>
                  <a:pt x="1225412" y="138698"/>
                  <a:pt x="1211352" y="138698"/>
                </a:cubicBezTo>
                <a:cubicBezTo>
                  <a:pt x="1197555" y="138698"/>
                  <a:pt x="1186928" y="133854"/>
                  <a:pt x="1179474" y="124165"/>
                </a:cubicBezTo>
                <a:cubicBezTo>
                  <a:pt x="1172019" y="114477"/>
                  <a:pt x="1168291" y="103251"/>
                  <a:pt x="1168291" y="90487"/>
                </a:cubicBezTo>
                <a:cubicBezTo>
                  <a:pt x="1168291" y="77331"/>
                  <a:pt x="1172101" y="65860"/>
                  <a:pt x="1179719" y="56073"/>
                </a:cubicBezTo>
                <a:cubicBezTo>
                  <a:pt x="1187337" y="46287"/>
                  <a:pt x="1197783" y="41394"/>
                  <a:pt x="1211058" y="41394"/>
                </a:cubicBezTo>
                <a:moveTo>
                  <a:pt x="1211451" y="48260"/>
                </a:moveTo>
                <a:cubicBezTo>
                  <a:pt x="1208115" y="48260"/>
                  <a:pt x="1205255" y="49521"/>
                  <a:pt x="1202868" y="52042"/>
                </a:cubicBezTo>
                <a:cubicBezTo>
                  <a:pt x="1200481" y="54562"/>
                  <a:pt x="1198911" y="59537"/>
                  <a:pt x="1198159" y="66967"/>
                </a:cubicBezTo>
                <a:cubicBezTo>
                  <a:pt x="1197407" y="74397"/>
                  <a:pt x="1197031" y="84725"/>
                  <a:pt x="1197031" y="97951"/>
                </a:cubicBezTo>
                <a:cubicBezTo>
                  <a:pt x="1197031" y="104956"/>
                  <a:pt x="1197489" y="111504"/>
                  <a:pt x="1198405" y="117593"/>
                </a:cubicBezTo>
                <a:cubicBezTo>
                  <a:pt x="1199124" y="122240"/>
                  <a:pt x="1200661" y="125775"/>
                  <a:pt x="1203015" y="128199"/>
                </a:cubicBezTo>
                <a:cubicBezTo>
                  <a:pt x="1205369" y="130621"/>
                  <a:pt x="1208050" y="131831"/>
                  <a:pt x="1211058" y="131831"/>
                </a:cubicBezTo>
                <a:cubicBezTo>
                  <a:pt x="1214001" y="131831"/>
                  <a:pt x="1216453" y="131013"/>
                  <a:pt x="1218415" y="129376"/>
                </a:cubicBezTo>
                <a:cubicBezTo>
                  <a:pt x="1220965" y="127151"/>
                  <a:pt x="1222665" y="124041"/>
                  <a:pt x="1223515" y="120045"/>
                </a:cubicBezTo>
                <a:cubicBezTo>
                  <a:pt x="1224823" y="113827"/>
                  <a:pt x="1225477" y="101257"/>
                  <a:pt x="1225477" y="82336"/>
                </a:cubicBezTo>
                <a:cubicBezTo>
                  <a:pt x="1225477" y="71207"/>
                  <a:pt x="1224856" y="63565"/>
                  <a:pt x="1223614" y="59408"/>
                </a:cubicBezTo>
                <a:cubicBezTo>
                  <a:pt x="1222371" y="55250"/>
                  <a:pt x="1220540" y="52221"/>
                  <a:pt x="1218121" y="50323"/>
                </a:cubicBezTo>
                <a:cubicBezTo>
                  <a:pt x="1216420" y="48947"/>
                  <a:pt x="1214197" y="48260"/>
                  <a:pt x="1211451" y="48260"/>
                </a:cubicBezTo>
                <a:close/>
                <a:moveTo>
                  <a:pt x="1343327" y="112235"/>
                </a:moveTo>
                <a:lnTo>
                  <a:pt x="1346368" y="114586"/>
                </a:lnTo>
                <a:cubicBezTo>
                  <a:pt x="1342052" y="122721"/>
                  <a:pt x="1336673" y="128774"/>
                  <a:pt x="1330232" y="132745"/>
                </a:cubicBezTo>
                <a:cubicBezTo>
                  <a:pt x="1323791" y="136713"/>
                  <a:pt x="1316941" y="138698"/>
                  <a:pt x="1309682" y="138698"/>
                </a:cubicBezTo>
                <a:cubicBezTo>
                  <a:pt x="1297454" y="138698"/>
                  <a:pt x="1287678" y="134083"/>
                  <a:pt x="1280354" y="124855"/>
                </a:cubicBezTo>
                <a:cubicBezTo>
                  <a:pt x="1273030" y="115624"/>
                  <a:pt x="1269368" y="104529"/>
                  <a:pt x="1269368" y="91569"/>
                </a:cubicBezTo>
                <a:cubicBezTo>
                  <a:pt x="1269368" y="79065"/>
                  <a:pt x="1272703" y="68068"/>
                  <a:pt x="1279373" y="58577"/>
                </a:cubicBezTo>
                <a:cubicBezTo>
                  <a:pt x="1287416" y="47121"/>
                  <a:pt x="1298500" y="41394"/>
                  <a:pt x="1312625" y="41394"/>
                </a:cubicBezTo>
                <a:cubicBezTo>
                  <a:pt x="1322107" y="41394"/>
                  <a:pt x="1329643" y="43787"/>
                  <a:pt x="1335234" y="48575"/>
                </a:cubicBezTo>
                <a:cubicBezTo>
                  <a:pt x="1340826" y="53361"/>
                  <a:pt x="1343621" y="58705"/>
                  <a:pt x="1343621" y="64607"/>
                </a:cubicBezTo>
                <a:cubicBezTo>
                  <a:pt x="1343621" y="68344"/>
                  <a:pt x="1342493" y="71328"/>
                  <a:pt x="1340237" y="73557"/>
                </a:cubicBezTo>
                <a:cubicBezTo>
                  <a:pt x="1337981" y="75787"/>
                  <a:pt x="1335022" y="76902"/>
                  <a:pt x="1331360" y="76902"/>
                </a:cubicBezTo>
                <a:cubicBezTo>
                  <a:pt x="1327502" y="76902"/>
                  <a:pt x="1324314" y="75622"/>
                  <a:pt x="1321796" y="73064"/>
                </a:cubicBezTo>
                <a:cubicBezTo>
                  <a:pt x="1319279" y="70503"/>
                  <a:pt x="1317726" y="65942"/>
                  <a:pt x="1317137" y="59381"/>
                </a:cubicBezTo>
                <a:cubicBezTo>
                  <a:pt x="1316745" y="55247"/>
                  <a:pt x="1315797" y="52359"/>
                  <a:pt x="1314292" y="50718"/>
                </a:cubicBezTo>
                <a:cubicBezTo>
                  <a:pt x="1312788" y="49079"/>
                  <a:pt x="1311023" y="48260"/>
                  <a:pt x="1308996" y="48260"/>
                </a:cubicBezTo>
                <a:cubicBezTo>
                  <a:pt x="1305857" y="48260"/>
                  <a:pt x="1303176" y="49927"/>
                  <a:pt x="1300952" y="53262"/>
                </a:cubicBezTo>
                <a:cubicBezTo>
                  <a:pt x="1297552" y="58297"/>
                  <a:pt x="1295852" y="66014"/>
                  <a:pt x="1295852" y="76411"/>
                </a:cubicBezTo>
                <a:cubicBezTo>
                  <a:pt x="1295852" y="85043"/>
                  <a:pt x="1297225" y="93299"/>
                  <a:pt x="1299972" y="101179"/>
                </a:cubicBezTo>
                <a:cubicBezTo>
                  <a:pt x="1302718" y="109058"/>
                  <a:pt x="1306478" y="114927"/>
                  <a:pt x="1311252" y="118786"/>
                </a:cubicBezTo>
                <a:cubicBezTo>
                  <a:pt x="1314848" y="121598"/>
                  <a:pt x="1319099" y="123003"/>
                  <a:pt x="1324003" y="123003"/>
                </a:cubicBezTo>
                <a:cubicBezTo>
                  <a:pt x="1327208" y="123003"/>
                  <a:pt x="1330248" y="122253"/>
                  <a:pt x="1333126" y="120754"/>
                </a:cubicBezTo>
                <a:cubicBezTo>
                  <a:pt x="1336003" y="119252"/>
                  <a:pt x="1339403" y="116412"/>
                  <a:pt x="1343327" y="112235"/>
                </a:cubicBezTo>
                <a:close/>
                <a:moveTo>
                  <a:pt x="1436008" y="86711"/>
                </a:moveTo>
                <a:lnTo>
                  <a:pt x="1385688" y="86711"/>
                </a:lnTo>
                <a:cubicBezTo>
                  <a:pt x="1386277" y="98906"/>
                  <a:pt x="1389514" y="108545"/>
                  <a:pt x="1395399" y="115625"/>
                </a:cubicBezTo>
                <a:cubicBezTo>
                  <a:pt x="1399911" y="121067"/>
                  <a:pt x="1405339" y="123788"/>
                  <a:pt x="1411682" y="123788"/>
                </a:cubicBezTo>
                <a:cubicBezTo>
                  <a:pt x="1415605" y="123788"/>
                  <a:pt x="1419169" y="122693"/>
                  <a:pt x="1422373" y="120502"/>
                </a:cubicBezTo>
                <a:cubicBezTo>
                  <a:pt x="1425578" y="118312"/>
                  <a:pt x="1429011" y="114372"/>
                  <a:pt x="1432673" y="108682"/>
                </a:cubicBezTo>
                <a:lnTo>
                  <a:pt x="1436008" y="110840"/>
                </a:lnTo>
                <a:cubicBezTo>
                  <a:pt x="1431038" y="120976"/>
                  <a:pt x="1425545" y="128153"/>
                  <a:pt x="1419529" y="132371"/>
                </a:cubicBezTo>
                <a:cubicBezTo>
                  <a:pt x="1413513" y="136589"/>
                  <a:pt x="1406548" y="138698"/>
                  <a:pt x="1398636" y="138698"/>
                </a:cubicBezTo>
                <a:cubicBezTo>
                  <a:pt x="1385034" y="138698"/>
                  <a:pt x="1374735" y="133461"/>
                  <a:pt x="1367738" y="122988"/>
                </a:cubicBezTo>
                <a:cubicBezTo>
                  <a:pt x="1362114" y="114544"/>
                  <a:pt x="1359302" y="104071"/>
                  <a:pt x="1359302" y="91569"/>
                </a:cubicBezTo>
                <a:cubicBezTo>
                  <a:pt x="1359302" y="76251"/>
                  <a:pt x="1363438" y="64059"/>
                  <a:pt x="1371710" y="54994"/>
                </a:cubicBezTo>
                <a:cubicBezTo>
                  <a:pt x="1379983" y="45927"/>
                  <a:pt x="1389677" y="41394"/>
                  <a:pt x="1400794" y="41394"/>
                </a:cubicBezTo>
                <a:cubicBezTo>
                  <a:pt x="1410080" y="41394"/>
                  <a:pt x="1418139" y="45203"/>
                  <a:pt x="1424973" y="52821"/>
                </a:cubicBezTo>
                <a:cubicBezTo>
                  <a:pt x="1431806" y="60439"/>
                  <a:pt x="1435485" y="71736"/>
                  <a:pt x="1436008" y="86711"/>
                </a:cubicBezTo>
                <a:moveTo>
                  <a:pt x="1411878" y="80237"/>
                </a:moveTo>
                <a:cubicBezTo>
                  <a:pt x="1411878" y="69708"/>
                  <a:pt x="1411306" y="62483"/>
                  <a:pt x="1410161" y="58559"/>
                </a:cubicBezTo>
                <a:cubicBezTo>
                  <a:pt x="1409017" y="54635"/>
                  <a:pt x="1407235" y="51660"/>
                  <a:pt x="1404815" y="49633"/>
                </a:cubicBezTo>
                <a:cubicBezTo>
                  <a:pt x="1403442" y="48456"/>
                  <a:pt x="1401611" y="47867"/>
                  <a:pt x="1399322" y="47867"/>
                </a:cubicBezTo>
                <a:cubicBezTo>
                  <a:pt x="1395922" y="47867"/>
                  <a:pt x="1393143" y="49535"/>
                  <a:pt x="1390985" y="52870"/>
                </a:cubicBezTo>
                <a:cubicBezTo>
                  <a:pt x="1387127" y="58690"/>
                  <a:pt x="1385198" y="66668"/>
                  <a:pt x="1385198" y="76804"/>
                </a:cubicBezTo>
                <a:lnTo>
                  <a:pt x="1385198" y="80237"/>
                </a:lnTo>
                <a:lnTo>
                  <a:pt x="1411878" y="80237"/>
                </a:lnTo>
                <a:close/>
                <a:moveTo>
                  <a:pt x="1506129" y="41786"/>
                </a:moveTo>
                <a:lnTo>
                  <a:pt x="1507600" y="73174"/>
                </a:lnTo>
                <a:lnTo>
                  <a:pt x="1504265" y="73174"/>
                </a:lnTo>
                <a:cubicBezTo>
                  <a:pt x="1500276" y="63813"/>
                  <a:pt x="1496140" y="57419"/>
                  <a:pt x="1491857" y="53992"/>
                </a:cubicBezTo>
                <a:cubicBezTo>
                  <a:pt x="1487573" y="50563"/>
                  <a:pt x="1483307" y="48848"/>
                  <a:pt x="1479056" y="48848"/>
                </a:cubicBezTo>
                <a:cubicBezTo>
                  <a:pt x="1476375" y="48848"/>
                  <a:pt x="1474086" y="49747"/>
                  <a:pt x="1472190" y="51546"/>
                </a:cubicBezTo>
                <a:cubicBezTo>
                  <a:pt x="1470293" y="53344"/>
                  <a:pt x="1469345" y="55420"/>
                  <a:pt x="1469345" y="57774"/>
                </a:cubicBezTo>
                <a:cubicBezTo>
                  <a:pt x="1469345" y="59540"/>
                  <a:pt x="1469999" y="61240"/>
                  <a:pt x="1471307" y="62875"/>
                </a:cubicBezTo>
                <a:cubicBezTo>
                  <a:pt x="1473400" y="65556"/>
                  <a:pt x="1479252" y="70150"/>
                  <a:pt x="1488865" y="76656"/>
                </a:cubicBezTo>
                <a:cubicBezTo>
                  <a:pt x="1498478" y="83163"/>
                  <a:pt x="1504804" y="88689"/>
                  <a:pt x="1507845" y="93233"/>
                </a:cubicBezTo>
                <a:cubicBezTo>
                  <a:pt x="1510886" y="97778"/>
                  <a:pt x="1512406" y="102863"/>
                  <a:pt x="1512406" y="108486"/>
                </a:cubicBezTo>
                <a:cubicBezTo>
                  <a:pt x="1512406" y="113587"/>
                  <a:pt x="1511131" y="118589"/>
                  <a:pt x="1508581" y="123494"/>
                </a:cubicBezTo>
                <a:cubicBezTo>
                  <a:pt x="1506030" y="128398"/>
                  <a:pt x="1502434" y="132158"/>
                  <a:pt x="1497791" y="134774"/>
                </a:cubicBezTo>
                <a:cubicBezTo>
                  <a:pt x="1493148" y="137390"/>
                  <a:pt x="1488015" y="138698"/>
                  <a:pt x="1482391" y="138698"/>
                </a:cubicBezTo>
                <a:cubicBezTo>
                  <a:pt x="1478010" y="138698"/>
                  <a:pt x="1472157" y="137299"/>
                  <a:pt x="1464833" y="134501"/>
                </a:cubicBezTo>
                <a:cubicBezTo>
                  <a:pt x="1462871" y="133768"/>
                  <a:pt x="1461531" y="133401"/>
                  <a:pt x="1460811" y="133401"/>
                </a:cubicBezTo>
                <a:cubicBezTo>
                  <a:pt x="1458654" y="133401"/>
                  <a:pt x="1456855" y="135036"/>
                  <a:pt x="1455417" y="138305"/>
                </a:cubicBezTo>
                <a:lnTo>
                  <a:pt x="1452180" y="138305"/>
                </a:lnTo>
                <a:lnTo>
                  <a:pt x="1450610" y="105347"/>
                </a:lnTo>
                <a:lnTo>
                  <a:pt x="1453945" y="105347"/>
                </a:lnTo>
                <a:cubicBezTo>
                  <a:pt x="1456888" y="113979"/>
                  <a:pt x="1460926" y="120453"/>
                  <a:pt x="1466059" y="124769"/>
                </a:cubicBezTo>
                <a:cubicBezTo>
                  <a:pt x="1471193" y="129085"/>
                  <a:pt x="1476048" y="131243"/>
                  <a:pt x="1480625" y="131243"/>
                </a:cubicBezTo>
                <a:cubicBezTo>
                  <a:pt x="1483764" y="131243"/>
                  <a:pt x="1486331" y="130278"/>
                  <a:pt x="1488325" y="128349"/>
                </a:cubicBezTo>
                <a:cubicBezTo>
                  <a:pt x="1490320" y="126420"/>
                  <a:pt x="1491317" y="124082"/>
                  <a:pt x="1491317" y="121336"/>
                </a:cubicBezTo>
                <a:cubicBezTo>
                  <a:pt x="1491317" y="118197"/>
                  <a:pt x="1490336" y="115483"/>
                  <a:pt x="1488374" y="113195"/>
                </a:cubicBezTo>
                <a:cubicBezTo>
                  <a:pt x="1486413" y="110906"/>
                  <a:pt x="1482031" y="107440"/>
                  <a:pt x="1475231" y="102797"/>
                </a:cubicBezTo>
                <a:cubicBezTo>
                  <a:pt x="1465225" y="95866"/>
                  <a:pt x="1458752" y="90569"/>
                  <a:pt x="1455809" y="86907"/>
                </a:cubicBezTo>
                <a:cubicBezTo>
                  <a:pt x="1451493" y="81545"/>
                  <a:pt x="1449335" y="75627"/>
                  <a:pt x="1449335" y="69153"/>
                </a:cubicBezTo>
                <a:cubicBezTo>
                  <a:pt x="1449335" y="62090"/>
                  <a:pt x="1451771" y="55698"/>
                  <a:pt x="1456643" y="49976"/>
                </a:cubicBezTo>
                <a:cubicBezTo>
                  <a:pt x="1461514" y="44254"/>
                  <a:pt x="1468560" y="41394"/>
                  <a:pt x="1477781" y="41394"/>
                </a:cubicBezTo>
                <a:cubicBezTo>
                  <a:pt x="1482751" y="41394"/>
                  <a:pt x="1487557" y="42650"/>
                  <a:pt x="1492200" y="45164"/>
                </a:cubicBezTo>
                <a:cubicBezTo>
                  <a:pt x="1493966" y="46181"/>
                  <a:pt x="1495404" y="46690"/>
                  <a:pt x="1496516" y="46690"/>
                </a:cubicBezTo>
                <a:cubicBezTo>
                  <a:pt x="1497693" y="46690"/>
                  <a:pt x="1498641" y="46445"/>
                  <a:pt x="1499360" y="45955"/>
                </a:cubicBezTo>
                <a:cubicBezTo>
                  <a:pt x="1500080" y="45464"/>
                  <a:pt x="1501224" y="44075"/>
                  <a:pt x="1502794" y="41786"/>
                </a:cubicBezTo>
                <a:lnTo>
                  <a:pt x="1506129" y="41786"/>
                </a:lnTo>
                <a:close/>
                <a:moveTo>
                  <a:pt x="1585318" y="41786"/>
                </a:moveTo>
                <a:lnTo>
                  <a:pt x="1586789" y="73174"/>
                </a:lnTo>
                <a:lnTo>
                  <a:pt x="1583454" y="73174"/>
                </a:lnTo>
                <a:cubicBezTo>
                  <a:pt x="1579465" y="63813"/>
                  <a:pt x="1575329" y="57419"/>
                  <a:pt x="1571046" y="53992"/>
                </a:cubicBezTo>
                <a:cubicBezTo>
                  <a:pt x="1566762" y="50563"/>
                  <a:pt x="1562496" y="48848"/>
                  <a:pt x="1558245" y="48848"/>
                </a:cubicBezTo>
                <a:cubicBezTo>
                  <a:pt x="1555564" y="48848"/>
                  <a:pt x="1553275" y="49747"/>
                  <a:pt x="1551379" y="51546"/>
                </a:cubicBezTo>
                <a:cubicBezTo>
                  <a:pt x="1549482" y="53344"/>
                  <a:pt x="1548534" y="55420"/>
                  <a:pt x="1548534" y="57774"/>
                </a:cubicBezTo>
                <a:cubicBezTo>
                  <a:pt x="1548534" y="59540"/>
                  <a:pt x="1549188" y="61240"/>
                  <a:pt x="1550496" y="62875"/>
                </a:cubicBezTo>
                <a:cubicBezTo>
                  <a:pt x="1552589" y="65556"/>
                  <a:pt x="1558441" y="70150"/>
                  <a:pt x="1568054" y="76656"/>
                </a:cubicBezTo>
                <a:cubicBezTo>
                  <a:pt x="1577667" y="83163"/>
                  <a:pt x="1583993" y="88689"/>
                  <a:pt x="1587034" y="93233"/>
                </a:cubicBezTo>
                <a:cubicBezTo>
                  <a:pt x="1590075" y="97778"/>
                  <a:pt x="1591595" y="102863"/>
                  <a:pt x="1591595" y="108486"/>
                </a:cubicBezTo>
                <a:cubicBezTo>
                  <a:pt x="1591595" y="113587"/>
                  <a:pt x="1590320" y="118589"/>
                  <a:pt x="1587770" y="123494"/>
                </a:cubicBezTo>
                <a:cubicBezTo>
                  <a:pt x="1585219" y="128398"/>
                  <a:pt x="1581623" y="132158"/>
                  <a:pt x="1576980" y="134774"/>
                </a:cubicBezTo>
                <a:cubicBezTo>
                  <a:pt x="1572337" y="137390"/>
                  <a:pt x="1567204" y="138698"/>
                  <a:pt x="1561580" y="138698"/>
                </a:cubicBezTo>
                <a:cubicBezTo>
                  <a:pt x="1557199" y="138698"/>
                  <a:pt x="1551346" y="137299"/>
                  <a:pt x="1544022" y="134501"/>
                </a:cubicBezTo>
                <a:cubicBezTo>
                  <a:pt x="1542060" y="133768"/>
                  <a:pt x="1540720" y="133401"/>
                  <a:pt x="1540001" y="133401"/>
                </a:cubicBezTo>
                <a:cubicBezTo>
                  <a:pt x="1537843" y="133401"/>
                  <a:pt x="1536044" y="135036"/>
                  <a:pt x="1534606" y="138305"/>
                </a:cubicBezTo>
                <a:lnTo>
                  <a:pt x="1531369" y="138305"/>
                </a:lnTo>
                <a:lnTo>
                  <a:pt x="1529799" y="105347"/>
                </a:lnTo>
                <a:lnTo>
                  <a:pt x="1533134" y="105347"/>
                </a:lnTo>
                <a:cubicBezTo>
                  <a:pt x="1536077" y="113979"/>
                  <a:pt x="1540115" y="120453"/>
                  <a:pt x="1545248" y="124769"/>
                </a:cubicBezTo>
                <a:cubicBezTo>
                  <a:pt x="1550382" y="129085"/>
                  <a:pt x="1555237" y="131243"/>
                  <a:pt x="1559814" y="131243"/>
                </a:cubicBezTo>
                <a:cubicBezTo>
                  <a:pt x="1562953" y="131243"/>
                  <a:pt x="1565520" y="130278"/>
                  <a:pt x="1567514" y="128349"/>
                </a:cubicBezTo>
                <a:cubicBezTo>
                  <a:pt x="1569509" y="126420"/>
                  <a:pt x="1570506" y="124082"/>
                  <a:pt x="1570506" y="121336"/>
                </a:cubicBezTo>
                <a:cubicBezTo>
                  <a:pt x="1570506" y="118197"/>
                  <a:pt x="1569525" y="115483"/>
                  <a:pt x="1567563" y="113195"/>
                </a:cubicBezTo>
                <a:cubicBezTo>
                  <a:pt x="1565602" y="110906"/>
                  <a:pt x="1561220" y="107440"/>
                  <a:pt x="1554420" y="102797"/>
                </a:cubicBezTo>
                <a:cubicBezTo>
                  <a:pt x="1544415" y="95866"/>
                  <a:pt x="1537941" y="90569"/>
                  <a:pt x="1534998" y="86907"/>
                </a:cubicBezTo>
                <a:cubicBezTo>
                  <a:pt x="1530682" y="81545"/>
                  <a:pt x="1528524" y="75627"/>
                  <a:pt x="1528524" y="69153"/>
                </a:cubicBezTo>
                <a:cubicBezTo>
                  <a:pt x="1528524" y="62090"/>
                  <a:pt x="1530960" y="55698"/>
                  <a:pt x="1535832" y="49976"/>
                </a:cubicBezTo>
                <a:cubicBezTo>
                  <a:pt x="1540703" y="44254"/>
                  <a:pt x="1547750" y="41394"/>
                  <a:pt x="1556970" y="41394"/>
                </a:cubicBezTo>
                <a:cubicBezTo>
                  <a:pt x="1561940" y="41394"/>
                  <a:pt x="1566746" y="42650"/>
                  <a:pt x="1571389" y="45164"/>
                </a:cubicBezTo>
                <a:cubicBezTo>
                  <a:pt x="1573155" y="46181"/>
                  <a:pt x="1574593" y="46690"/>
                  <a:pt x="1575705" y="46690"/>
                </a:cubicBezTo>
                <a:cubicBezTo>
                  <a:pt x="1576882" y="46690"/>
                  <a:pt x="1577830" y="46445"/>
                  <a:pt x="1578549" y="45955"/>
                </a:cubicBezTo>
                <a:cubicBezTo>
                  <a:pt x="1579269" y="45464"/>
                  <a:pt x="1580413" y="44075"/>
                  <a:pt x="1581983" y="41786"/>
                </a:cubicBezTo>
                <a:lnTo>
                  <a:pt x="1585318" y="417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4dfbfb6e14872"/>
          <a:stretch xmlns:a="http://schemas.openxmlformats.org/drawingml/2006/main"/>
        </p:blipFill>
        <p:spPr>
          <a:xfrm xmlns:a="http://schemas.openxmlformats.org/drawingml/2006/main">
            <a:off x="6591936" y="2982747"/>
            <a:ext cx="888292" cy="888292"/>
          </a:xfrm>
          <a:prstGeom xmlns:a="http://schemas.openxmlformats.org/drawingml/2006/main" prst="rect">
            <a:avLst/>
          </a:prstGeom>
        </p:spPr>
      </p:pic>
      <p:sp>
        <p:nvSpPr>
          <p:cNvPr id="45" name="Text I">
            <a:extLst xmlns:a="http://schemas.openxmlformats.org/drawingml/2006/main">
              <a:ext uri="{FF2B5EF4-FFF2-40B4-BE49-F238E27FC236}">
                <a16:creationId xmlns:a16="http://schemas.microsoft.com/office/drawing/2014/main" id="{002A0036-EF70-4DFF-8824-9B029688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87" y="3466915"/>
            <a:ext cx="76203" cy="114304"/>
          </a:xfrm>
          <a:custGeom xmlns:a="http://schemas.openxmlformats.org/drawingml/2006/main">
            <a:pathLst>
              <a:path w="76203" h="114304">
                <a:moveTo>
                  <a:pt x="47964" y="111270"/>
                </a:moveTo>
                <a:lnTo>
                  <a:pt x="47037" y="114304"/>
                </a:lnTo>
                <a:lnTo>
                  <a:pt x="0" y="114304"/>
                </a:lnTo>
                <a:lnTo>
                  <a:pt x="1180" y="111270"/>
                </a:lnTo>
                <a:cubicBezTo>
                  <a:pt x="5901" y="111157"/>
                  <a:pt x="9020" y="110762"/>
                  <a:pt x="10537" y="110084"/>
                </a:cubicBezTo>
                <a:cubicBezTo>
                  <a:pt x="13010" y="109125"/>
                  <a:pt x="14836" y="107799"/>
                  <a:pt x="16016" y="106104"/>
                </a:cubicBezTo>
                <a:cubicBezTo>
                  <a:pt x="17871" y="103452"/>
                  <a:pt x="19781" y="98711"/>
                  <a:pt x="21748" y="91882"/>
                </a:cubicBezTo>
                <a:lnTo>
                  <a:pt x="41642" y="22862"/>
                </a:lnTo>
                <a:cubicBezTo>
                  <a:pt x="43328" y="17125"/>
                  <a:pt x="44171" y="12794"/>
                  <a:pt x="44171" y="9868"/>
                </a:cubicBezTo>
                <a:cubicBezTo>
                  <a:pt x="44171" y="8407"/>
                  <a:pt x="43805" y="7170"/>
                  <a:pt x="43075" y="6159"/>
                </a:cubicBezTo>
                <a:cubicBezTo>
                  <a:pt x="42344" y="5146"/>
                  <a:pt x="41234" y="4372"/>
                  <a:pt x="39745" y="3838"/>
                </a:cubicBezTo>
                <a:cubicBezTo>
                  <a:pt x="38256" y="3302"/>
                  <a:pt x="35348" y="3035"/>
                  <a:pt x="31021" y="3035"/>
                </a:cubicBezTo>
                <a:lnTo>
                  <a:pt x="32032" y="0"/>
                </a:lnTo>
                <a:lnTo>
                  <a:pt x="76203" y="0"/>
                </a:lnTo>
                <a:lnTo>
                  <a:pt x="75276" y="3035"/>
                </a:lnTo>
                <a:cubicBezTo>
                  <a:pt x="71679" y="2978"/>
                  <a:pt x="69010" y="3374"/>
                  <a:pt x="67268" y="4220"/>
                </a:cubicBezTo>
                <a:cubicBezTo>
                  <a:pt x="64739" y="5351"/>
                  <a:pt x="62814" y="6961"/>
                  <a:pt x="61493" y="9051"/>
                </a:cubicBezTo>
                <a:cubicBezTo>
                  <a:pt x="60173" y="11141"/>
                  <a:pt x="58473" y="15773"/>
                  <a:pt x="56393" y="22947"/>
                </a:cubicBezTo>
                <a:lnTo>
                  <a:pt x="36584" y="91853"/>
                </a:lnTo>
                <a:cubicBezTo>
                  <a:pt x="34786" y="98240"/>
                  <a:pt x="33887" y="102310"/>
                  <a:pt x="33887" y="104062"/>
                </a:cubicBezTo>
                <a:cubicBezTo>
                  <a:pt x="33887" y="105476"/>
                  <a:pt x="34238" y="106677"/>
                  <a:pt x="34940" y="107666"/>
                </a:cubicBezTo>
                <a:cubicBezTo>
                  <a:pt x="35643" y="108655"/>
                  <a:pt x="36767" y="109418"/>
                  <a:pt x="38312" y="109955"/>
                </a:cubicBezTo>
                <a:cubicBezTo>
                  <a:pt x="39858" y="110492"/>
                  <a:pt x="43075" y="110931"/>
                  <a:pt x="47964" y="1112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nitialDiscussion">
            <a:extLst xmlns:a="http://schemas.openxmlformats.org/drawingml/2006/main">
              <a:ext uri="{FF2B5EF4-FFF2-40B4-BE49-F238E27FC236}">
                <a16:creationId xmlns:a16="http://schemas.microsoft.com/office/drawing/2014/main" id="{2F37B81C-C4DC-4FF6-8D93-0D239392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010" y="3461351"/>
            <a:ext cx="1156859" cy="121891"/>
          </a:xfrm>
          <a:custGeom xmlns:a="http://schemas.openxmlformats.org/drawingml/2006/main">
            <a:pathLst>
              <a:path w="1156859" h="121891">
                <a:moveTo>
                  <a:pt x="34814" y="43496"/>
                </a:moveTo>
                <a:lnTo>
                  <a:pt x="23603" y="81966"/>
                </a:lnTo>
                <a:cubicBezTo>
                  <a:pt x="34111" y="66240"/>
                  <a:pt x="42162" y="55897"/>
                  <a:pt x="47753" y="50938"/>
                </a:cubicBezTo>
                <a:cubicBezTo>
                  <a:pt x="53345" y="45977"/>
                  <a:pt x="58726" y="43496"/>
                  <a:pt x="63896" y="43496"/>
                </a:cubicBezTo>
                <a:cubicBezTo>
                  <a:pt x="66706" y="43496"/>
                  <a:pt x="69024" y="44429"/>
                  <a:pt x="70850" y="46294"/>
                </a:cubicBezTo>
                <a:cubicBezTo>
                  <a:pt x="72676" y="48159"/>
                  <a:pt x="73590" y="50588"/>
                  <a:pt x="73590" y="53583"/>
                </a:cubicBezTo>
                <a:cubicBezTo>
                  <a:pt x="73590" y="56956"/>
                  <a:pt x="72775" y="61456"/>
                  <a:pt x="71145" y="67080"/>
                </a:cubicBezTo>
                <a:lnTo>
                  <a:pt x="60861" y="102595"/>
                </a:lnTo>
                <a:cubicBezTo>
                  <a:pt x="59681" y="106701"/>
                  <a:pt x="59091" y="109203"/>
                  <a:pt x="59091" y="110103"/>
                </a:cubicBezTo>
                <a:cubicBezTo>
                  <a:pt x="59091" y="110889"/>
                  <a:pt x="59316" y="111550"/>
                  <a:pt x="59765" y="112084"/>
                </a:cubicBezTo>
                <a:cubicBezTo>
                  <a:pt x="60215" y="112616"/>
                  <a:pt x="60692" y="112882"/>
                  <a:pt x="61198" y="112882"/>
                </a:cubicBezTo>
                <a:cubicBezTo>
                  <a:pt x="61873" y="112882"/>
                  <a:pt x="62687" y="112516"/>
                  <a:pt x="63643" y="111786"/>
                </a:cubicBezTo>
                <a:cubicBezTo>
                  <a:pt x="66621" y="109427"/>
                  <a:pt x="69881" y="105832"/>
                  <a:pt x="73421" y="100999"/>
                </a:cubicBezTo>
                <a:lnTo>
                  <a:pt x="76034" y="102600"/>
                </a:lnTo>
                <a:cubicBezTo>
                  <a:pt x="70808" y="110071"/>
                  <a:pt x="65863" y="115406"/>
                  <a:pt x="61198" y="118606"/>
                </a:cubicBezTo>
                <a:cubicBezTo>
                  <a:pt x="57939" y="120796"/>
                  <a:pt x="55017" y="121891"/>
                  <a:pt x="52432" y="121891"/>
                </a:cubicBezTo>
                <a:cubicBezTo>
                  <a:pt x="50352" y="121891"/>
                  <a:pt x="48694" y="121259"/>
                  <a:pt x="47458" y="119994"/>
                </a:cubicBezTo>
                <a:cubicBezTo>
                  <a:pt x="46222" y="118730"/>
                  <a:pt x="45604" y="117030"/>
                  <a:pt x="45604" y="114894"/>
                </a:cubicBezTo>
                <a:cubicBezTo>
                  <a:pt x="45604" y="112204"/>
                  <a:pt x="46559" y="107580"/>
                  <a:pt x="48470" y="101022"/>
                </a:cubicBezTo>
                <a:lnTo>
                  <a:pt x="58248" y="67231"/>
                </a:lnTo>
                <a:cubicBezTo>
                  <a:pt x="59484" y="63026"/>
                  <a:pt x="60102" y="59748"/>
                  <a:pt x="60102" y="57394"/>
                </a:cubicBezTo>
                <a:cubicBezTo>
                  <a:pt x="60102" y="56274"/>
                  <a:pt x="59737" y="55363"/>
                  <a:pt x="59007" y="54663"/>
                </a:cubicBezTo>
                <a:cubicBezTo>
                  <a:pt x="58276" y="53962"/>
                  <a:pt x="57377" y="53612"/>
                  <a:pt x="56309" y="53612"/>
                </a:cubicBezTo>
                <a:cubicBezTo>
                  <a:pt x="54736" y="53612"/>
                  <a:pt x="52853" y="54284"/>
                  <a:pt x="50661" y="55630"/>
                </a:cubicBezTo>
                <a:cubicBezTo>
                  <a:pt x="46503" y="58150"/>
                  <a:pt x="42176" y="62309"/>
                  <a:pt x="37680" y="68108"/>
                </a:cubicBezTo>
                <a:cubicBezTo>
                  <a:pt x="33184" y="73905"/>
                  <a:pt x="28436" y="81312"/>
                  <a:pt x="23434" y="90330"/>
                </a:cubicBezTo>
                <a:cubicBezTo>
                  <a:pt x="20793" y="95091"/>
                  <a:pt x="18601" y="100301"/>
                  <a:pt x="16859" y="105959"/>
                </a:cubicBezTo>
                <a:lnTo>
                  <a:pt x="12644" y="119868"/>
                </a:lnTo>
                <a:lnTo>
                  <a:pt x="0" y="119868"/>
                </a:lnTo>
                <a:lnTo>
                  <a:pt x="15342" y="66930"/>
                </a:lnTo>
                <a:cubicBezTo>
                  <a:pt x="17140" y="60615"/>
                  <a:pt x="18039" y="56815"/>
                  <a:pt x="18039" y="55529"/>
                </a:cubicBezTo>
                <a:cubicBezTo>
                  <a:pt x="18039" y="54300"/>
                  <a:pt x="17547" y="53224"/>
                  <a:pt x="16564" y="52300"/>
                </a:cubicBezTo>
                <a:cubicBezTo>
                  <a:pt x="15581" y="51376"/>
                  <a:pt x="14358" y="50914"/>
                  <a:pt x="12897" y="50914"/>
                </a:cubicBezTo>
                <a:cubicBezTo>
                  <a:pt x="12223" y="50914"/>
                  <a:pt x="11043" y="51027"/>
                  <a:pt x="9357" y="51251"/>
                </a:cubicBezTo>
                <a:lnTo>
                  <a:pt x="6154" y="51757"/>
                </a:lnTo>
                <a:lnTo>
                  <a:pt x="5648" y="48723"/>
                </a:lnTo>
                <a:lnTo>
                  <a:pt x="34814" y="43496"/>
                </a:lnTo>
                <a:close/>
                <a:moveTo>
                  <a:pt x="121638" y="9947"/>
                </a:moveTo>
                <a:cubicBezTo>
                  <a:pt x="123998" y="9947"/>
                  <a:pt x="125993" y="10762"/>
                  <a:pt x="127623" y="12391"/>
                </a:cubicBezTo>
                <a:cubicBezTo>
                  <a:pt x="129252" y="14021"/>
                  <a:pt x="130067" y="16016"/>
                  <a:pt x="130067" y="18376"/>
                </a:cubicBezTo>
                <a:cubicBezTo>
                  <a:pt x="130067" y="20680"/>
                  <a:pt x="129238" y="22661"/>
                  <a:pt x="127580" y="24319"/>
                </a:cubicBezTo>
                <a:cubicBezTo>
                  <a:pt x="125923" y="25977"/>
                  <a:pt x="123942" y="26806"/>
                  <a:pt x="121638" y="26806"/>
                </a:cubicBezTo>
                <a:cubicBezTo>
                  <a:pt x="119334" y="26806"/>
                  <a:pt x="117353" y="25977"/>
                  <a:pt x="115695" y="24319"/>
                </a:cubicBezTo>
                <a:cubicBezTo>
                  <a:pt x="114037" y="22661"/>
                  <a:pt x="113208" y="20680"/>
                  <a:pt x="113208" y="18376"/>
                </a:cubicBezTo>
                <a:cubicBezTo>
                  <a:pt x="113208" y="16016"/>
                  <a:pt x="114023" y="14021"/>
                  <a:pt x="115653" y="12391"/>
                </a:cubicBezTo>
                <a:cubicBezTo>
                  <a:pt x="117282" y="10762"/>
                  <a:pt x="119277" y="9947"/>
                  <a:pt x="121638" y="9947"/>
                </a:cubicBezTo>
                <a:moveTo>
                  <a:pt x="122734" y="43496"/>
                </a:moveTo>
                <a:lnTo>
                  <a:pt x="106043" y="102616"/>
                </a:lnTo>
                <a:cubicBezTo>
                  <a:pt x="104919" y="106608"/>
                  <a:pt x="104357" y="108997"/>
                  <a:pt x="104357" y="109784"/>
                </a:cubicBezTo>
                <a:cubicBezTo>
                  <a:pt x="104357" y="110687"/>
                  <a:pt x="104624" y="111421"/>
                  <a:pt x="105158" y="111986"/>
                </a:cubicBezTo>
                <a:cubicBezTo>
                  <a:pt x="105692" y="112550"/>
                  <a:pt x="106324" y="112832"/>
                  <a:pt x="107055" y="112832"/>
                </a:cubicBezTo>
                <a:cubicBezTo>
                  <a:pt x="107898" y="112832"/>
                  <a:pt x="108909" y="112380"/>
                  <a:pt x="110089" y="111478"/>
                </a:cubicBezTo>
                <a:cubicBezTo>
                  <a:pt x="113292" y="108944"/>
                  <a:pt x="116524" y="105344"/>
                  <a:pt x="119783" y="100680"/>
                </a:cubicBezTo>
                <a:lnTo>
                  <a:pt x="122734" y="102619"/>
                </a:lnTo>
                <a:cubicBezTo>
                  <a:pt x="118912" y="108469"/>
                  <a:pt x="114416" y="113397"/>
                  <a:pt x="109246" y="117405"/>
                </a:cubicBezTo>
                <a:cubicBezTo>
                  <a:pt x="105425" y="120395"/>
                  <a:pt x="101772" y="121891"/>
                  <a:pt x="98288" y="121891"/>
                </a:cubicBezTo>
                <a:cubicBezTo>
                  <a:pt x="95984" y="121891"/>
                  <a:pt x="94101" y="121202"/>
                  <a:pt x="92640" y="119826"/>
                </a:cubicBezTo>
                <a:cubicBezTo>
                  <a:pt x="91179" y="118449"/>
                  <a:pt x="90448" y="116721"/>
                  <a:pt x="90448" y="114641"/>
                </a:cubicBezTo>
                <a:cubicBezTo>
                  <a:pt x="90448" y="112559"/>
                  <a:pt x="91151" y="109096"/>
                  <a:pt x="92556" y="104255"/>
                </a:cubicBezTo>
                <a:lnTo>
                  <a:pt x="103514" y="66425"/>
                </a:lnTo>
                <a:cubicBezTo>
                  <a:pt x="105313" y="60278"/>
                  <a:pt x="106212" y="56422"/>
                  <a:pt x="106212" y="54858"/>
                </a:cubicBezTo>
                <a:cubicBezTo>
                  <a:pt x="106212" y="53628"/>
                  <a:pt x="105776" y="52622"/>
                  <a:pt x="104905" y="51839"/>
                </a:cubicBezTo>
                <a:cubicBezTo>
                  <a:pt x="104034" y="51054"/>
                  <a:pt x="102840" y="50661"/>
                  <a:pt x="101323" y="50661"/>
                </a:cubicBezTo>
                <a:cubicBezTo>
                  <a:pt x="100086" y="50661"/>
                  <a:pt x="97529" y="50970"/>
                  <a:pt x="93652" y="51589"/>
                </a:cubicBezTo>
                <a:lnTo>
                  <a:pt x="93652" y="48217"/>
                </a:lnTo>
                <a:lnTo>
                  <a:pt x="122734" y="43496"/>
                </a:lnTo>
                <a:close/>
                <a:moveTo>
                  <a:pt x="176438" y="22760"/>
                </a:moveTo>
                <a:lnTo>
                  <a:pt x="169863" y="45519"/>
                </a:lnTo>
                <a:lnTo>
                  <a:pt x="183097" y="45519"/>
                </a:lnTo>
                <a:lnTo>
                  <a:pt x="181664" y="50914"/>
                </a:lnTo>
                <a:lnTo>
                  <a:pt x="168514" y="50914"/>
                </a:lnTo>
                <a:lnTo>
                  <a:pt x="154016" y="100656"/>
                </a:lnTo>
                <a:cubicBezTo>
                  <a:pt x="152442" y="106004"/>
                  <a:pt x="151655" y="109466"/>
                  <a:pt x="151655" y="111043"/>
                </a:cubicBezTo>
                <a:cubicBezTo>
                  <a:pt x="151655" y="111997"/>
                  <a:pt x="151880" y="112725"/>
                  <a:pt x="152330" y="113229"/>
                </a:cubicBezTo>
                <a:cubicBezTo>
                  <a:pt x="152779" y="113733"/>
                  <a:pt x="153313" y="113985"/>
                  <a:pt x="153931" y="113985"/>
                </a:cubicBezTo>
                <a:cubicBezTo>
                  <a:pt x="155336" y="113985"/>
                  <a:pt x="157191" y="113005"/>
                  <a:pt x="159495" y="111043"/>
                </a:cubicBezTo>
                <a:cubicBezTo>
                  <a:pt x="160844" y="109919"/>
                  <a:pt x="163850" y="106463"/>
                  <a:pt x="168514" y="100675"/>
                </a:cubicBezTo>
                <a:lnTo>
                  <a:pt x="171296" y="102782"/>
                </a:lnTo>
                <a:cubicBezTo>
                  <a:pt x="166126" y="110307"/>
                  <a:pt x="161237" y="115612"/>
                  <a:pt x="156629" y="118695"/>
                </a:cubicBezTo>
                <a:cubicBezTo>
                  <a:pt x="153482" y="120826"/>
                  <a:pt x="150307" y="121891"/>
                  <a:pt x="147103" y="121891"/>
                </a:cubicBezTo>
                <a:cubicBezTo>
                  <a:pt x="144631" y="121891"/>
                  <a:pt x="142608" y="121118"/>
                  <a:pt x="141034" y="119573"/>
                </a:cubicBezTo>
                <a:cubicBezTo>
                  <a:pt x="139461" y="118027"/>
                  <a:pt x="138674" y="116046"/>
                  <a:pt x="138674" y="113630"/>
                </a:cubicBezTo>
                <a:cubicBezTo>
                  <a:pt x="138674" y="110595"/>
                  <a:pt x="139573" y="105959"/>
                  <a:pt x="141371" y="99721"/>
                </a:cubicBezTo>
                <a:lnTo>
                  <a:pt x="155449" y="50914"/>
                </a:lnTo>
                <a:lnTo>
                  <a:pt x="142720" y="50914"/>
                </a:lnTo>
                <a:lnTo>
                  <a:pt x="143563" y="47574"/>
                </a:lnTo>
                <a:cubicBezTo>
                  <a:pt x="149745" y="45869"/>
                  <a:pt x="154887" y="43351"/>
                  <a:pt x="158989" y="40019"/>
                </a:cubicBezTo>
                <a:cubicBezTo>
                  <a:pt x="163091" y="36688"/>
                  <a:pt x="167671" y="30935"/>
                  <a:pt x="172729" y="22760"/>
                </a:cubicBezTo>
                <a:lnTo>
                  <a:pt x="176438" y="22760"/>
                </a:lnTo>
                <a:close/>
                <a:moveTo>
                  <a:pt x="218763" y="9947"/>
                </a:moveTo>
                <a:cubicBezTo>
                  <a:pt x="221123" y="9947"/>
                  <a:pt x="223118" y="10762"/>
                  <a:pt x="224748" y="12391"/>
                </a:cubicBezTo>
                <a:cubicBezTo>
                  <a:pt x="226378" y="14021"/>
                  <a:pt x="227192" y="16016"/>
                  <a:pt x="227192" y="18376"/>
                </a:cubicBezTo>
                <a:cubicBezTo>
                  <a:pt x="227192" y="20680"/>
                  <a:pt x="226364" y="22661"/>
                  <a:pt x="224706" y="24319"/>
                </a:cubicBezTo>
                <a:cubicBezTo>
                  <a:pt x="223048" y="25977"/>
                  <a:pt x="221067" y="26806"/>
                  <a:pt x="218763" y="26806"/>
                </a:cubicBezTo>
                <a:cubicBezTo>
                  <a:pt x="216459" y="26806"/>
                  <a:pt x="214478" y="25977"/>
                  <a:pt x="212820" y="24319"/>
                </a:cubicBezTo>
                <a:cubicBezTo>
                  <a:pt x="211162" y="22661"/>
                  <a:pt x="210333" y="20680"/>
                  <a:pt x="210333" y="18376"/>
                </a:cubicBezTo>
                <a:cubicBezTo>
                  <a:pt x="210333" y="16016"/>
                  <a:pt x="211148" y="14021"/>
                  <a:pt x="212778" y="12391"/>
                </a:cubicBezTo>
                <a:cubicBezTo>
                  <a:pt x="214408" y="10762"/>
                  <a:pt x="216403" y="9947"/>
                  <a:pt x="218763" y="9947"/>
                </a:cubicBezTo>
                <a:moveTo>
                  <a:pt x="219859" y="43496"/>
                </a:moveTo>
                <a:lnTo>
                  <a:pt x="203168" y="102616"/>
                </a:lnTo>
                <a:cubicBezTo>
                  <a:pt x="202044" y="106608"/>
                  <a:pt x="201482" y="108997"/>
                  <a:pt x="201482" y="109784"/>
                </a:cubicBezTo>
                <a:cubicBezTo>
                  <a:pt x="201482" y="110687"/>
                  <a:pt x="201749" y="111421"/>
                  <a:pt x="202283" y="111986"/>
                </a:cubicBezTo>
                <a:cubicBezTo>
                  <a:pt x="202817" y="112550"/>
                  <a:pt x="203449" y="112832"/>
                  <a:pt x="204180" y="112832"/>
                </a:cubicBezTo>
                <a:cubicBezTo>
                  <a:pt x="205023" y="112832"/>
                  <a:pt x="206034" y="112380"/>
                  <a:pt x="207215" y="111478"/>
                </a:cubicBezTo>
                <a:cubicBezTo>
                  <a:pt x="210418" y="108944"/>
                  <a:pt x="213649" y="105344"/>
                  <a:pt x="216908" y="100680"/>
                </a:cubicBezTo>
                <a:lnTo>
                  <a:pt x="219859" y="102619"/>
                </a:lnTo>
                <a:cubicBezTo>
                  <a:pt x="216037" y="108469"/>
                  <a:pt x="211542" y="113397"/>
                  <a:pt x="206372" y="117405"/>
                </a:cubicBezTo>
                <a:cubicBezTo>
                  <a:pt x="202550" y="120395"/>
                  <a:pt x="198897" y="121891"/>
                  <a:pt x="195413" y="121891"/>
                </a:cubicBezTo>
                <a:cubicBezTo>
                  <a:pt x="193109" y="121891"/>
                  <a:pt x="191227" y="121202"/>
                  <a:pt x="189765" y="119826"/>
                </a:cubicBezTo>
                <a:cubicBezTo>
                  <a:pt x="188304" y="118449"/>
                  <a:pt x="187574" y="116721"/>
                  <a:pt x="187574" y="114641"/>
                </a:cubicBezTo>
                <a:cubicBezTo>
                  <a:pt x="187574" y="112559"/>
                  <a:pt x="188276" y="109096"/>
                  <a:pt x="189681" y="104255"/>
                </a:cubicBezTo>
                <a:lnTo>
                  <a:pt x="200640" y="66425"/>
                </a:lnTo>
                <a:cubicBezTo>
                  <a:pt x="202438" y="60278"/>
                  <a:pt x="203337" y="56422"/>
                  <a:pt x="203337" y="54858"/>
                </a:cubicBezTo>
                <a:cubicBezTo>
                  <a:pt x="203337" y="53628"/>
                  <a:pt x="202901" y="52622"/>
                  <a:pt x="202030" y="51839"/>
                </a:cubicBezTo>
                <a:cubicBezTo>
                  <a:pt x="201159" y="51054"/>
                  <a:pt x="199965" y="50661"/>
                  <a:pt x="198448" y="50661"/>
                </a:cubicBezTo>
                <a:cubicBezTo>
                  <a:pt x="197212" y="50661"/>
                  <a:pt x="194655" y="50970"/>
                  <a:pt x="190777" y="51589"/>
                </a:cubicBezTo>
                <a:lnTo>
                  <a:pt x="190777" y="48217"/>
                </a:lnTo>
                <a:lnTo>
                  <a:pt x="219859" y="43496"/>
                </a:lnTo>
                <a:close/>
                <a:moveTo>
                  <a:pt x="309726" y="43496"/>
                </a:moveTo>
                <a:lnTo>
                  <a:pt x="293289" y="100735"/>
                </a:lnTo>
                <a:lnTo>
                  <a:pt x="291434" y="108427"/>
                </a:lnTo>
                <a:cubicBezTo>
                  <a:pt x="291265" y="109149"/>
                  <a:pt x="291181" y="109759"/>
                  <a:pt x="291181" y="110258"/>
                </a:cubicBezTo>
                <a:cubicBezTo>
                  <a:pt x="291181" y="111157"/>
                  <a:pt x="291462" y="111944"/>
                  <a:pt x="292024" y="112618"/>
                </a:cubicBezTo>
                <a:cubicBezTo>
                  <a:pt x="292474" y="113124"/>
                  <a:pt x="293036" y="113377"/>
                  <a:pt x="293710" y="113377"/>
                </a:cubicBezTo>
                <a:cubicBezTo>
                  <a:pt x="294441" y="113377"/>
                  <a:pt x="295396" y="112927"/>
                  <a:pt x="296576" y="112028"/>
                </a:cubicBezTo>
                <a:cubicBezTo>
                  <a:pt x="298768" y="110399"/>
                  <a:pt x="301690" y="107027"/>
                  <a:pt x="305343" y="101913"/>
                </a:cubicBezTo>
                <a:lnTo>
                  <a:pt x="308209" y="103936"/>
                </a:lnTo>
                <a:cubicBezTo>
                  <a:pt x="304331" y="109780"/>
                  <a:pt x="300341" y="114234"/>
                  <a:pt x="296239" y="117297"/>
                </a:cubicBezTo>
                <a:cubicBezTo>
                  <a:pt x="292136" y="120359"/>
                  <a:pt x="288343" y="121891"/>
                  <a:pt x="284859" y="121891"/>
                </a:cubicBezTo>
                <a:cubicBezTo>
                  <a:pt x="282443" y="121891"/>
                  <a:pt x="280630" y="121287"/>
                  <a:pt x="279422" y="120078"/>
                </a:cubicBezTo>
                <a:cubicBezTo>
                  <a:pt x="278214" y="118870"/>
                  <a:pt x="277610" y="117114"/>
                  <a:pt x="277610" y="114810"/>
                </a:cubicBezTo>
                <a:cubicBezTo>
                  <a:pt x="277610" y="112056"/>
                  <a:pt x="278228" y="108432"/>
                  <a:pt x="279464" y="103936"/>
                </a:cubicBezTo>
                <a:lnTo>
                  <a:pt x="281234" y="97406"/>
                </a:lnTo>
                <a:cubicBezTo>
                  <a:pt x="273873" y="107098"/>
                  <a:pt x="267101" y="113871"/>
                  <a:pt x="260919" y="117726"/>
                </a:cubicBezTo>
                <a:cubicBezTo>
                  <a:pt x="256480" y="120503"/>
                  <a:pt x="252124" y="121891"/>
                  <a:pt x="247853" y="121891"/>
                </a:cubicBezTo>
                <a:cubicBezTo>
                  <a:pt x="243751" y="121891"/>
                  <a:pt x="240211" y="120189"/>
                  <a:pt x="237232" y="116786"/>
                </a:cubicBezTo>
                <a:cubicBezTo>
                  <a:pt x="234254" y="113382"/>
                  <a:pt x="232765" y="108699"/>
                  <a:pt x="232765" y="102735"/>
                </a:cubicBezTo>
                <a:cubicBezTo>
                  <a:pt x="232765" y="93791"/>
                  <a:pt x="235448" y="84354"/>
                  <a:pt x="240815" y="74425"/>
                </a:cubicBezTo>
                <a:cubicBezTo>
                  <a:pt x="246182" y="64495"/>
                  <a:pt x="252995" y="56549"/>
                  <a:pt x="261256" y="50585"/>
                </a:cubicBezTo>
                <a:cubicBezTo>
                  <a:pt x="267719" y="45859"/>
                  <a:pt x="273816" y="43496"/>
                  <a:pt x="279548" y="43496"/>
                </a:cubicBezTo>
                <a:cubicBezTo>
                  <a:pt x="282976" y="43496"/>
                  <a:pt x="285828" y="44403"/>
                  <a:pt x="288104" y="46217"/>
                </a:cubicBezTo>
                <a:cubicBezTo>
                  <a:pt x="290380" y="48032"/>
                  <a:pt x="292108" y="51035"/>
                  <a:pt x="293289" y="55229"/>
                </a:cubicBezTo>
                <a:lnTo>
                  <a:pt x="296323" y="45519"/>
                </a:lnTo>
                <a:lnTo>
                  <a:pt x="309726" y="43496"/>
                </a:lnTo>
                <a:moveTo>
                  <a:pt x="279717" y="47711"/>
                </a:moveTo>
                <a:cubicBezTo>
                  <a:pt x="276120" y="47711"/>
                  <a:pt x="272299" y="49404"/>
                  <a:pt x="268253" y="52790"/>
                </a:cubicBezTo>
                <a:cubicBezTo>
                  <a:pt x="262521" y="57584"/>
                  <a:pt x="257421" y="64692"/>
                  <a:pt x="252953" y="74114"/>
                </a:cubicBezTo>
                <a:cubicBezTo>
                  <a:pt x="248486" y="83536"/>
                  <a:pt x="246252" y="92055"/>
                  <a:pt x="246252" y="99671"/>
                </a:cubicBezTo>
                <a:cubicBezTo>
                  <a:pt x="246252" y="103508"/>
                  <a:pt x="247207" y="106541"/>
                  <a:pt x="249118" y="108770"/>
                </a:cubicBezTo>
                <a:cubicBezTo>
                  <a:pt x="251029" y="110998"/>
                  <a:pt x="253220" y="112113"/>
                  <a:pt x="255693" y="112113"/>
                </a:cubicBezTo>
                <a:cubicBezTo>
                  <a:pt x="261818" y="112113"/>
                  <a:pt x="268478" y="107571"/>
                  <a:pt x="275671" y="98488"/>
                </a:cubicBezTo>
                <a:cubicBezTo>
                  <a:pt x="285280" y="86415"/>
                  <a:pt x="290085" y="74030"/>
                  <a:pt x="290085" y="61335"/>
                </a:cubicBezTo>
                <a:cubicBezTo>
                  <a:pt x="290085" y="56541"/>
                  <a:pt x="289158" y="53072"/>
                  <a:pt x="287304" y="50927"/>
                </a:cubicBezTo>
                <a:cubicBezTo>
                  <a:pt x="285449" y="48783"/>
                  <a:pt x="282920" y="47711"/>
                  <a:pt x="279717" y="47711"/>
                </a:cubicBezTo>
                <a:close/>
                <a:moveTo>
                  <a:pt x="366372" y="0"/>
                </a:moveTo>
                <a:lnTo>
                  <a:pt x="337543" y="100338"/>
                </a:lnTo>
                <a:cubicBezTo>
                  <a:pt x="336139" y="105341"/>
                  <a:pt x="335436" y="108404"/>
                  <a:pt x="335436" y="109528"/>
                </a:cubicBezTo>
                <a:cubicBezTo>
                  <a:pt x="335436" y="110371"/>
                  <a:pt x="335703" y="111074"/>
                  <a:pt x="336237" y="111636"/>
                </a:cubicBezTo>
                <a:cubicBezTo>
                  <a:pt x="336771" y="112198"/>
                  <a:pt x="337431" y="112479"/>
                  <a:pt x="338218" y="112479"/>
                </a:cubicBezTo>
                <a:cubicBezTo>
                  <a:pt x="339286" y="112479"/>
                  <a:pt x="340438" y="112001"/>
                  <a:pt x="341674" y="111046"/>
                </a:cubicBezTo>
                <a:cubicBezTo>
                  <a:pt x="344596" y="108738"/>
                  <a:pt x="347659" y="105160"/>
                  <a:pt x="350862" y="100311"/>
                </a:cubicBezTo>
                <a:lnTo>
                  <a:pt x="353391" y="102924"/>
                </a:lnTo>
                <a:cubicBezTo>
                  <a:pt x="348052" y="110455"/>
                  <a:pt x="343135" y="115709"/>
                  <a:pt x="338639" y="118688"/>
                </a:cubicBezTo>
                <a:cubicBezTo>
                  <a:pt x="335324" y="120823"/>
                  <a:pt x="332177" y="121891"/>
                  <a:pt x="329198" y="121891"/>
                </a:cubicBezTo>
                <a:cubicBezTo>
                  <a:pt x="327063" y="121891"/>
                  <a:pt x="325279" y="121160"/>
                  <a:pt x="323845" y="119699"/>
                </a:cubicBezTo>
                <a:cubicBezTo>
                  <a:pt x="322412" y="118238"/>
                  <a:pt x="321696" y="116552"/>
                  <a:pt x="321696" y="114641"/>
                </a:cubicBezTo>
                <a:cubicBezTo>
                  <a:pt x="321696" y="112615"/>
                  <a:pt x="322595" y="108448"/>
                  <a:pt x="324393" y="102142"/>
                </a:cubicBezTo>
                <a:lnTo>
                  <a:pt x="347237" y="22928"/>
                </a:lnTo>
                <a:cubicBezTo>
                  <a:pt x="349092" y="16466"/>
                  <a:pt x="350019" y="12757"/>
                  <a:pt x="350019" y="11801"/>
                </a:cubicBezTo>
                <a:cubicBezTo>
                  <a:pt x="350019" y="10453"/>
                  <a:pt x="349485" y="9343"/>
                  <a:pt x="348418" y="8472"/>
                </a:cubicBezTo>
                <a:cubicBezTo>
                  <a:pt x="347350" y="7601"/>
                  <a:pt x="345692" y="7165"/>
                  <a:pt x="343444" y="7165"/>
                </a:cubicBezTo>
                <a:cubicBezTo>
                  <a:pt x="342152" y="7165"/>
                  <a:pt x="340185" y="7362"/>
                  <a:pt x="337543" y="7755"/>
                </a:cubicBezTo>
                <a:lnTo>
                  <a:pt x="337543" y="4721"/>
                </a:lnTo>
                <a:lnTo>
                  <a:pt x="366372" y="0"/>
                </a:lnTo>
                <a:close/>
                <a:moveTo>
                  <a:pt x="432047" y="8598"/>
                </a:moveTo>
                <a:lnTo>
                  <a:pt x="433059" y="5563"/>
                </a:lnTo>
                <a:lnTo>
                  <a:pt x="469559" y="5563"/>
                </a:lnTo>
                <a:cubicBezTo>
                  <a:pt x="485013" y="5563"/>
                  <a:pt x="496463" y="7334"/>
                  <a:pt x="503909" y="10874"/>
                </a:cubicBezTo>
                <a:cubicBezTo>
                  <a:pt x="511355" y="14414"/>
                  <a:pt x="517298" y="19992"/>
                  <a:pt x="521737" y="27607"/>
                </a:cubicBezTo>
                <a:cubicBezTo>
                  <a:pt x="526177" y="35221"/>
                  <a:pt x="528397" y="43384"/>
                  <a:pt x="528397" y="52094"/>
                </a:cubicBezTo>
                <a:cubicBezTo>
                  <a:pt x="528397" y="59569"/>
                  <a:pt x="527118" y="66832"/>
                  <a:pt x="524561" y="73885"/>
                </a:cubicBezTo>
                <a:cubicBezTo>
                  <a:pt x="522004" y="80937"/>
                  <a:pt x="519110" y="86585"/>
                  <a:pt x="515879" y="90828"/>
                </a:cubicBezTo>
                <a:cubicBezTo>
                  <a:pt x="512647" y="95071"/>
                  <a:pt x="507688" y="99749"/>
                  <a:pt x="501001" y="104863"/>
                </a:cubicBezTo>
                <a:cubicBezTo>
                  <a:pt x="494313" y="109977"/>
                  <a:pt x="487064" y="113756"/>
                  <a:pt x="479252" y="116201"/>
                </a:cubicBezTo>
                <a:cubicBezTo>
                  <a:pt x="471441" y="118645"/>
                  <a:pt x="461691" y="119868"/>
                  <a:pt x="450002" y="119868"/>
                </a:cubicBezTo>
                <a:lnTo>
                  <a:pt x="401617" y="119868"/>
                </a:lnTo>
                <a:lnTo>
                  <a:pt x="402713" y="116833"/>
                </a:lnTo>
                <a:cubicBezTo>
                  <a:pt x="407152" y="116721"/>
                  <a:pt x="410130" y="116326"/>
                  <a:pt x="411648" y="115648"/>
                </a:cubicBezTo>
                <a:cubicBezTo>
                  <a:pt x="413896" y="114689"/>
                  <a:pt x="415553" y="113391"/>
                  <a:pt x="416621" y="111754"/>
                </a:cubicBezTo>
                <a:cubicBezTo>
                  <a:pt x="418251" y="109383"/>
                  <a:pt x="420077" y="104614"/>
                  <a:pt x="422100" y="97445"/>
                </a:cubicBezTo>
                <a:lnTo>
                  <a:pt x="442331" y="28257"/>
                </a:lnTo>
                <a:cubicBezTo>
                  <a:pt x="443905" y="22801"/>
                  <a:pt x="444691" y="18526"/>
                  <a:pt x="444691" y="15431"/>
                </a:cubicBezTo>
                <a:cubicBezTo>
                  <a:pt x="444691" y="13238"/>
                  <a:pt x="443961" y="11551"/>
                  <a:pt x="442500" y="10371"/>
                </a:cubicBezTo>
                <a:cubicBezTo>
                  <a:pt x="441039" y="9189"/>
                  <a:pt x="438173" y="8598"/>
                  <a:pt x="433902" y="8598"/>
                </a:cubicBezTo>
                <a:lnTo>
                  <a:pt x="432047" y="8598"/>
                </a:lnTo>
                <a:moveTo>
                  <a:pt x="461972" y="11801"/>
                </a:moveTo>
                <a:lnTo>
                  <a:pt x="437189" y="97445"/>
                </a:lnTo>
                <a:cubicBezTo>
                  <a:pt x="435335" y="103820"/>
                  <a:pt x="434407" y="107763"/>
                  <a:pt x="434407" y="109273"/>
                </a:cubicBezTo>
                <a:cubicBezTo>
                  <a:pt x="434407" y="110167"/>
                  <a:pt x="434703" y="111033"/>
                  <a:pt x="435293" y="111873"/>
                </a:cubicBezTo>
                <a:cubicBezTo>
                  <a:pt x="435883" y="112710"/>
                  <a:pt x="436683" y="113269"/>
                  <a:pt x="437695" y="113548"/>
                </a:cubicBezTo>
                <a:cubicBezTo>
                  <a:pt x="439156" y="114052"/>
                  <a:pt x="441516" y="114304"/>
                  <a:pt x="444776" y="114304"/>
                </a:cubicBezTo>
                <a:cubicBezTo>
                  <a:pt x="453599" y="114304"/>
                  <a:pt x="461789" y="113391"/>
                  <a:pt x="469348" y="111565"/>
                </a:cubicBezTo>
                <a:cubicBezTo>
                  <a:pt x="476906" y="109738"/>
                  <a:pt x="483102" y="107027"/>
                  <a:pt x="487935" y="103430"/>
                </a:cubicBezTo>
                <a:cubicBezTo>
                  <a:pt x="494791" y="98204"/>
                  <a:pt x="500270" y="91011"/>
                  <a:pt x="504372" y="81851"/>
                </a:cubicBezTo>
                <a:cubicBezTo>
                  <a:pt x="508475" y="72691"/>
                  <a:pt x="510526" y="62266"/>
                  <a:pt x="510526" y="50577"/>
                </a:cubicBezTo>
                <a:cubicBezTo>
                  <a:pt x="510526" y="37371"/>
                  <a:pt x="507379" y="27550"/>
                  <a:pt x="501085" y="21116"/>
                </a:cubicBezTo>
                <a:cubicBezTo>
                  <a:pt x="494791" y="14681"/>
                  <a:pt x="485603" y="11464"/>
                  <a:pt x="473520" y="11464"/>
                </a:cubicBezTo>
                <a:cubicBezTo>
                  <a:pt x="470542" y="11464"/>
                  <a:pt x="466693" y="11577"/>
                  <a:pt x="461972" y="11801"/>
                </a:cubicBezTo>
                <a:close/>
                <a:moveTo>
                  <a:pt x="569457" y="9947"/>
                </a:moveTo>
                <a:cubicBezTo>
                  <a:pt x="571817" y="9947"/>
                  <a:pt x="573812" y="10762"/>
                  <a:pt x="575442" y="12391"/>
                </a:cubicBezTo>
                <a:cubicBezTo>
                  <a:pt x="577071" y="14021"/>
                  <a:pt x="577886" y="16016"/>
                  <a:pt x="577886" y="18376"/>
                </a:cubicBezTo>
                <a:cubicBezTo>
                  <a:pt x="577886" y="20680"/>
                  <a:pt x="577057" y="22661"/>
                  <a:pt x="575400" y="24319"/>
                </a:cubicBezTo>
                <a:cubicBezTo>
                  <a:pt x="573742" y="25977"/>
                  <a:pt x="571761" y="26806"/>
                  <a:pt x="569457" y="26806"/>
                </a:cubicBezTo>
                <a:cubicBezTo>
                  <a:pt x="567153" y="26806"/>
                  <a:pt x="565172" y="25977"/>
                  <a:pt x="563514" y="24319"/>
                </a:cubicBezTo>
                <a:cubicBezTo>
                  <a:pt x="561856" y="22661"/>
                  <a:pt x="561027" y="20680"/>
                  <a:pt x="561027" y="18376"/>
                </a:cubicBezTo>
                <a:cubicBezTo>
                  <a:pt x="561027" y="16016"/>
                  <a:pt x="561842" y="14021"/>
                  <a:pt x="563472" y="12391"/>
                </a:cubicBezTo>
                <a:cubicBezTo>
                  <a:pt x="565102" y="10762"/>
                  <a:pt x="567097" y="9947"/>
                  <a:pt x="569457" y="9947"/>
                </a:cubicBezTo>
                <a:moveTo>
                  <a:pt x="570553" y="43496"/>
                </a:moveTo>
                <a:lnTo>
                  <a:pt x="553862" y="102616"/>
                </a:lnTo>
                <a:cubicBezTo>
                  <a:pt x="552738" y="106608"/>
                  <a:pt x="552176" y="108997"/>
                  <a:pt x="552176" y="109784"/>
                </a:cubicBezTo>
                <a:cubicBezTo>
                  <a:pt x="552176" y="110687"/>
                  <a:pt x="552443" y="111421"/>
                  <a:pt x="552977" y="111986"/>
                </a:cubicBezTo>
                <a:cubicBezTo>
                  <a:pt x="553511" y="112550"/>
                  <a:pt x="554143" y="112832"/>
                  <a:pt x="554874" y="112832"/>
                </a:cubicBezTo>
                <a:cubicBezTo>
                  <a:pt x="555717" y="112832"/>
                  <a:pt x="556728" y="112380"/>
                  <a:pt x="557908" y="111478"/>
                </a:cubicBezTo>
                <a:cubicBezTo>
                  <a:pt x="561112" y="108944"/>
                  <a:pt x="564343" y="105344"/>
                  <a:pt x="567602" y="100680"/>
                </a:cubicBezTo>
                <a:lnTo>
                  <a:pt x="570553" y="102619"/>
                </a:lnTo>
                <a:cubicBezTo>
                  <a:pt x="566731" y="108469"/>
                  <a:pt x="562236" y="113397"/>
                  <a:pt x="557065" y="117405"/>
                </a:cubicBezTo>
                <a:cubicBezTo>
                  <a:pt x="553244" y="120395"/>
                  <a:pt x="549591" y="121891"/>
                  <a:pt x="546107" y="121891"/>
                </a:cubicBezTo>
                <a:cubicBezTo>
                  <a:pt x="543803" y="121891"/>
                  <a:pt x="541920" y="121202"/>
                  <a:pt x="540459" y="119826"/>
                </a:cubicBezTo>
                <a:cubicBezTo>
                  <a:pt x="538998" y="118449"/>
                  <a:pt x="538268" y="116721"/>
                  <a:pt x="538268" y="114641"/>
                </a:cubicBezTo>
                <a:cubicBezTo>
                  <a:pt x="538268" y="112559"/>
                  <a:pt x="538970" y="109096"/>
                  <a:pt x="540375" y="104255"/>
                </a:cubicBezTo>
                <a:lnTo>
                  <a:pt x="551333" y="66425"/>
                </a:lnTo>
                <a:cubicBezTo>
                  <a:pt x="553132" y="60278"/>
                  <a:pt x="554031" y="56422"/>
                  <a:pt x="554031" y="54858"/>
                </a:cubicBezTo>
                <a:cubicBezTo>
                  <a:pt x="554031" y="53628"/>
                  <a:pt x="553595" y="52622"/>
                  <a:pt x="552724" y="51839"/>
                </a:cubicBezTo>
                <a:cubicBezTo>
                  <a:pt x="551853" y="51054"/>
                  <a:pt x="550659" y="50661"/>
                  <a:pt x="549142" y="50661"/>
                </a:cubicBezTo>
                <a:cubicBezTo>
                  <a:pt x="547905" y="50661"/>
                  <a:pt x="545348" y="50970"/>
                  <a:pt x="541471" y="51589"/>
                </a:cubicBezTo>
                <a:lnTo>
                  <a:pt x="541471" y="48217"/>
                </a:lnTo>
                <a:lnTo>
                  <a:pt x="570553" y="43496"/>
                </a:lnTo>
                <a:close/>
                <a:moveTo>
                  <a:pt x="642043" y="43496"/>
                </a:moveTo>
                <a:lnTo>
                  <a:pt x="636901" y="69459"/>
                </a:lnTo>
                <a:lnTo>
                  <a:pt x="633782" y="69459"/>
                </a:lnTo>
                <a:cubicBezTo>
                  <a:pt x="633501" y="61869"/>
                  <a:pt x="631900" y="56347"/>
                  <a:pt x="628978" y="52893"/>
                </a:cubicBezTo>
                <a:cubicBezTo>
                  <a:pt x="626055" y="49438"/>
                  <a:pt x="622431" y="47711"/>
                  <a:pt x="618103" y="47711"/>
                </a:cubicBezTo>
                <a:cubicBezTo>
                  <a:pt x="614619" y="47711"/>
                  <a:pt x="611852" y="48669"/>
                  <a:pt x="609800" y="50585"/>
                </a:cubicBezTo>
                <a:cubicBezTo>
                  <a:pt x="607749" y="52499"/>
                  <a:pt x="606724" y="54808"/>
                  <a:pt x="606724" y="57510"/>
                </a:cubicBezTo>
                <a:cubicBezTo>
                  <a:pt x="606724" y="59370"/>
                  <a:pt x="607131" y="61145"/>
                  <a:pt x="607946" y="62834"/>
                </a:cubicBezTo>
                <a:cubicBezTo>
                  <a:pt x="608761" y="64524"/>
                  <a:pt x="610545" y="66889"/>
                  <a:pt x="613299" y="69931"/>
                </a:cubicBezTo>
                <a:cubicBezTo>
                  <a:pt x="620604" y="77930"/>
                  <a:pt x="625325" y="83957"/>
                  <a:pt x="627460" y="88012"/>
                </a:cubicBezTo>
                <a:cubicBezTo>
                  <a:pt x="629596" y="92067"/>
                  <a:pt x="630663" y="95897"/>
                  <a:pt x="630663" y="99503"/>
                </a:cubicBezTo>
                <a:cubicBezTo>
                  <a:pt x="630663" y="105359"/>
                  <a:pt x="628233" y="110555"/>
                  <a:pt x="623372" y="115089"/>
                </a:cubicBezTo>
                <a:cubicBezTo>
                  <a:pt x="618511" y="119624"/>
                  <a:pt x="612371" y="121891"/>
                  <a:pt x="604953" y="121891"/>
                </a:cubicBezTo>
                <a:cubicBezTo>
                  <a:pt x="600907" y="121891"/>
                  <a:pt x="596243" y="120935"/>
                  <a:pt x="590960" y="119025"/>
                </a:cubicBezTo>
                <a:cubicBezTo>
                  <a:pt x="589106" y="118350"/>
                  <a:pt x="587673" y="118013"/>
                  <a:pt x="586661" y="118013"/>
                </a:cubicBezTo>
                <a:cubicBezTo>
                  <a:pt x="584133" y="118013"/>
                  <a:pt x="582222" y="119306"/>
                  <a:pt x="580929" y="121891"/>
                </a:cubicBezTo>
                <a:lnTo>
                  <a:pt x="577810" y="121891"/>
                </a:lnTo>
                <a:lnTo>
                  <a:pt x="582952" y="94411"/>
                </a:lnTo>
                <a:lnTo>
                  <a:pt x="586071" y="94411"/>
                </a:lnTo>
                <a:cubicBezTo>
                  <a:pt x="586408" y="103014"/>
                  <a:pt x="588179" y="109099"/>
                  <a:pt x="591382" y="112666"/>
                </a:cubicBezTo>
                <a:cubicBezTo>
                  <a:pt x="594585" y="116231"/>
                  <a:pt x="598968" y="118013"/>
                  <a:pt x="604532" y="118013"/>
                </a:cubicBezTo>
                <a:cubicBezTo>
                  <a:pt x="608803" y="118013"/>
                  <a:pt x="612189" y="116818"/>
                  <a:pt x="614689" y="114428"/>
                </a:cubicBezTo>
                <a:cubicBezTo>
                  <a:pt x="617190" y="112036"/>
                  <a:pt x="618441" y="109096"/>
                  <a:pt x="618441" y="105609"/>
                </a:cubicBezTo>
                <a:cubicBezTo>
                  <a:pt x="618441" y="103357"/>
                  <a:pt x="617991" y="101275"/>
                  <a:pt x="617092" y="99363"/>
                </a:cubicBezTo>
                <a:cubicBezTo>
                  <a:pt x="615518" y="95988"/>
                  <a:pt x="612217" y="91318"/>
                  <a:pt x="607187" y="85354"/>
                </a:cubicBezTo>
                <a:cubicBezTo>
                  <a:pt x="602158" y="79390"/>
                  <a:pt x="598926" y="74917"/>
                  <a:pt x="597493" y="71935"/>
                </a:cubicBezTo>
                <a:cubicBezTo>
                  <a:pt x="596060" y="68953"/>
                  <a:pt x="595344" y="65971"/>
                  <a:pt x="595344" y="62990"/>
                </a:cubicBezTo>
                <a:cubicBezTo>
                  <a:pt x="595344" y="57533"/>
                  <a:pt x="597325" y="52921"/>
                  <a:pt x="601287" y="49152"/>
                </a:cubicBezTo>
                <a:cubicBezTo>
                  <a:pt x="605248" y="45382"/>
                  <a:pt x="610348" y="43496"/>
                  <a:pt x="616586" y="43496"/>
                </a:cubicBezTo>
                <a:cubicBezTo>
                  <a:pt x="618384" y="43496"/>
                  <a:pt x="620014" y="43639"/>
                  <a:pt x="621475" y="43926"/>
                </a:cubicBezTo>
                <a:cubicBezTo>
                  <a:pt x="622262" y="44098"/>
                  <a:pt x="624102" y="44744"/>
                  <a:pt x="626997" y="45864"/>
                </a:cubicBezTo>
                <a:cubicBezTo>
                  <a:pt x="629891" y="46983"/>
                  <a:pt x="631815" y="47542"/>
                  <a:pt x="632771" y="47542"/>
                </a:cubicBezTo>
                <a:cubicBezTo>
                  <a:pt x="635187" y="47542"/>
                  <a:pt x="637210" y="46194"/>
                  <a:pt x="638840" y="43496"/>
                </a:cubicBezTo>
                <a:lnTo>
                  <a:pt x="642043" y="43496"/>
                </a:lnTo>
                <a:close/>
                <a:moveTo>
                  <a:pt x="712623" y="101491"/>
                </a:moveTo>
                <a:cubicBezTo>
                  <a:pt x="706779" y="108516"/>
                  <a:pt x="700878" y="113672"/>
                  <a:pt x="694921" y="116959"/>
                </a:cubicBezTo>
                <a:cubicBezTo>
                  <a:pt x="688965" y="120247"/>
                  <a:pt x="682671" y="121891"/>
                  <a:pt x="676039" y="121891"/>
                </a:cubicBezTo>
                <a:cubicBezTo>
                  <a:pt x="668059" y="121891"/>
                  <a:pt x="661836" y="119640"/>
                  <a:pt x="657368" y="115139"/>
                </a:cubicBezTo>
                <a:cubicBezTo>
                  <a:pt x="652900" y="110638"/>
                  <a:pt x="650667" y="104591"/>
                  <a:pt x="650667" y="96997"/>
                </a:cubicBezTo>
                <a:cubicBezTo>
                  <a:pt x="650667" y="88390"/>
                  <a:pt x="653069" y="79924"/>
                  <a:pt x="657874" y="71598"/>
                </a:cubicBezTo>
                <a:cubicBezTo>
                  <a:pt x="662679" y="63271"/>
                  <a:pt x="669141" y="56505"/>
                  <a:pt x="677262" y="51301"/>
                </a:cubicBezTo>
                <a:cubicBezTo>
                  <a:pt x="685382" y="46098"/>
                  <a:pt x="693348" y="43496"/>
                  <a:pt x="701159" y="43496"/>
                </a:cubicBezTo>
                <a:cubicBezTo>
                  <a:pt x="707285" y="43496"/>
                  <a:pt x="711865" y="44770"/>
                  <a:pt x="714899" y="47319"/>
                </a:cubicBezTo>
                <a:cubicBezTo>
                  <a:pt x="717934" y="49867"/>
                  <a:pt x="719451" y="52989"/>
                  <a:pt x="719451" y="56686"/>
                </a:cubicBezTo>
                <a:cubicBezTo>
                  <a:pt x="719451" y="60158"/>
                  <a:pt x="718384" y="63127"/>
                  <a:pt x="716248" y="65592"/>
                </a:cubicBezTo>
                <a:cubicBezTo>
                  <a:pt x="714675" y="67496"/>
                  <a:pt x="712736" y="68448"/>
                  <a:pt x="710432" y="68448"/>
                </a:cubicBezTo>
                <a:cubicBezTo>
                  <a:pt x="708690" y="68448"/>
                  <a:pt x="707243" y="67890"/>
                  <a:pt x="706091" y="66775"/>
                </a:cubicBezTo>
                <a:cubicBezTo>
                  <a:pt x="704939" y="65660"/>
                  <a:pt x="704363" y="64266"/>
                  <a:pt x="704363" y="62594"/>
                </a:cubicBezTo>
                <a:cubicBezTo>
                  <a:pt x="704363" y="61535"/>
                  <a:pt x="704573" y="60560"/>
                  <a:pt x="704995" y="59668"/>
                </a:cubicBezTo>
                <a:cubicBezTo>
                  <a:pt x="705416" y="58776"/>
                  <a:pt x="706287" y="57703"/>
                  <a:pt x="707608" y="56449"/>
                </a:cubicBezTo>
                <a:cubicBezTo>
                  <a:pt x="708929" y="55193"/>
                  <a:pt x="709729" y="54287"/>
                  <a:pt x="710010" y="53730"/>
                </a:cubicBezTo>
                <a:cubicBezTo>
                  <a:pt x="710291" y="53172"/>
                  <a:pt x="710432" y="52586"/>
                  <a:pt x="710432" y="51973"/>
                </a:cubicBezTo>
                <a:cubicBezTo>
                  <a:pt x="710432" y="50802"/>
                  <a:pt x="709898" y="49826"/>
                  <a:pt x="708830" y="49047"/>
                </a:cubicBezTo>
                <a:cubicBezTo>
                  <a:pt x="707200" y="47931"/>
                  <a:pt x="704896" y="47374"/>
                  <a:pt x="701918" y="47374"/>
                </a:cubicBezTo>
                <a:cubicBezTo>
                  <a:pt x="696411" y="47374"/>
                  <a:pt x="690960" y="49313"/>
                  <a:pt x="685565" y="53190"/>
                </a:cubicBezTo>
                <a:cubicBezTo>
                  <a:pt x="680170" y="57068"/>
                  <a:pt x="675562" y="62575"/>
                  <a:pt x="671740" y="69712"/>
                </a:cubicBezTo>
                <a:cubicBezTo>
                  <a:pt x="667132" y="78366"/>
                  <a:pt x="664828" y="87021"/>
                  <a:pt x="664828" y="95675"/>
                </a:cubicBezTo>
                <a:cubicBezTo>
                  <a:pt x="664828" y="101407"/>
                  <a:pt x="666458" y="105945"/>
                  <a:pt x="669717" y="109289"/>
                </a:cubicBezTo>
                <a:cubicBezTo>
                  <a:pt x="672977" y="112632"/>
                  <a:pt x="677416" y="114304"/>
                  <a:pt x="683036" y="114304"/>
                </a:cubicBezTo>
                <a:cubicBezTo>
                  <a:pt x="687363" y="114304"/>
                  <a:pt x="691648" y="113222"/>
                  <a:pt x="695891" y="111059"/>
                </a:cubicBezTo>
                <a:cubicBezTo>
                  <a:pt x="700134" y="108895"/>
                  <a:pt x="704896" y="104976"/>
                  <a:pt x="710179" y="99300"/>
                </a:cubicBezTo>
                <a:lnTo>
                  <a:pt x="712623" y="101491"/>
                </a:lnTo>
                <a:close/>
                <a:moveTo>
                  <a:pt x="804531" y="45519"/>
                </a:moveTo>
                <a:lnTo>
                  <a:pt x="789863" y="95825"/>
                </a:lnTo>
                <a:cubicBezTo>
                  <a:pt x="787672" y="103310"/>
                  <a:pt x="786576" y="108037"/>
                  <a:pt x="786576" y="110005"/>
                </a:cubicBezTo>
                <a:cubicBezTo>
                  <a:pt x="786576" y="111017"/>
                  <a:pt x="786759" y="111761"/>
                  <a:pt x="787124" y="112239"/>
                </a:cubicBezTo>
                <a:cubicBezTo>
                  <a:pt x="787489" y="112717"/>
                  <a:pt x="787981" y="112955"/>
                  <a:pt x="788599" y="112955"/>
                </a:cubicBezTo>
                <a:cubicBezTo>
                  <a:pt x="789554" y="112955"/>
                  <a:pt x="790608" y="112520"/>
                  <a:pt x="791760" y="111649"/>
                </a:cubicBezTo>
                <a:cubicBezTo>
                  <a:pt x="792912" y="110778"/>
                  <a:pt x="795820" y="107308"/>
                  <a:pt x="800485" y="101238"/>
                </a:cubicBezTo>
                <a:lnTo>
                  <a:pt x="803013" y="103177"/>
                </a:lnTo>
                <a:cubicBezTo>
                  <a:pt x="798574" y="110202"/>
                  <a:pt x="794022" y="115372"/>
                  <a:pt x="789358" y="118688"/>
                </a:cubicBezTo>
                <a:cubicBezTo>
                  <a:pt x="786267" y="120823"/>
                  <a:pt x="783288" y="121891"/>
                  <a:pt x="780422" y="121891"/>
                </a:cubicBezTo>
                <a:cubicBezTo>
                  <a:pt x="778231" y="121891"/>
                  <a:pt x="776517" y="121273"/>
                  <a:pt x="775280" y="120036"/>
                </a:cubicBezTo>
                <a:cubicBezTo>
                  <a:pt x="774044" y="118800"/>
                  <a:pt x="773426" y="117198"/>
                  <a:pt x="773426" y="115231"/>
                </a:cubicBezTo>
                <a:cubicBezTo>
                  <a:pt x="773426" y="113321"/>
                  <a:pt x="773791" y="110792"/>
                  <a:pt x="774522" y="107645"/>
                </a:cubicBezTo>
                <a:cubicBezTo>
                  <a:pt x="775421" y="103492"/>
                  <a:pt x="777978" y="94447"/>
                  <a:pt x="782193" y="80510"/>
                </a:cubicBezTo>
                <a:cubicBezTo>
                  <a:pt x="772639" y="96189"/>
                  <a:pt x="764645" y="107006"/>
                  <a:pt x="758211" y="112961"/>
                </a:cubicBezTo>
                <a:cubicBezTo>
                  <a:pt x="751776" y="118914"/>
                  <a:pt x="745805" y="121891"/>
                  <a:pt x="740298" y="121891"/>
                </a:cubicBezTo>
                <a:cubicBezTo>
                  <a:pt x="737713" y="121891"/>
                  <a:pt x="735521" y="120992"/>
                  <a:pt x="733723" y="119193"/>
                </a:cubicBezTo>
                <a:cubicBezTo>
                  <a:pt x="731925" y="117395"/>
                  <a:pt x="731025" y="115119"/>
                  <a:pt x="731025" y="112365"/>
                </a:cubicBezTo>
                <a:cubicBezTo>
                  <a:pt x="731025" y="108145"/>
                  <a:pt x="732262" y="101675"/>
                  <a:pt x="734734" y="92954"/>
                </a:cubicBezTo>
                <a:lnTo>
                  <a:pt x="742068" y="66875"/>
                </a:lnTo>
                <a:cubicBezTo>
                  <a:pt x="743866" y="60630"/>
                  <a:pt x="744765" y="56747"/>
                  <a:pt x="744765" y="55226"/>
                </a:cubicBezTo>
                <a:cubicBezTo>
                  <a:pt x="744765" y="54552"/>
                  <a:pt x="744527" y="53976"/>
                  <a:pt x="744049" y="53498"/>
                </a:cubicBezTo>
                <a:cubicBezTo>
                  <a:pt x="743571" y="53019"/>
                  <a:pt x="743051" y="52779"/>
                  <a:pt x="742490" y="52779"/>
                </a:cubicBezTo>
                <a:cubicBezTo>
                  <a:pt x="741309" y="52779"/>
                  <a:pt x="740129" y="53202"/>
                  <a:pt x="738949" y="54046"/>
                </a:cubicBezTo>
                <a:cubicBezTo>
                  <a:pt x="737769" y="54889"/>
                  <a:pt x="735100" y="58012"/>
                  <a:pt x="730941" y="63414"/>
                </a:cubicBezTo>
                <a:lnTo>
                  <a:pt x="728328" y="61557"/>
                </a:lnTo>
                <a:cubicBezTo>
                  <a:pt x="732543" y="55031"/>
                  <a:pt x="737010" y="50221"/>
                  <a:pt x="741731" y="47126"/>
                </a:cubicBezTo>
                <a:cubicBezTo>
                  <a:pt x="745327" y="44706"/>
                  <a:pt x="748643" y="43496"/>
                  <a:pt x="751678" y="43496"/>
                </a:cubicBezTo>
                <a:cubicBezTo>
                  <a:pt x="753757" y="43496"/>
                  <a:pt x="755457" y="44165"/>
                  <a:pt x="756778" y="45501"/>
                </a:cubicBezTo>
                <a:cubicBezTo>
                  <a:pt x="758098" y="46836"/>
                  <a:pt x="758758" y="48554"/>
                  <a:pt x="758758" y="50656"/>
                </a:cubicBezTo>
                <a:cubicBezTo>
                  <a:pt x="758758" y="53692"/>
                  <a:pt x="757635" y="59119"/>
                  <a:pt x="755387" y="66936"/>
                </a:cubicBezTo>
                <a:lnTo>
                  <a:pt x="747463" y="94181"/>
                </a:lnTo>
                <a:cubicBezTo>
                  <a:pt x="745271" y="101605"/>
                  <a:pt x="744175" y="106301"/>
                  <a:pt x="744175" y="108269"/>
                </a:cubicBezTo>
                <a:cubicBezTo>
                  <a:pt x="744175" y="109337"/>
                  <a:pt x="744527" y="110194"/>
                  <a:pt x="745229" y="110840"/>
                </a:cubicBezTo>
                <a:cubicBezTo>
                  <a:pt x="745932" y="111486"/>
                  <a:pt x="746873" y="111810"/>
                  <a:pt x="748053" y="111810"/>
                </a:cubicBezTo>
                <a:cubicBezTo>
                  <a:pt x="749908" y="111810"/>
                  <a:pt x="752324" y="110882"/>
                  <a:pt x="755302" y="109028"/>
                </a:cubicBezTo>
                <a:cubicBezTo>
                  <a:pt x="758281" y="107173"/>
                  <a:pt x="762257" y="103056"/>
                  <a:pt x="767230" y="96676"/>
                </a:cubicBezTo>
                <a:cubicBezTo>
                  <a:pt x="772204" y="90294"/>
                  <a:pt x="776306" y="84307"/>
                  <a:pt x="779537" y="78713"/>
                </a:cubicBezTo>
                <a:cubicBezTo>
                  <a:pt x="782769" y="73120"/>
                  <a:pt x="786211" y="64224"/>
                  <a:pt x="789863" y="52026"/>
                </a:cubicBezTo>
                <a:lnTo>
                  <a:pt x="791718" y="45519"/>
                </a:lnTo>
                <a:lnTo>
                  <a:pt x="804531" y="45519"/>
                </a:lnTo>
                <a:close/>
                <a:moveTo>
                  <a:pt x="872219" y="43496"/>
                </a:moveTo>
                <a:lnTo>
                  <a:pt x="867077" y="69459"/>
                </a:lnTo>
                <a:lnTo>
                  <a:pt x="863959" y="69459"/>
                </a:lnTo>
                <a:cubicBezTo>
                  <a:pt x="863678" y="61869"/>
                  <a:pt x="862076" y="56347"/>
                  <a:pt x="859154" y="52893"/>
                </a:cubicBezTo>
                <a:cubicBezTo>
                  <a:pt x="856231" y="49438"/>
                  <a:pt x="852607" y="47711"/>
                  <a:pt x="848280" y="47711"/>
                </a:cubicBezTo>
                <a:cubicBezTo>
                  <a:pt x="844795" y="47711"/>
                  <a:pt x="842028" y="48669"/>
                  <a:pt x="839977" y="50585"/>
                </a:cubicBezTo>
                <a:cubicBezTo>
                  <a:pt x="837925" y="52499"/>
                  <a:pt x="836900" y="54808"/>
                  <a:pt x="836900" y="57510"/>
                </a:cubicBezTo>
                <a:cubicBezTo>
                  <a:pt x="836900" y="59370"/>
                  <a:pt x="837307" y="61145"/>
                  <a:pt x="838122" y="62834"/>
                </a:cubicBezTo>
                <a:cubicBezTo>
                  <a:pt x="838937" y="64524"/>
                  <a:pt x="840721" y="66889"/>
                  <a:pt x="843475" y="69931"/>
                </a:cubicBezTo>
                <a:cubicBezTo>
                  <a:pt x="850780" y="77930"/>
                  <a:pt x="855501" y="83957"/>
                  <a:pt x="857636" y="88012"/>
                </a:cubicBezTo>
                <a:cubicBezTo>
                  <a:pt x="859772" y="92067"/>
                  <a:pt x="860840" y="95897"/>
                  <a:pt x="860840" y="99503"/>
                </a:cubicBezTo>
                <a:cubicBezTo>
                  <a:pt x="860840" y="105359"/>
                  <a:pt x="858409" y="110555"/>
                  <a:pt x="853548" y="115089"/>
                </a:cubicBezTo>
                <a:cubicBezTo>
                  <a:pt x="848687" y="119624"/>
                  <a:pt x="842548" y="121891"/>
                  <a:pt x="835130" y="121891"/>
                </a:cubicBezTo>
                <a:cubicBezTo>
                  <a:pt x="831083" y="121891"/>
                  <a:pt x="826419" y="120935"/>
                  <a:pt x="821137" y="119025"/>
                </a:cubicBezTo>
                <a:cubicBezTo>
                  <a:pt x="819282" y="118350"/>
                  <a:pt x="817849" y="118013"/>
                  <a:pt x="816838" y="118013"/>
                </a:cubicBezTo>
                <a:cubicBezTo>
                  <a:pt x="814309" y="118013"/>
                  <a:pt x="812398" y="119306"/>
                  <a:pt x="811105" y="121891"/>
                </a:cubicBezTo>
                <a:lnTo>
                  <a:pt x="807987" y="121891"/>
                </a:lnTo>
                <a:lnTo>
                  <a:pt x="813129" y="94411"/>
                </a:lnTo>
                <a:lnTo>
                  <a:pt x="816247" y="94411"/>
                </a:lnTo>
                <a:cubicBezTo>
                  <a:pt x="816585" y="103014"/>
                  <a:pt x="818355" y="109099"/>
                  <a:pt x="821558" y="112666"/>
                </a:cubicBezTo>
                <a:cubicBezTo>
                  <a:pt x="824761" y="116231"/>
                  <a:pt x="829145" y="118013"/>
                  <a:pt x="834708" y="118013"/>
                </a:cubicBezTo>
                <a:cubicBezTo>
                  <a:pt x="838979" y="118013"/>
                  <a:pt x="842365" y="116818"/>
                  <a:pt x="844866" y="114428"/>
                </a:cubicBezTo>
                <a:cubicBezTo>
                  <a:pt x="847366" y="112036"/>
                  <a:pt x="848617" y="109096"/>
                  <a:pt x="848617" y="105609"/>
                </a:cubicBezTo>
                <a:cubicBezTo>
                  <a:pt x="848617" y="103357"/>
                  <a:pt x="848167" y="101275"/>
                  <a:pt x="847268" y="99363"/>
                </a:cubicBezTo>
                <a:cubicBezTo>
                  <a:pt x="845695" y="95988"/>
                  <a:pt x="842393" y="91318"/>
                  <a:pt x="837363" y="85354"/>
                </a:cubicBezTo>
                <a:cubicBezTo>
                  <a:pt x="832334" y="79390"/>
                  <a:pt x="829102" y="74917"/>
                  <a:pt x="827669" y="71935"/>
                </a:cubicBezTo>
                <a:cubicBezTo>
                  <a:pt x="826236" y="68953"/>
                  <a:pt x="825520" y="65971"/>
                  <a:pt x="825520" y="62990"/>
                </a:cubicBezTo>
                <a:cubicBezTo>
                  <a:pt x="825520" y="57533"/>
                  <a:pt x="827501" y="52921"/>
                  <a:pt x="831463" y="49152"/>
                </a:cubicBezTo>
                <a:cubicBezTo>
                  <a:pt x="835425" y="45382"/>
                  <a:pt x="840524" y="43496"/>
                  <a:pt x="846762" y="43496"/>
                </a:cubicBezTo>
                <a:cubicBezTo>
                  <a:pt x="848561" y="43496"/>
                  <a:pt x="850190" y="43639"/>
                  <a:pt x="851651" y="43926"/>
                </a:cubicBezTo>
                <a:cubicBezTo>
                  <a:pt x="852438" y="44098"/>
                  <a:pt x="854279" y="44744"/>
                  <a:pt x="857173" y="45864"/>
                </a:cubicBezTo>
                <a:cubicBezTo>
                  <a:pt x="860067" y="46983"/>
                  <a:pt x="861992" y="47542"/>
                  <a:pt x="862947" y="47542"/>
                </a:cubicBezTo>
                <a:cubicBezTo>
                  <a:pt x="865363" y="47542"/>
                  <a:pt x="867387" y="46194"/>
                  <a:pt x="869016" y="43496"/>
                </a:cubicBezTo>
                <a:lnTo>
                  <a:pt x="872219" y="43496"/>
                </a:lnTo>
                <a:close/>
                <a:moveTo>
                  <a:pt x="938753" y="43496"/>
                </a:moveTo>
                <a:lnTo>
                  <a:pt x="933611" y="69459"/>
                </a:lnTo>
                <a:lnTo>
                  <a:pt x="930493" y="69459"/>
                </a:lnTo>
                <a:cubicBezTo>
                  <a:pt x="930212" y="61869"/>
                  <a:pt x="928610" y="56347"/>
                  <a:pt x="925688" y="52893"/>
                </a:cubicBezTo>
                <a:cubicBezTo>
                  <a:pt x="922766" y="49438"/>
                  <a:pt x="919141" y="47711"/>
                  <a:pt x="914814" y="47711"/>
                </a:cubicBezTo>
                <a:cubicBezTo>
                  <a:pt x="911329" y="47711"/>
                  <a:pt x="908562" y="48669"/>
                  <a:pt x="906511" y="50585"/>
                </a:cubicBezTo>
                <a:cubicBezTo>
                  <a:pt x="904459" y="52499"/>
                  <a:pt x="903434" y="54808"/>
                  <a:pt x="903434" y="57510"/>
                </a:cubicBezTo>
                <a:cubicBezTo>
                  <a:pt x="903434" y="59370"/>
                  <a:pt x="903841" y="61145"/>
                  <a:pt x="904656" y="62834"/>
                </a:cubicBezTo>
                <a:cubicBezTo>
                  <a:pt x="905471" y="64524"/>
                  <a:pt x="907255" y="66889"/>
                  <a:pt x="910009" y="69931"/>
                </a:cubicBezTo>
                <a:cubicBezTo>
                  <a:pt x="917314" y="77930"/>
                  <a:pt x="922035" y="83957"/>
                  <a:pt x="924170" y="88012"/>
                </a:cubicBezTo>
                <a:cubicBezTo>
                  <a:pt x="926306" y="92067"/>
                  <a:pt x="927374" y="95897"/>
                  <a:pt x="927374" y="99503"/>
                </a:cubicBezTo>
                <a:cubicBezTo>
                  <a:pt x="927374" y="105359"/>
                  <a:pt x="924943" y="110555"/>
                  <a:pt x="920082" y="115089"/>
                </a:cubicBezTo>
                <a:cubicBezTo>
                  <a:pt x="915221" y="119624"/>
                  <a:pt x="909082" y="121891"/>
                  <a:pt x="901664" y="121891"/>
                </a:cubicBezTo>
                <a:cubicBezTo>
                  <a:pt x="897617" y="121891"/>
                  <a:pt x="892953" y="120935"/>
                  <a:pt x="887671" y="119025"/>
                </a:cubicBezTo>
                <a:cubicBezTo>
                  <a:pt x="885816" y="118350"/>
                  <a:pt x="884383" y="118013"/>
                  <a:pt x="883372" y="118013"/>
                </a:cubicBezTo>
                <a:cubicBezTo>
                  <a:pt x="880843" y="118013"/>
                  <a:pt x="878932" y="119306"/>
                  <a:pt x="877640" y="121891"/>
                </a:cubicBezTo>
                <a:lnTo>
                  <a:pt x="874521" y="121891"/>
                </a:lnTo>
                <a:lnTo>
                  <a:pt x="879663" y="94411"/>
                </a:lnTo>
                <a:lnTo>
                  <a:pt x="882782" y="94411"/>
                </a:lnTo>
                <a:cubicBezTo>
                  <a:pt x="883119" y="103014"/>
                  <a:pt x="884889" y="109099"/>
                  <a:pt x="888092" y="112666"/>
                </a:cubicBezTo>
                <a:cubicBezTo>
                  <a:pt x="891295" y="116231"/>
                  <a:pt x="895679" y="118013"/>
                  <a:pt x="901242" y="118013"/>
                </a:cubicBezTo>
                <a:cubicBezTo>
                  <a:pt x="905513" y="118013"/>
                  <a:pt x="908899" y="116818"/>
                  <a:pt x="911400" y="114428"/>
                </a:cubicBezTo>
                <a:cubicBezTo>
                  <a:pt x="913900" y="112036"/>
                  <a:pt x="915151" y="109096"/>
                  <a:pt x="915151" y="105609"/>
                </a:cubicBezTo>
                <a:cubicBezTo>
                  <a:pt x="915151" y="103357"/>
                  <a:pt x="914701" y="101275"/>
                  <a:pt x="913802" y="99363"/>
                </a:cubicBezTo>
                <a:cubicBezTo>
                  <a:pt x="912229" y="95988"/>
                  <a:pt x="908927" y="91318"/>
                  <a:pt x="903897" y="85354"/>
                </a:cubicBezTo>
                <a:cubicBezTo>
                  <a:pt x="898868" y="79390"/>
                  <a:pt x="895637" y="74917"/>
                  <a:pt x="894204" y="71935"/>
                </a:cubicBezTo>
                <a:cubicBezTo>
                  <a:pt x="892770" y="68953"/>
                  <a:pt x="892054" y="65971"/>
                  <a:pt x="892054" y="62990"/>
                </a:cubicBezTo>
                <a:cubicBezTo>
                  <a:pt x="892054" y="57533"/>
                  <a:pt x="894035" y="52921"/>
                  <a:pt x="897997" y="49152"/>
                </a:cubicBezTo>
                <a:cubicBezTo>
                  <a:pt x="901959" y="45382"/>
                  <a:pt x="907059" y="43496"/>
                  <a:pt x="913296" y="43496"/>
                </a:cubicBezTo>
                <a:cubicBezTo>
                  <a:pt x="915095" y="43496"/>
                  <a:pt x="916724" y="43639"/>
                  <a:pt x="918185" y="43926"/>
                </a:cubicBezTo>
                <a:cubicBezTo>
                  <a:pt x="918972" y="44098"/>
                  <a:pt x="920813" y="44744"/>
                  <a:pt x="923707" y="45864"/>
                </a:cubicBezTo>
                <a:cubicBezTo>
                  <a:pt x="926601" y="46983"/>
                  <a:pt x="928526" y="47542"/>
                  <a:pt x="929481" y="47542"/>
                </a:cubicBezTo>
                <a:cubicBezTo>
                  <a:pt x="931897" y="47542"/>
                  <a:pt x="933921" y="46194"/>
                  <a:pt x="935550" y="43496"/>
                </a:cubicBezTo>
                <a:lnTo>
                  <a:pt x="938753" y="43496"/>
                </a:lnTo>
                <a:close/>
                <a:moveTo>
                  <a:pt x="981263" y="9947"/>
                </a:moveTo>
                <a:cubicBezTo>
                  <a:pt x="983624" y="9947"/>
                  <a:pt x="985619" y="10762"/>
                  <a:pt x="987248" y="12391"/>
                </a:cubicBezTo>
                <a:cubicBezTo>
                  <a:pt x="988878" y="14021"/>
                  <a:pt x="989693" y="16016"/>
                  <a:pt x="989693" y="18376"/>
                </a:cubicBezTo>
                <a:cubicBezTo>
                  <a:pt x="989693" y="20680"/>
                  <a:pt x="988864" y="22661"/>
                  <a:pt x="987206" y="24319"/>
                </a:cubicBezTo>
                <a:cubicBezTo>
                  <a:pt x="985548" y="25977"/>
                  <a:pt x="983567" y="26806"/>
                  <a:pt x="981263" y="26806"/>
                </a:cubicBezTo>
                <a:cubicBezTo>
                  <a:pt x="978959" y="26806"/>
                  <a:pt x="976978" y="25977"/>
                  <a:pt x="975321" y="24319"/>
                </a:cubicBezTo>
                <a:cubicBezTo>
                  <a:pt x="973663" y="22661"/>
                  <a:pt x="972834" y="20680"/>
                  <a:pt x="972834" y="18376"/>
                </a:cubicBezTo>
                <a:cubicBezTo>
                  <a:pt x="972834" y="16016"/>
                  <a:pt x="973649" y="14021"/>
                  <a:pt x="975278" y="12391"/>
                </a:cubicBezTo>
                <a:cubicBezTo>
                  <a:pt x="976908" y="10762"/>
                  <a:pt x="978903" y="9947"/>
                  <a:pt x="981263" y="9947"/>
                </a:cubicBezTo>
                <a:moveTo>
                  <a:pt x="982359" y="43496"/>
                </a:moveTo>
                <a:lnTo>
                  <a:pt x="965669" y="102616"/>
                </a:lnTo>
                <a:cubicBezTo>
                  <a:pt x="964545" y="106608"/>
                  <a:pt x="963983" y="108997"/>
                  <a:pt x="963983" y="109784"/>
                </a:cubicBezTo>
                <a:cubicBezTo>
                  <a:pt x="963983" y="110687"/>
                  <a:pt x="964250" y="111421"/>
                  <a:pt x="964784" y="111986"/>
                </a:cubicBezTo>
                <a:cubicBezTo>
                  <a:pt x="965318" y="112550"/>
                  <a:pt x="965950" y="112832"/>
                  <a:pt x="966680" y="112832"/>
                </a:cubicBezTo>
                <a:cubicBezTo>
                  <a:pt x="967523" y="112832"/>
                  <a:pt x="968535" y="112380"/>
                  <a:pt x="969715" y="111478"/>
                </a:cubicBezTo>
                <a:cubicBezTo>
                  <a:pt x="972918" y="108944"/>
                  <a:pt x="976149" y="105344"/>
                  <a:pt x="979409" y="100680"/>
                </a:cubicBezTo>
                <a:lnTo>
                  <a:pt x="982359" y="102619"/>
                </a:lnTo>
                <a:cubicBezTo>
                  <a:pt x="978538" y="108469"/>
                  <a:pt x="974042" y="113397"/>
                  <a:pt x="968872" y="117405"/>
                </a:cubicBezTo>
                <a:cubicBezTo>
                  <a:pt x="965051" y="120395"/>
                  <a:pt x="961398" y="121891"/>
                  <a:pt x="957914" y="121891"/>
                </a:cubicBezTo>
                <a:cubicBezTo>
                  <a:pt x="955610" y="121891"/>
                  <a:pt x="953727" y="121202"/>
                  <a:pt x="952266" y="119826"/>
                </a:cubicBezTo>
                <a:cubicBezTo>
                  <a:pt x="950805" y="118449"/>
                  <a:pt x="950074" y="116721"/>
                  <a:pt x="950074" y="114641"/>
                </a:cubicBezTo>
                <a:cubicBezTo>
                  <a:pt x="950074" y="112559"/>
                  <a:pt x="950777" y="109096"/>
                  <a:pt x="952182" y="104255"/>
                </a:cubicBezTo>
                <a:lnTo>
                  <a:pt x="963140" y="66425"/>
                </a:lnTo>
                <a:cubicBezTo>
                  <a:pt x="964938" y="60278"/>
                  <a:pt x="965837" y="56422"/>
                  <a:pt x="965837" y="54858"/>
                </a:cubicBezTo>
                <a:cubicBezTo>
                  <a:pt x="965837" y="53628"/>
                  <a:pt x="965402" y="52622"/>
                  <a:pt x="964531" y="51839"/>
                </a:cubicBezTo>
                <a:cubicBezTo>
                  <a:pt x="963660" y="51054"/>
                  <a:pt x="962466" y="50661"/>
                  <a:pt x="960948" y="50661"/>
                </a:cubicBezTo>
                <a:cubicBezTo>
                  <a:pt x="959712" y="50661"/>
                  <a:pt x="957155" y="50970"/>
                  <a:pt x="953277" y="51589"/>
                </a:cubicBezTo>
                <a:lnTo>
                  <a:pt x="953277" y="48217"/>
                </a:lnTo>
                <a:lnTo>
                  <a:pt x="982359" y="43496"/>
                </a:lnTo>
                <a:close/>
                <a:moveTo>
                  <a:pt x="1071046" y="69910"/>
                </a:moveTo>
                <a:cubicBezTo>
                  <a:pt x="1071046" y="78348"/>
                  <a:pt x="1068813" y="86702"/>
                  <a:pt x="1064345" y="94972"/>
                </a:cubicBezTo>
                <a:cubicBezTo>
                  <a:pt x="1059877" y="103241"/>
                  <a:pt x="1053653" y="109795"/>
                  <a:pt x="1045674" y="114633"/>
                </a:cubicBezTo>
                <a:cubicBezTo>
                  <a:pt x="1037694" y="119472"/>
                  <a:pt x="1029938" y="121891"/>
                  <a:pt x="1022408" y="121891"/>
                </a:cubicBezTo>
                <a:cubicBezTo>
                  <a:pt x="1014709" y="121891"/>
                  <a:pt x="1008429" y="119430"/>
                  <a:pt x="1003568" y="114507"/>
                </a:cubicBezTo>
                <a:cubicBezTo>
                  <a:pt x="998707" y="109585"/>
                  <a:pt x="996277" y="103213"/>
                  <a:pt x="996277" y="95393"/>
                </a:cubicBezTo>
                <a:cubicBezTo>
                  <a:pt x="996277" y="87123"/>
                  <a:pt x="998651" y="78826"/>
                  <a:pt x="1003400" y="70500"/>
                </a:cubicBezTo>
                <a:cubicBezTo>
                  <a:pt x="1008148" y="62174"/>
                  <a:pt x="1014498" y="55592"/>
                  <a:pt x="1022450" y="50754"/>
                </a:cubicBezTo>
                <a:cubicBezTo>
                  <a:pt x="1030402" y="45915"/>
                  <a:pt x="1038087" y="43496"/>
                  <a:pt x="1045505" y="43496"/>
                </a:cubicBezTo>
                <a:cubicBezTo>
                  <a:pt x="1052923" y="43496"/>
                  <a:pt x="1059034" y="45943"/>
                  <a:pt x="1063839" y="50838"/>
                </a:cubicBezTo>
                <a:cubicBezTo>
                  <a:pt x="1068644" y="55732"/>
                  <a:pt x="1071046" y="62090"/>
                  <a:pt x="1071046" y="69910"/>
                </a:cubicBezTo>
                <a:moveTo>
                  <a:pt x="1057053" y="63954"/>
                </a:moveTo>
                <a:cubicBezTo>
                  <a:pt x="1057053" y="58708"/>
                  <a:pt x="1055775" y="54690"/>
                  <a:pt x="1053218" y="51899"/>
                </a:cubicBezTo>
                <a:cubicBezTo>
                  <a:pt x="1050661" y="49107"/>
                  <a:pt x="1047359" y="47711"/>
                  <a:pt x="1043313" y="47711"/>
                </a:cubicBezTo>
                <a:cubicBezTo>
                  <a:pt x="1035052" y="47711"/>
                  <a:pt x="1027452" y="53648"/>
                  <a:pt x="1020511" y="65521"/>
                </a:cubicBezTo>
                <a:cubicBezTo>
                  <a:pt x="1013571" y="77393"/>
                  <a:pt x="1010101" y="89194"/>
                  <a:pt x="1010101" y="100925"/>
                </a:cubicBezTo>
                <a:cubicBezTo>
                  <a:pt x="1010101" y="106283"/>
                  <a:pt x="1011450" y="110414"/>
                  <a:pt x="1014147" y="113319"/>
                </a:cubicBezTo>
                <a:cubicBezTo>
                  <a:pt x="1016845" y="116224"/>
                  <a:pt x="1020244" y="117676"/>
                  <a:pt x="1024347" y="117676"/>
                </a:cubicBezTo>
                <a:cubicBezTo>
                  <a:pt x="1032271" y="117676"/>
                  <a:pt x="1039703" y="111768"/>
                  <a:pt x="1046643" y="99953"/>
                </a:cubicBezTo>
                <a:cubicBezTo>
                  <a:pt x="1053583" y="88136"/>
                  <a:pt x="1057053" y="76136"/>
                  <a:pt x="1057053" y="63954"/>
                </a:cubicBezTo>
                <a:close/>
                <a:moveTo>
                  <a:pt x="1115639" y="43496"/>
                </a:moveTo>
                <a:lnTo>
                  <a:pt x="1104428" y="81966"/>
                </a:lnTo>
                <a:cubicBezTo>
                  <a:pt x="1114936" y="66240"/>
                  <a:pt x="1122987" y="55897"/>
                  <a:pt x="1128578" y="50938"/>
                </a:cubicBezTo>
                <a:cubicBezTo>
                  <a:pt x="1134170" y="45977"/>
                  <a:pt x="1139550" y="43496"/>
                  <a:pt x="1144721" y="43496"/>
                </a:cubicBezTo>
                <a:cubicBezTo>
                  <a:pt x="1147530" y="43496"/>
                  <a:pt x="1149849" y="44429"/>
                  <a:pt x="1151675" y="46294"/>
                </a:cubicBezTo>
                <a:cubicBezTo>
                  <a:pt x="1153501" y="48159"/>
                  <a:pt x="1154415" y="50588"/>
                  <a:pt x="1154415" y="53583"/>
                </a:cubicBezTo>
                <a:cubicBezTo>
                  <a:pt x="1154415" y="56956"/>
                  <a:pt x="1153600" y="61456"/>
                  <a:pt x="1151970" y="67080"/>
                </a:cubicBezTo>
                <a:lnTo>
                  <a:pt x="1141686" y="102595"/>
                </a:lnTo>
                <a:cubicBezTo>
                  <a:pt x="1140506" y="106701"/>
                  <a:pt x="1139916" y="109203"/>
                  <a:pt x="1139916" y="110103"/>
                </a:cubicBezTo>
                <a:cubicBezTo>
                  <a:pt x="1139916" y="110889"/>
                  <a:pt x="1140141" y="111550"/>
                  <a:pt x="1140590" y="112084"/>
                </a:cubicBezTo>
                <a:cubicBezTo>
                  <a:pt x="1141040" y="112616"/>
                  <a:pt x="1141517" y="112882"/>
                  <a:pt x="1142023" y="112882"/>
                </a:cubicBezTo>
                <a:cubicBezTo>
                  <a:pt x="1142698" y="112882"/>
                  <a:pt x="1143512" y="112516"/>
                  <a:pt x="1144468" y="111786"/>
                </a:cubicBezTo>
                <a:cubicBezTo>
                  <a:pt x="1147446" y="109427"/>
                  <a:pt x="1150706" y="105832"/>
                  <a:pt x="1154246" y="100999"/>
                </a:cubicBezTo>
                <a:lnTo>
                  <a:pt x="1156859" y="102600"/>
                </a:lnTo>
                <a:cubicBezTo>
                  <a:pt x="1151633" y="110071"/>
                  <a:pt x="1146687" y="115406"/>
                  <a:pt x="1142023" y="118606"/>
                </a:cubicBezTo>
                <a:cubicBezTo>
                  <a:pt x="1138764" y="120796"/>
                  <a:pt x="1135842" y="121891"/>
                  <a:pt x="1133256" y="121891"/>
                </a:cubicBezTo>
                <a:cubicBezTo>
                  <a:pt x="1131177" y="121891"/>
                  <a:pt x="1129519" y="121259"/>
                  <a:pt x="1128283" y="119994"/>
                </a:cubicBezTo>
                <a:cubicBezTo>
                  <a:pt x="1127047" y="118730"/>
                  <a:pt x="1126429" y="117030"/>
                  <a:pt x="1126429" y="114894"/>
                </a:cubicBezTo>
                <a:cubicBezTo>
                  <a:pt x="1126429" y="112204"/>
                  <a:pt x="1127384" y="107580"/>
                  <a:pt x="1129295" y="101022"/>
                </a:cubicBezTo>
                <a:lnTo>
                  <a:pt x="1139073" y="67231"/>
                </a:lnTo>
                <a:cubicBezTo>
                  <a:pt x="1140309" y="63026"/>
                  <a:pt x="1140927" y="59748"/>
                  <a:pt x="1140927" y="57394"/>
                </a:cubicBezTo>
                <a:cubicBezTo>
                  <a:pt x="1140927" y="56274"/>
                  <a:pt x="1140562" y="55363"/>
                  <a:pt x="1139831" y="54663"/>
                </a:cubicBezTo>
                <a:cubicBezTo>
                  <a:pt x="1139101" y="53962"/>
                  <a:pt x="1138202" y="53612"/>
                  <a:pt x="1137134" y="53612"/>
                </a:cubicBezTo>
                <a:cubicBezTo>
                  <a:pt x="1135561" y="53612"/>
                  <a:pt x="1133678" y="54284"/>
                  <a:pt x="1131486" y="55630"/>
                </a:cubicBezTo>
                <a:cubicBezTo>
                  <a:pt x="1127328" y="58150"/>
                  <a:pt x="1123001" y="62309"/>
                  <a:pt x="1118505" y="68108"/>
                </a:cubicBezTo>
                <a:cubicBezTo>
                  <a:pt x="1114009" y="73905"/>
                  <a:pt x="1109260" y="81312"/>
                  <a:pt x="1104259" y="90330"/>
                </a:cubicBezTo>
                <a:cubicBezTo>
                  <a:pt x="1101618" y="95091"/>
                  <a:pt x="1099426" y="100301"/>
                  <a:pt x="1097684" y="105959"/>
                </a:cubicBezTo>
                <a:lnTo>
                  <a:pt x="1093469" y="119868"/>
                </a:lnTo>
                <a:lnTo>
                  <a:pt x="1080825" y="119868"/>
                </a:lnTo>
                <a:lnTo>
                  <a:pt x="1096167" y="66930"/>
                </a:lnTo>
                <a:cubicBezTo>
                  <a:pt x="1097965" y="60615"/>
                  <a:pt x="1098864" y="56815"/>
                  <a:pt x="1098864" y="55529"/>
                </a:cubicBezTo>
                <a:cubicBezTo>
                  <a:pt x="1098864" y="54300"/>
                  <a:pt x="1098372" y="53224"/>
                  <a:pt x="1097389" y="52300"/>
                </a:cubicBezTo>
                <a:cubicBezTo>
                  <a:pt x="1096405" y="51376"/>
                  <a:pt x="1095183" y="50914"/>
                  <a:pt x="1093722" y="50914"/>
                </a:cubicBezTo>
                <a:cubicBezTo>
                  <a:pt x="1093048" y="50914"/>
                  <a:pt x="1091868" y="51027"/>
                  <a:pt x="1090182" y="51251"/>
                </a:cubicBezTo>
                <a:lnTo>
                  <a:pt x="1086978" y="51757"/>
                </a:lnTo>
                <a:lnTo>
                  <a:pt x="1086473" y="48723"/>
                </a:lnTo>
                <a:lnTo>
                  <a:pt x="1115639" y="434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Labelling">
            <a:extLst xmlns:a="http://schemas.openxmlformats.org/drawingml/2006/main">
              <a:ext uri="{FF2B5EF4-FFF2-40B4-BE49-F238E27FC236}">
                <a16:creationId xmlns:a16="http://schemas.microsoft.com/office/drawing/2014/main" id="{4D8E2146-92BA-4B06-8FEA-50FE7ED9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322" y="3467630"/>
            <a:ext cx="672768" cy="157126"/>
          </a:xfrm>
          <a:custGeom xmlns:a="http://schemas.openxmlformats.org/drawingml/2006/main">
            <a:pathLst>
              <a:path w="672768" h="157126">
                <a:moveTo>
                  <a:pt x="84717" y="119868"/>
                </a:moveTo>
                <a:lnTo>
                  <a:pt x="0" y="119868"/>
                </a:lnTo>
                <a:lnTo>
                  <a:pt x="1180" y="116833"/>
                </a:lnTo>
                <a:cubicBezTo>
                  <a:pt x="5676" y="116721"/>
                  <a:pt x="8682" y="116354"/>
                  <a:pt x="10200" y="115732"/>
                </a:cubicBezTo>
                <a:cubicBezTo>
                  <a:pt x="12560" y="114717"/>
                  <a:pt x="14302" y="113391"/>
                  <a:pt x="15426" y="111754"/>
                </a:cubicBezTo>
                <a:cubicBezTo>
                  <a:pt x="17168" y="109157"/>
                  <a:pt x="19023" y="104472"/>
                  <a:pt x="20989" y="97698"/>
                </a:cubicBezTo>
                <a:lnTo>
                  <a:pt x="41136" y="28089"/>
                </a:lnTo>
                <a:cubicBezTo>
                  <a:pt x="42822" y="22351"/>
                  <a:pt x="43665" y="18132"/>
                  <a:pt x="43665" y="15431"/>
                </a:cubicBezTo>
                <a:cubicBezTo>
                  <a:pt x="43665" y="13294"/>
                  <a:pt x="42892" y="11635"/>
                  <a:pt x="41347" y="10455"/>
                </a:cubicBezTo>
                <a:cubicBezTo>
                  <a:pt x="39801" y="9273"/>
                  <a:pt x="36893" y="8682"/>
                  <a:pt x="32622" y="8682"/>
                </a:cubicBezTo>
                <a:cubicBezTo>
                  <a:pt x="31667" y="8682"/>
                  <a:pt x="30908" y="8654"/>
                  <a:pt x="30346" y="8598"/>
                </a:cubicBezTo>
                <a:lnTo>
                  <a:pt x="31358" y="5563"/>
                </a:lnTo>
                <a:lnTo>
                  <a:pt x="77973" y="5563"/>
                </a:lnTo>
                <a:lnTo>
                  <a:pt x="77299" y="8598"/>
                </a:lnTo>
                <a:cubicBezTo>
                  <a:pt x="72072" y="8598"/>
                  <a:pt x="68363" y="9106"/>
                  <a:pt x="66172" y="10121"/>
                </a:cubicBezTo>
                <a:cubicBezTo>
                  <a:pt x="63980" y="11136"/>
                  <a:pt x="62154" y="12800"/>
                  <a:pt x="60692" y="15113"/>
                </a:cubicBezTo>
                <a:cubicBezTo>
                  <a:pt x="59681" y="16635"/>
                  <a:pt x="58023" y="21373"/>
                  <a:pt x="55719" y="29327"/>
                </a:cubicBezTo>
                <a:lnTo>
                  <a:pt x="35910" y="97648"/>
                </a:lnTo>
                <a:cubicBezTo>
                  <a:pt x="34392" y="102834"/>
                  <a:pt x="33634" y="106442"/>
                  <a:pt x="33634" y="108472"/>
                </a:cubicBezTo>
                <a:cubicBezTo>
                  <a:pt x="33634" y="109824"/>
                  <a:pt x="34392" y="111120"/>
                  <a:pt x="35910" y="112360"/>
                </a:cubicBezTo>
                <a:cubicBezTo>
                  <a:pt x="36865" y="113207"/>
                  <a:pt x="39029" y="113630"/>
                  <a:pt x="42400" y="113630"/>
                </a:cubicBezTo>
                <a:lnTo>
                  <a:pt x="53443" y="113630"/>
                </a:lnTo>
                <a:cubicBezTo>
                  <a:pt x="61479" y="113630"/>
                  <a:pt x="67858" y="112616"/>
                  <a:pt x="72578" y="110587"/>
                </a:cubicBezTo>
                <a:cubicBezTo>
                  <a:pt x="76062" y="109065"/>
                  <a:pt x="79266" y="106781"/>
                  <a:pt x="82188" y="103736"/>
                </a:cubicBezTo>
                <a:cubicBezTo>
                  <a:pt x="83761" y="102045"/>
                  <a:pt x="86543" y="97845"/>
                  <a:pt x="90533" y="91136"/>
                </a:cubicBezTo>
                <a:lnTo>
                  <a:pt x="92725" y="87330"/>
                </a:lnTo>
                <a:lnTo>
                  <a:pt x="95844" y="87330"/>
                </a:lnTo>
                <a:lnTo>
                  <a:pt x="84717" y="119868"/>
                </a:lnTo>
                <a:close/>
                <a:moveTo>
                  <a:pt x="181884" y="43496"/>
                </a:moveTo>
                <a:lnTo>
                  <a:pt x="165446" y="100735"/>
                </a:lnTo>
                <a:lnTo>
                  <a:pt x="163592" y="108427"/>
                </a:lnTo>
                <a:cubicBezTo>
                  <a:pt x="163423" y="109149"/>
                  <a:pt x="163339" y="109759"/>
                  <a:pt x="163339" y="110258"/>
                </a:cubicBezTo>
                <a:cubicBezTo>
                  <a:pt x="163339" y="111157"/>
                  <a:pt x="163620" y="111944"/>
                  <a:pt x="164182" y="112618"/>
                </a:cubicBezTo>
                <a:cubicBezTo>
                  <a:pt x="164631" y="113124"/>
                  <a:pt x="165193" y="113377"/>
                  <a:pt x="165868" y="113377"/>
                </a:cubicBezTo>
                <a:cubicBezTo>
                  <a:pt x="166598" y="113377"/>
                  <a:pt x="167553" y="112927"/>
                  <a:pt x="168734" y="112028"/>
                </a:cubicBezTo>
                <a:cubicBezTo>
                  <a:pt x="170925" y="110399"/>
                  <a:pt x="173847" y="107027"/>
                  <a:pt x="177500" y="101913"/>
                </a:cubicBezTo>
                <a:lnTo>
                  <a:pt x="180366" y="103936"/>
                </a:lnTo>
                <a:cubicBezTo>
                  <a:pt x="176489" y="109780"/>
                  <a:pt x="172499" y="114234"/>
                  <a:pt x="168396" y="117297"/>
                </a:cubicBezTo>
                <a:cubicBezTo>
                  <a:pt x="164294" y="120359"/>
                  <a:pt x="160501" y="121891"/>
                  <a:pt x="157017" y="121891"/>
                </a:cubicBezTo>
                <a:cubicBezTo>
                  <a:pt x="154600" y="121891"/>
                  <a:pt x="152788" y="121287"/>
                  <a:pt x="151579" y="120078"/>
                </a:cubicBezTo>
                <a:cubicBezTo>
                  <a:pt x="150371" y="118870"/>
                  <a:pt x="149767" y="117114"/>
                  <a:pt x="149767" y="114810"/>
                </a:cubicBezTo>
                <a:cubicBezTo>
                  <a:pt x="149767" y="112056"/>
                  <a:pt x="150385" y="108432"/>
                  <a:pt x="151622" y="103936"/>
                </a:cubicBezTo>
                <a:lnTo>
                  <a:pt x="153392" y="97406"/>
                </a:lnTo>
                <a:cubicBezTo>
                  <a:pt x="146030" y="107098"/>
                  <a:pt x="139258" y="113871"/>
                  <a:pt x="133077" y="117726"/>
                </a:cubicBezTo>
                <a:cubicBezTo>
                  <a:pt x="128637" y="120503"/>
                  <a:pt x="124282" y="121891"/>
                  <a:pt x="120011" y="121891"/>
                </a:cubicBezTo>
                <a:cubicBezTo>
                  <a:pt x="115909" y="121891"/>
                  <a:pt x="112368" y="120189"/>
                  <a:pt x="109390" y="116786"/>
                </a:cubicBezTo>
                <a:cubicBezTo>
                  <a:pt x="106411" y="113382"/>
                  <a:pt x="104922" y="108699"/>
                  <a:pt x="104922" y="102735"/>
                </a:cubicBezTo>
                <a:cubicBezTo>
                  <a:pt x="104922" y="93791"/>
                  <a:pt x="107606" y="84354"/>
                  <a:pt x="112972" y="74425"/>
                </a:cubicBezTo>
                <a:cubicBezTo>
                  <a:pt x="118339" y="64495"/>
                  <a:pt x="125153" y="56549"/>
                  <a:pt x="133414" y="50585"/>
                </a:cubicBezTo>
                <a:cubicBezTo>
                  <a:pt x="139877" y="45859"/>
                  <a:pt x="145974" y="43496"/>
                  <a:pt x="151706" y="43496"/>
                </a:cubicBezTo>
                <a:cubicBezTo>
                  <a:pt x="155134" y="43496"/>
                  <a:pt x="157986" y="44403"/>
                  <a:pt x="160262" y="46217"/>
                </a:cubicBezTo>
                <a:cubicBezTo>
                  <a:pt x="162538" y="48032"/>
                  <a:pt x="164266" y="51035"/>
                  <a:pt x="165446" y="55229"/>
                </a:cubicBezTo>
                <a:lnTo>
                  <a:pt x="168481" y="45519"/>
                </a:lnTo>
                <a:lnTo>
                  <a:pt x="181884" y="43496"/>
                </a:lnTo>
                <a:moveTo>
                  <a:pt x="151875" y="47711"/>
                </a:moveTo>
                <a:cubicBezTo>
                  <a:pt x="148278" y="47711"/>
                  <a:pt x="144457" y="49404"/>
                  <a:pt x="140410" y="52790"/>
                </a:cubicBezTo>
                <a:cubicBezTo>
                  <a:pt x="134678" y="57584"/>
                  <a:pt x="129578" y="64692"/>
                  <a:pt x="125111" y="74114"/>
                </a:cubicBezTo>
                <a:cubicBezTo>
                  <a:pt x="120643" y="83536"/>
                  <a:pt x="118409" y="92055"/>
                  <a:pt x="118409" y="99671"/>
                </a:cubicBezTo>
                <a:cubicBezTo>
                  <a:pt x="118409" y="103508"/>
                  <a:pt x="119365" y="106541"/>
                  <a:pt x="121275" y="108770"/>
                </a:cubicBezTo>
                <a:cubicBezTo>
                  <a:pt x="123186" y="110998"/>
                  <a:pt x="125378" y="112113"/>
                  <a:pt x="127850" y="112113"/>
                </a:cubicBezTo>
                <a:cubicBezTo>
                  <a:pt x="133976" y="112113"/>
                  <a:pt x="140635" y="107571"/>
                  <a:pt x="147828" y="98488"/>
                </a:cubicBezTo>
                <a:cubicBezTo>
                  <a:pt x="157438" y="86415"/>
                  <a:pt x="162243" y="74030"/>
                  <a:pt x="162243" y="61335"/>
                </a:cubicBezTo>
                <a:cubicBezTo>
                  <a:pt x="162243" y="56541"/>
                  <a:pt x="161316" y="53072"/>
                  <a:pt x="159461" y="50927"/>
                </a:cubicBezTo>
                <a:cubicBezTo>
                  <a:pt x="157607" y="48783"/>
                  <a:pt x="155078" y="47711"/>
                  <a:pt x="151875" y="47711"/>
                </a:cubicBezTo>
                <a:close/>
                <a:moveTo>
                  <a:pt x="237012" y="0"/>
                </a:moveTo>
                <a:lnTo>
                  <a:pt x="220406" y="58240"/>
                </a:lnTo>
                <a:cubicBezTo>
                  <a:pt x="225801" y="52591"/>
                  <a:pt x="230508" y="48721"/>
                  <a:pt x="234526" y="46631"/>
                </a:cubicBezTo>
                <a:cubicBezTo>
                  <a:pt x="238544" y="44541"/>
                  <a:pt x="242744" y="43496"/>
                  <a:pt x="247128" y="43496"/>
                </a:cubicBezTo>
                <a:cubicBezTo>
                  <a:pt x="253309" y="43496"/>
                  <a:pt x="258367" y="45550"/>
                  <a:pt x="262301" y="49658"/>
                </a:cubicBezTo>
                <a:cubicBezTo>
                  <a:pt x="266235" y="53764"/>
                  <a:pt x="268202" y="59332"/>
                  <a:pt x="268202" y="66364"/>
                </a:cubicBezTo>
                <a:cubicBezTo>
                  <a:pt x="268202" y="75422"/>
                  <a:pt x="265616" y="84438"/>
                  <a:pt x="260446" y="93412"/>
                </a:cubicBezTo>
                <a:cubicBezTo>
                  <a:pt x="255276" y="102384"/>
                  <a:pt x="248786" y="109374"/>
                  <a:pt x="240974" y="114381"/>
                </a:cubicBezTo>
                <a:cubicBezTo>
                  <a:pt x="233163" y="119387"/>
                  <a:pt x="225464" y="121891"/>
                  <a:pt x="217877" y="121891"/>
                </a:cubicBezTo>
                <a:cubicBezTo>
                  <a:pt x="209392" y="121891"/>
                  <a:pt x="200681" y="118688"/>
                  <a:pt x="191746" y="112281"/>
                </a:cubicBezTo>
                <a:lnTo>
                  <a:pt x="217372" y="23940"/>
                </a:lnTo>
                <a:cubicBezTo>
                  <a:pt x="219338" y="17140"/>
                  <a:pt x="220322" y="13150"/>
                  <a:pt x="220322" y="11970"/>
                </a:cubicBezTo>
                <a:cubicBezTo>
                  <a:pt x="220322" y="10509"/>
                  <a:pt x="219872" y="9413"/>
                  <a:pt x="218973" y="8682"/>
                </a:cubicBezTo>
                <a:cubicBezTo>
                  <a:pt x="217681" y="7671"/>
                  <a:pt x="215770" y="7165"/>
                  <a:pt x="213241" y="7165"/>
                </a:cubicBezTo>
                <a:cubicBezTo>
                  <a:pt x="212061" y="7165"/>
                  <a:pt x="210263" y="7362"/>
                  <a:pt x="207846" y="7755"/>
                </a:cubicBezTo>
                <a:lnTo>
                  <a:pt x="207846" y="4721"/>
                </a:lnTo>
                <a:lnTo>
                  <a:pt x="237012" y="0"/>
                </a:lnTo>
                <a:moveTo>
                  <a:pt x="204390" y="113208"/>
                </a:moveTo>
                <a:cubicBezTo>
                  <a:pt x="210010" y="116299"/>
                  <a:pt x="214955" y="117845"/>
                  <a:pt x="219226" y="117845"/>
                </a:cubicBezTo>
                <a:cubicBezTo>
                  <a:pt x="224171" y="117845"/>
                  <a:pt x="229299" y="116035"/>
                  <a:pt x="234610" y="112415"/>
                </a:cubicBezTo>
                <a:cubicBezTo>
                  <a:pt x="239920" y="108794"/>
                  <a:pt x="244529" y="102691"/>
                  <a:pt x="248434" y="94105"/>
                </a:cubicBezTo>
                <a:cubicBezTo>
                  <a:pt x="252340" y="85517"/>
                  <a:pt x="254293" y="76846"/>
                  <a:pt x="254293" y="68089"/>
                </a:cubicBezTo>
                <a:cubicBezTo>
                  <a:pt x="254293" y="62926"/>
                  <a:pt x="253014" y="58885"/>
                  <a:pt x="250457" y="55967"/>
                </a:cubicBezTo>
                <a:cubicBezTo>
                  <a:pt x="247900" y="53048"/>
                  <a:pt x="244880" y="51589"/>
                  <a:pt x="241396" y="51589"/>
                </a:cubicBezTo>
                <a:cubicBezTo>
                  <a:pt x="236169" y="51589"/>
                  <a:pt x="231055" y="53681"/>
                  <a:pt x="226054" y="57866"/>
                </a:cubicBezTo>
                <a:cubicBezTo>
                  <a:pt x="221052" y="62049"/>
                  <a:pt x="217484" y="67876"/>
                  <a:pt x="215348" y="75347"/>
                </a:cubicBezTo>
                <a:lnTo>
                  <a:pt x="204390" y="113208"/>
                </a:lnTo>
                <a:close/>
                <a:moveTo>
                  <a:pt x="294080" y="88173"/>
                </a:moveTo>
                <a:cubicBezTo>
                  <a:pt x="293687" y="90974"/>
                  <a:pt x="293490" y="93298"/>
                  <a:pt x="293490" y="95145"/>
                </a:cubicBezTo>
                <a:cubicBezTo>
                  <a:pt x="293490" y="100129"/>
                  <a:pt x="295261" y="104372"/>
                  <a:pt x="298801" y="107874"/>
                </a:cubicBezTo>
                <a:cubicBezTo>
                  <a:pt x="302341" y="111374"/>
                  <a:pt x="306640" y="113124"/>
                  <a:pt x="311698" y="113124"/>
                </a:cubicBezTo>
                <a:cubicBezTo>
                  <a:pt x="315744" y="113124"/>
                  <a:pt x="319636" y="112298"/>
                  <a:pt x="323373" y="110645"/>
                </a:cubicBezTo>
                <a:cubicBezTo>
                  <a:pt x="327110" y="108991"/>
                  <a:pt x="332659" y="105334"/>
                  <a:pt x="340021" y="99674"/>
                </a:cubicBezTo>
                <a:lnTo>
                  <a:pt x="341791" y="102118"/>
                </a:lnTo>
                <a:cubicBezTo>
                  <a:pt x="328473" y="115300"/>
                  <a:pt x="315772" y="121891"/>
                  <a:pt x="303690" y="121891"/>
                </a:cubicBezTo>
                <a:cubicBezTo>
                  <a:pt x="295485" y="121891"/>
                  <a:pt x="289304" y="119303"/>
                  <a:pt x="285145" y="114128"/>
                </a:cubicBezTo>
                <a:cubicBezTo>
                  <a:pt x="280987" y="108952"/>
                  <a:pt x="278907" y="103242"/>
                  <a:pt x="278907" y="96997"/>
                </a:cubicBezTo>
                <a:cubicBezTo>
                  <a:pt x="278907" y="88615"/>
                  <a:pt x="281492" y="80036"/>
                  <a:pt x="286662" y="71261"/>
                </a:cubicBezTo>
                <a:cubicBezTo>
                  <a:pt x="291833" y="62484"/>
                  <a:pt x="298323" y="55662"/>
                  <a:pt x="306135" y="50796"/>
                </a:cubicBezTo>
                <a:cubicBezTo>
                  <a:pt x="313946" y="45929"/>
                  <a:pt x="321982" y="43496"/>
                  <a:pt x="330243" y="43496"/>
                </a:cubicBezTo>
                <a:cubicBezTo>
                  <a:pt x="336200" y="43496"/>
                  <a:pt x="340611" y="44709"/>
                  <a:pt x="343477" y="47134"/>
                </a:cubicBezTo>
                <a:cubicBezTo>
                  <a:pt x="346343" y="49559"/>
                  <a:pt x="347776" y="52437"/>
                  <a:pt x="347776" y="55767"/>
                </a:cubicBezTo>
                <a:cubicBezTo>
                  <a:pt x="347776" y="60448"/>
                  <a:pt x="345922" y="64933"/>
                  <a:pt x="342213" y="69219"/>
                </a:cubicBezTo>
                <a:cubicBezTo>
                  <a:pt x="337324" y="74804"/>
                  <a:pt x="330131" y="79316"/>
                  <a:pt x="320633" y="82757"/>
                </a:cubicBezTo>
                <a:cubicBezTo>
                  <a:pt x="314339" y="85070"/>
                  <a:pt x="305488" y="86875"/>
                  <a:pt x="294080" y="88173"/>
                </a:cubicBezTo>
                <a:moveTo>
                  <a:pt x="294670" y="83958"/>
                </a:moveTo>
                <a:cubicBezTo>
                  <a:pt x="302988" y="83001"/>
                  <a:pt x="309759" y="81368"/>
                  <a:pt x="314986" y="79058"/>
                </a:cubicBezTo>
                <a:cubicBezTo>
                  <a:pt x="321898" y="75960"/>
                  <a:pt x="327082" y="72257"/>
                  <a:pt x="330538" y="67947"/>
                </a:cubicBezTo>
                <a:cubicBezTo>
                  <a:pt x="333994" y="63638"/>
                  <a:pt x="335722" y="59540"/>
                  <a:pt x="335722" y="55653"/>
                </a:cubicBezTo>
                <a:cubicBezTo>
                  <a:pt x="335722" y="53288"/>
                  <a:pt x="334978" y="51373"/>
                  <a:pt x="333488" y="49908"/>
                </a:cubicBezTo>
                <a:cubicBezTo>
                  <a:pt x="331999" y="48443"/>
                  <a:pt x="329878" y="47711"/>
                  <a:pt x="327124" y="47711"/>
                </a:cubicBezTo>
                <a:cubicBezTo>
                  <a:pt x="321392" y="47711"/>
                  <a:pt x="315309" y="50767"/>
                  <a:pt x="308874" y="56878"/>
                </a:cubicBezTo>
                <a:cubicBezTo>
                  <a:pt x="302440" y="62990"/>
                  <a:pt x="297705" y="72016"/>
                  <a:pt x="294670" y="83958"/>
                </a:cubicBezTo>
                <a:close/>
                <a:moveTo>
                  <a:pt x="402172" y="0"/>
                </a:moveTo>
                <a:lnTo>
                  <a:pt x="373343" y="100338"/>
                </a:lnTo>
                <a:cubicBezTo>
                  <a:pt x="371938" y="105341"/>
                  <a:pt x="371235" y="108404"/>
                  <a:pt x="371235" y="109528"/>
                </a:cubicBezTo>
                <a:cubicBezTo>
                  <a:pt x="371235" y="110371"/>
                  <a:pt x="371502" y="111074"/>
                  <a:pt x="372036" y="111636"/>
                </a:cubicBezTo>
                <a:cubicBezTo>
                  <a:pt x="372570" y="112198"/>
                  <a:pt x="373230" y="112479"/>
                  <a:pt x="374017" y="112479"/>
                </a:cubicBezTo>
                <a:cubicBezTo>
                  <a:pt x="375085" y="112479"/>
                  <a:pt x="376237" y="112001"/>
                  <a:pt x="377473" y="111046"/>
                </a:cubicBezTo>
                <a:cubicBezTo>
                  <a:pt x="380396" y="108738"/>
                  <a:pt x="383458" y="105160"/>
                  <a:pt x="386661" y="100311"/>
                </a:cubicBezTo>
                <a:lnTo>
                  <a:pt x="389190" y="102924"/>
                </a:lnTo>
                <a:cubicBezTo>
                  <a:pt x="383852" y="110455"/>
                  <a:pt x="378934" y="115709"/>
                  <a:pt x="374439" y="118688"/>
                </a:cubicBezTo>
                <a:cubicBezTo>
                  <a:pt x="371123" y="120823"/>
                  <a:pt x="367976" y="121891"/>
                  <a:pt x="364998" y="121891"/>
                </a:cubicBezTo>
                <a:cubicBezTo>
                  <a:pt x="362862" y="121891"/>
                  <a:pt x="361078" y="121160"/>
                  <a:pt x="359645" y="119699"/>
                </a:cubicBezTo>
                <a:cubicBezTo>
                  <a:pt x="358212" y="118238"/>
                  <a:pt x="357495" y="116552"/>
                  <a:pt x="357495" y="114641"/>
                </a:cubicBezTo>
                <a:cubicBezTo>
                  <a:pt x="357495" y="112615"/>
                  <a:pt x="358395" y="108448"/>
                  <a:pt x="360193" y="102142"/>
                </a:cubicBezTo>
                <a:lnTo>
                  <a:pt x="383037" y="22928"/>
                </a:lnTo>
                <a:cubicBezTo>
                  <a:pt x="384891" y="16466"/>
                  <a:pt x="385819" y="12757"/>
                  <a:pt x="385819" y="11801"/>
                </a:cubicBezTo>
                <a:cubicBezTo>
                  <a:pt x="385819" y="10453"/>
                  <a:pt x="385285" y="9343"/>
                  <a:pt x="384217" y="8472"/>
                </a:cubicBezTo>
                <a:cubicBezTo>
                  <a:pt x="383149" y="7601"/>
                  <a:pt x="381491" y="7165"/>
                  <a:pt x="379244" y="7165"/>
                </a:cubicBezTo>
                <a:cubicBezTo>
                  <a:pt x="377951" y="7165"/>
                  <a:pt x="375984" y="7362"/>
                  <a:pt x="373343" y="7755"/>
                </a:cubicBezTo>
                <a:lnTo>
                  <a:pt x="373343" y="4721"/>
                </a:lnTo>
                <a:lnTo>
                  <a:pt x="402172" y="0"/>
                </a:lnTo>
                <a:close/>
                <a:moveTo>
                  <a:pt x="450734" y="0"/>
                </a:moveTo>
                <a:lnTo>
                  <a:pt x="421906" y="100338"/>
                </a:lnTo>
                <a:cubicBezTo>
                  <a:pt x="420501" y="105341"/>
                  <a:pt x="419798" y="108404"/>
                  <a:pt x="419798" y="109528"/>
                </a:cubicBezTo>
                <a:cubicBezTo>
                  <a:pt x="419798" y="110371"/>
                  <a:pt x="420065" y="111074"/>
                  <a:pt x="420599" y="111636"/>
                </a:cubicBezTo>
                <a:cubicBezTo>
                  <a:pt x="421133" y="112198"/>
                  <a:pt x="421793" y="112479"/>
                  <a:pt x="422580" y="112479"/>
                </a:cubicBezTo>
                <a:cubicBezTo>
                  <a:pt x="423648" y="112479"/>
                  <a:pt x="424800" y="112001"/>
                  <a:pt x="426036" y="111046"/>
                </a:cubicBezTo>
                <a:cubicBezTo>
                  <a:pt x="428958" y="108738"/>
                  <a:pt x="432021" y="105160"/>
                  <a:pt x="435224" y="100311"/>
                </a:cubicBezTo>
                <a:lnTo>
                  <a:pt x="437753" y="102924"/>
                </a:lnTo>
                <a:cubicBezTo>
                  <a:pt x="432414" y="110455"/>
                  <a:pt x="427497" y="115709"/>
                  <a:pt x="423001" y="118688"/>
                </a:cubicBezTo>
                <a:cubicBezTo>
                  <a:pt x="419686" y="120823"/>
                  <a:pt x="416539" y="121891"/>
                  <a:pt x="413560" y="121891"/>
                </a:cubicBezTo>
                <a:cubicBezTo>
                  <a:pt x="411425" y="121891"/>
                  <a:pt x="409641" y="121160"/>
                  <a:pt x="408208" y="119699"/>
                </a:cubicBezTo>
                <a:cubicBezTo>
                  <a:pt x="406775" y="118238"/>
                  <a:pt x="406058" y="116552"/>
                  <a:pt x="406058" y="114641"/>
                </a:cubicBezTo>
                <a:cubicBezTo>
                  <a:pt x="406058" y="112615"/>
                  <a:pt x="406957" y="108448"/>
                  <a:pt x="408755" y="102142"/>
                </a:cubicBezTo>
                <a:lnTo>
                  <a:pt x="431599" y="22928"/>
                </a:lnTo>
                <a:cubicBezTo>
                  <a:pt x="433454" y="16466"/>
                  <a:pt x="434381" y="12757"/>
                  <a:pt x="434381" y="11801"/>
                </a:cubicBezTo>
                <a:cubicBezTo>
                  <a:pt x="434381" y="10453"/>
                  <a:pt x="433847" y="9343"/>
                  <a:pt x="432780" y="8472"/>
                </a:cubicBezTo>
                <a:cubicBezTo>
                  <a:pt x="431712" y="7601"/>
                  <a:pt x="430054" y="7165"/>
                  <a:pt x="427806" y="7165"/>
                </a:cubicBezTo>
                <a:cubicBezTo>
                  <a:pt x="426514" y="7165"/>
                  <a:pt x="424547" y="7362"/>
                  <a:pt x="421906" y="7755"/>
                </a:cubicBezTo>
                <a:lnTo>
                  <a:pt x="421906" y="4721"/>
                </a:lnTo>
                <a:lnTo>
                  <a:pt x="450734" y="0"/>
                </a:lnTo>
                <a:close/>
                <a:moveTo>
                  <a:pt x="486552" y="9947"/>
                </a:moveTo>
                <a:cubicBezTo>
                  <a:pt x="488912" y="9947"/>
                  <a:pt x="490907" y="10762"/>
                  <a:pt x="492537" y="12391"/>
                </a:cubicBezTo>
                <a:cubicBezTo>
                  <a:pt x="494166" y="14021"/>
                  <a:pt x="494981" y="16016"/>
                  <a:pt x="494981" y="18376"/>
                </a:cubicBezTo>
                <a:cubicBezTo>
                  <a:pt x="494981" y="20680"/>
                  <a:pt x="494152" y="22661"/>
                  <a:pt x="492494" y="24319"/>
                </a:cubicBezTo>
                <a:cubicBezTo>
                  <a:pt x="490837" y="25977"/>
                  <a:pt x="488856" y="26806"/>
                  <a:pt x="486552" y="26806"/>
                </a:cubicBezTo>
                <a:cubicBezTo>
                  <a:pt x="484248" y="26806"/>
                  <a:pt x="482267" y="25977"/>
                  <a:pt x="480609" y="24319"/>
                </a:cubicBezTo>
                <a:cubicBezTo>
                  <a:pt x="478951" y="22661"/>
                  <a:pt x="478122" y="20680"/>
                  <a:pt x="478122" y="18376"/>
                </a:cubicBezTo>
                <a:cubicBezTo>
                  <a:pt x="478122" y="16016"/>
                  <a:pt x="478937" y="14021"/>
                  <a:pt x="480567" y="12391"/>
                </a:cubicBezTo>
                <a:cubicBezTo>
                  <a:pt x="482196" y="10762"/>
                  <a:pt x="484191" y="9947"/>
                  <a:pt x="486552" y="9947"/>
                </a:cubicBezTo>
                <a:moveTo>
                  <a:pt x="487647" y="43496"/>
                </a:moveTo>
                <a:lnTo>
                  <a:pt x="470957" y="102616"/>
                </a:lnTo>
                <a:cubicBezTo>
                  <a:pt x="469833" y="106608"/>
                  <a:pt x="469271" y="108997"/>
                  <a:pt x="469271" y="109784"/>
                </a:cubicBezTo>
                <a:cubicBezTo>
                  <a:pt x="469271" y="110687"/>
                  <a:pt x="469538" y="111421"/>
                  <a:pt x="470072" y="111986"/>
                </a:cubicBezTo>
                <a:cubicBezTo>
                  <a:pt x="470606" y="112550"/>
                  <a:pt x="471238" y="112832"/>
                  <a:pt x="471969" y="112832"/>
                </a:cubicBezTo>
                <a:cubicBezTo>
                  <a:pt x="472812" y="112832"/>
                  <a:pt x="473823" y="112380"/>
                  <a:pt x="475003" y="111478"/>
                </a:cubicBezTo>
                <a:cubicBezTo>
                  <a:pt x="478206" y="108944"/>
                  <a:pt x="481438" y="105344"/>
                  <a:pt x="484697" y="100680"/>
                </a:cubicBezTo>
                <a:lnTo>
                  <a:pt x="487647" y="102619"/>
                </a:lnTo>
                <a:cubicBezTo>
                  <a:pt x="483826" y="108469"/>
                  <a:pt x="479330" y="113397"/>
                  <a:pt x="474160" y="117405"/>
                </a:cubicBezTo>
                <a:cubicBezTo>
                  <a:pt x="470339" y="120395"/>
                  <a:pt x="466686" y="121891"/>
                  <a:pt x="463202" y="121891"/>
                </a:cubicBezTo>
                <a:cubicBezTo>
                  <a:pt x="460898" y="121891"/>
                  <a:pt x="459015" y="121202"/>
                  <a:pt x="457554" y="119826"/>
                </a:cubicBezTo>
                <a:cubicBezTo>
                  <a:pt x="456093" y="118449"/>
                  <a:pt x="455362" y="116721"/>
                  <a:pt x="455362" y="114641"/>
                </a:cubicBezTo>
                <a:cubicBezTo>
                  <a:pt x="455362" y="112559"/>
                  <a:pt x="456065" y="109096"/>
                  <a:pt x="457470" y="104255"/>
                </a:cubicBezTo>
                <a:lnTo>
                  <a:pt x="468428" y="66425"/>
                </a:lnTo>
                <a:cubicBezTo>
                  <a:pt x="470226" y="60278"/>
                  <a:pt x="471126" y="56422"/>
                  <a:pt x="471126" y="54858"/>
                </a:cubicBezTo>
                <a:cubicBezTo>
                  <a:pt x="471126" y="53628"/>
                  <a:pt x="470690" y="52622"/>
                  <a:pt x="469819" y="51839"/>
                </a:cubicBezTo>
                <a:cubicBezTo>
                  <a:pt x="468948" y="51054"/>
                  <a:pt x="467754" y="50661"/>
                  <a:pt x="466237" y="50661"/>
                </a:cubicBezTo>
                <a:cubicBezTo>
                  <a:pt x="465000" y="50661"/>
                  <a:pt x="462443" y="50970"/>
                  <a:pt x="458566" y="51589"/>
                </a:cubicBezTo>
                <a:lnTo>
                  <a:pt x="458566" y="48217"/>
                </a:lnTo>
                <a:lnTo>
                  <a:pt x="487647" y="43496"/>
                </a:lnTo>
                <a:close/>
                <a:moveTo>
                  <a:pt x="534608" y="43496"/>
                </a:moveTo>
                <a:lnTo>
                  <a:pt x="523397" y="81966"/>
                </a:lnTo>
                <a:cubicBezTo>
                  <a:pt x="533906" y="66240"/>
                  <a:pt x="541956" y="55897"/>
                  <a:pt x="547548" y="50938"/>
                </a:cubicBezTo>
                <a:cubicBezTo>
                  <a:pt x="553139" y="45977"/>
                  <a:pt x="558520" y="43496"/>
                  <a:pt x="563690" y="43496"/>
                </a:cubicBezTo>
                <a:cubicBezTo>
                  <a:pt x="566500" y="43496"/>
                  <a:pt x="568818" y="44429"/>
                  <a:pt x="570644" y="46294"/>
                </a:cubicBezTo>
                <a:cubicBezTo>
                  <a:pt x="572471" y="48159"/>
                  <a:pt x="573384" y="50588"/>
                  <a:pt x="573384" y="53583"/>
                </a:cubicBezTo>
                <a:cubicBezTo>
                  <a:pt x="573384" y="56956"/>
                  <a:pt x="572569" y="61456"/>
                  <a:pt x="570939" y="67080"/>
                </a:cubicBezTo>
                <a:lnTo>
                  <a:pt x="560655" y="102595"/>
                </a:lnTo>
                <a:cubicBezTo>
                  <a:pt x="559475" y="106701"/>
                  <a:pt x="558885" y="109203"/>
                  <a:pt x="558885" y="110103"/>
                </a:cubicBezTo>
                <a:cubicBezTo>
                  <a:pt x="558885" y="110889"/>
                  <a:pt x="559110" y="111550"/>
                  <a:pt x="559560" y="112084"/>
                </a:cubicBezTo>
                <a:cubicBezTo>
                  <a:pt x="560009" y="112616"/>
                  <a:pt x="560487" y="112882"/>
                  <a:pt x="560993" y="112882"/>
                </a:cubicBezTo>
                <a:cubicBezTo>
                  <a:pt x="561667" y="112882"/>
                  <a:pt x="562482" y="112516"/>
                  <a:pt x="563437" y="111786"/>
                </a:cubicBezTo>
                <a:cubicBezTo>
                  <a:pt x="566416" y="109427"/>
                  <a:pt x="569675" y="105832"/>
                  <a:pt x="573215" y="100999"/>
                </a:cubicBezTo>
                <a:lnTo>
                  <a:pt x="575829" y="102600"/>
                </a:lnTo>
                <a:cubicBezTo>
                  <a:pt x="570602" y="110071"/>
                  <a:pt x="565657" y="115406"/>
                  <a:pt x="560993" y="118606"/>
                </a:cubicBezTo>
                <a:cubicBezTo>
                  <a:pt x="557733" y="120796"/>
                  <a:pt x="554811" y="121891"/>
                  <a:pt x="552226" y="121891"/>
                </a:cubicBezTo>
                <a:cubicBezTo>
                  <a:pt x="550147" y="121891"/>
                  <a:pt x="548489" y="121259"/>
                  <a:pt x="547253" y="119994"/>
                </a:cubicBezTo>
                <a:cubicBezTo>
                  <a:pt x="546016" y="118730"/>
                  <a:pt x="545398" y="117030"/>
                  <a:pt x="545398" y="114894"/>
                </a:cubicBezTo>
                <a:cubicBezTo>
                  <a:pt x="545398" y="112204"/>
                  <a:pt x="546353" y="107580"/>
                  <a:pt x="548264" y="101022"/>
                </a:cubicBezTo>
                <a:lnTo>
                  <a:pt x="558042" y="67231"/>
                </a:lnTo>
                <a:cubicBezTo>
                  <a:pt x="559279" y="63026"/>
                  <a:pt x="559897" y="59748"/>
                  <a:pt x="559897" y="57394"/>
                </a:cubicBezTo>
                <a:cubicBezTo>
                  <a:pt x="559897" y="56274"/>
                  <a:pt x="559532" y="55363"/>
                  <a:pt x="558801" y="54663"/>
                </a:cubicBezTo>
                <a:cubicBezTo>
                  <a:pt x="558070" y="53962"/>
                  <a:pt x="557171" y="53612"/>
                  <a:pt x="556103" y="53612"/>
                </a:cubicBezTo>
                <a:cubicBezTo>
                  <a:pt x="554530" y="53612"/>
                  <a:pt x="552647" y="54284"/>
                  <a:pt x="550456" y="55630"/>
                </a:cubicBezTo>
                <a:cubicBezTo>
                  <a:pt x="546297" y="58150"/>
                  <a:pt x="541970" y="62309"/>
                  <a:pt x="537474" y="68108"/>
                </a:cubicBezTo>
                <a:cubicBezTo>
                  <a:pt x="532979" y="73905"/>
                  <a:pt x="528230" y="81312"/>
                  <a:pt x="523228" y="90330"/>
                </a:cubicBezTo>
                <a:cubicBezTo>
                  <a:pt x="520587" y="95091"/>
                  <a:pt x="518395" y="100301"/>
                  <a:pt x="516653" y="105959"/>
                </a:cubicBezTo>
                <a:lnTo>
                  <a:pt x="512439" y="119868"/>
                </a:lnTo>
                <a:lnTo>
                  <a:pt x="499794" y="119868"/>
                </a:lnTo>
                <a:lnTo>
                  <a:pt x="515136" y="66930"/>
                </a:lnTo>
                <a:cubicBezTo>
                  <a:pt x="516934" y="60615"/>
                  <a:pt x="517834" y="56815"/>
                  <a:pt x="517834" y="55529"/>
                </a:cubicBezTo>
                <a:cubicBezTo>
                  <a:pt x="517834" y="54300"/>
                  <a:pt x="517342" y="53224"/>
                  <a:pt x="516358" y="52300"/>
                </a:cubicBezTo>
                <a:cubicBezTo>
                  <a:pt x="515375" y="51376"/>
                  <a:pt x="514153" y="50914"/>
                  <a:pt x="512692" y="50914"/>
                </a:cubicBezTo>
                <a:cubicBezTo>
                  <a:pt x="512017" y="50914"/>
                  <a:pt x="510837" y="51027"/>
                  <a:pt x="509151" y="51251"/>
                </a:cubicBezTo>
                <a:lnTo>
                  <a:pt x="505948" y="51757"/>
                </a:lnTo>
                <a:lnTo>
                  <a:pt x="505442" y="48723"/>
                </a:lnTo>
                <a:lnTo>
                  <a:pt x="534608" y="43496"/>
                </a:lnTo>
                <a:close/>
                <a:moveTo>
                  <a:pt x="672768" y="48723"/>
                </a:moveTo>
                <a:lnTo>
                  <a:pt x="670323" y="57489"/>
                </a:lnTo>
                <a:lnTo>
                  <a:pt x="656246" y="57489"/>
                </a:lnTo>
                <a:cubicBezTo>
                  <a:pt x="657314" y="60524"/>
                  <a:pt x="657848" y="63362"/>
                  <a:pt x="657848" y="66003"/>
                </a:cubicBezTo>
                <a:cubicBezTo>
                  <a:pt x="657848" y="73421"/>
                  <a:pt x="654701" y="80024"/>
                  <a:pt x="648407" y="85812"/>
                </a:cubicBezTo>
                <a:cubicBezTo>
                  <a:pt x="642056" y="91601"/>
                  <a:pt x="633346" y="94804"/>
                  <a:pt x="622275" y="95422"/>
                </a:cubicBezTo>
                <a:cubicBezTo>
                  <a:pt x="616318" y="97231"/>
                  <a:pt x="611851" y="99379"/>
                  <a:pt x="608872" y="101865"/>
                </a:cubicBezTo>
                <a:cubicBezTo>
                  <a:pt x="607748" y="102770"/>
                  <a:pt x="607186" y="103702"/>
                  <a:pt x="607186" y="104663"/>
                </a:cubicBezTo>
                <a:cubicBezTo>
                  <a:pt x="607186" y="105794"/>
                  <a:pt x="607692" y="106826"/>
                  <a:pt x="608704" y="107758"/>
                </a:cubicBezTo>
                <a:cubicBezTo>
                  <a:pt x="609715" y="108691"/>
                  <a:pt x="612272" y="109637"/>
                  <a:pt x="616375" y="110598"/>
                </a:cubicBezTo>
                <a:lnTo>
                  <a:pt x="632728" y="114360"/>
                </a:lnTo>
                <a:cubicBezTo>
                  <a:pt x="641775" y="116476"/>
                  <a:pt x="647760" y="118997"/>
                  <a:pt x="650683" y="121922"/>
                </a:cubicBezTo>
                <a:cubicBezTo>
                  <a:pt x="653549" y="124906"/>
                  <a:pt x="654982" y="128339"/>
                  <a:pt x="654982" y="132222"/>
                </a:cubicBezTo>
                <a:cubicBezTo>
                  <a:pt x="654982" y="136837"/>
                  <a:pt x="653282" y="141058"/>
                  <a:pt x="649882" y="144885"/>
                </a:cubicBezTo>
                <a:cubicBezTo>
                  <a:pt x="646482" y="148712"/>
                  <a:pt x="641509" y="151708"/>
                  <a:pt x="634962" y="153875"/>
                </a:cubicBezTo>
                <a:cubicBezTo>
                  <a:pt x="628415" y="156043"/>
                  <a:pt x="621179" y="157126"/>
                  <a:pt x="613256" y="157126"/>
                </a:cubicBezTo>
                <a:cubicBezTo>
                  <a:pt x="606287" y="157126"/>
                  <a:pt x="599937" y="156295"/>
                  <a:pt x="594205" y="154634"/>
                </a:cubicBezTo>
                <a:cubicBezTo>
                  <a:pt x="588473" y="152975"/>
                  <a:pt x="584370" y="150738"/>
                  <a:pt x="581898" y="147925"/>
                </a:cubicBezTo>
                <a:cubicBezTo>
                  <a:pt x="579425" y="145111"/>
                  <a:pt x="578189" y="142214"/>
                  <a:pt x="578189" y="139232"/>
                </a:cubicBezTo>
                <a:cubicBezTo>
                  <a:pt x="578189" y="136812"/>
                  <a:pt x="578990" y="134294"/>
                  <a:pt x="580591" y="131677"/>
                </a:cubicBezTo>
                <a:cubicBezTo>
                  <a:pt x="582193" y="129060"/>
                  <a:pt x="584202" y="126908"/>
                  <a:pt x="586618" y="125220"/>
                </a:cubicBezTo>
                <a:cubicBezTo>
                  <a:pt x="588136" y="124151"/>
                  <a:pt x="592435" y="121619"/>
                  <a:pt x="599515" y="117623"/>
                </a:cubicBezTo>
                <a:cubicBezTo>
                  <a:pt x="596930" y="115597"/>
                  <a:pt x="595638" y="113373"/>
                  <a:pt x="595638" y="110953"/>
                </a:cubicBezTo>
                <a:cubicBezTo>
                  <a:pt x="595638" y="108704"/>
                  <a:pt x="596776" y="106313"/>
                  <a:pt x="599052" y="103780"/>
                </a:cubicBezTo>
                <a:cubicBezTo>
                  <a:pt x="601328" y="101246"/>
                  <a:pt x="606147" y="98460"/>
                  <a:pt x="613508" y="95422"/>
                </a:cubicBezTo>
                <a:cubicBezTo>
                  <a:pt x="607327" y="94242"/>
                  <a:pt x="602424" y="91657"/>
                  <a:pt x="598799" y="87667"/>
                </a:cubicBezTo>
                <a:cubicBezTo>
                  <a:pt x="595174" y="83677"/>
                  <a:pt x="593362" y="79237"/>
                  <a:pt x="593362" y="74348"/>
                </a:cubicBezTo>
                <a:cubicBezTo>
                  <a:pt x="593362" y="66368"/>
                  <a:pt x="596860" y="59231"/>
                  <a:pt x="603857" y="52937"/>
                </a:cubicBezTo>
                <a:cubicBezTo>
                  <a:pt x="610853" y="46643"/>
                  <a:pt x="620168" y="43496"/>
                  <a:pt x="631801" y="43496"/>
                </a:cubicBezTo>
                <a:cubicBezTo>
                  <a:pt x="636015" y="43496"/>
                  <a:pt x="639471" y="43918"/>
                  <a:pt x="642169" y="44761"/>
                </a:cubicBezTo>
                <a:cubicBezTo>
                  <a:pt x="644866" y="45604"/>
                  <a:pt x="647479" y="46924"/>
                  <a:pt x="650008" y="48723"/>
                </a:cubicBezTo>
                <a:lnTo>
                  <a:pt x="672768" y="48723"/>
                </a:lnTo>
                <a:moveTo>
                  <a:pt x="643518" y="61960"/>
                </a:moveTo>
                <a:cubicBezTo>
                  <a:pt x="643518" y="57488"/>
                  <a:pt x="642267" y="53968"/>
                  <a:pt x="639766" y="51399"/>
                </a:cubicBezTo>
                <a:cubicBezTo>
                  <a:pt x="637266" y="48828"/>
                  <a:pt x="633992" y="47542"/>
                  <a:pt x="629946" y="47542"/>
                </a:cubicBezTo>
                <a:cubicBezTo>
                  <a:pt x="623596" y="47542"/>
                  <a:pt x="618355" y="50713"/>
                  <a:pt x="614225" y="57055"/>
                </a:cubicBezTo>
                <a:cubicBezTo>
                  <a:pt x="610095" y="63396"/>
                  <a:pt x="608029" y="70004"/>
                  <a:pt x="608029" y="76877"/>
                </a:cubicBezTo>
                <a:cubicBezTo>
                  <a:pt x="608029" y="81180"/>
                  <a:pt x="609350" y="84700"/>
                  <a:pt x="611991" y="87438"/>
                </a:cubicBezTo>
                <a:cubicBezTo>
                  <a:pt x="614632" y="90176"/>
                  <a:pt x="617836" y="91545"/>
                  <a:pt x="621601" y="91545"/>
                </a:cubicBezTo>
                <a:cubicBezTo>
                  <a:pt x="624579" y="91545"/>
                  <a:pt x="627459" y="90735"/>
                  <a:pt x="630241" y="89116"/>
                </a:cubicBezTo>
                <a:cubicBezTo>
                  <a:pt x="633023" y="87495"/>
                  <a:pt x="635369" y="85259"/>
                  <a:pt x="637280" y="82409"/>
                </a:cubicBezTo>
                <a:cubicBezTo>
                  <a:pt x="639190" y="79559"/>
                  <a:pt x="640708" y="75927"/>
                  <a:pt x="641832" y="71514"/>
                </a:cubicBezTo>
                <a:cubicBezTo>
                  <a:pt x="642956" y="67099"/>
                  <a:pt x="643518" y="63914"/>
                  <a:pt x="643518" y="61960"/>
                </a:cubicBezTo>
                <a:moveTo>
                  <a:pt x="603140" y="119818"/>
                </a:moveTo>
                <a:cubicBezTo>
                  <a:pt x="598588" y="121900"/>
                  <a:pt x="595146" y="124574"/>
                  <a:pt x="592814" y="127839"/>
                </a:cubicBezTo>
                <a:cubicBezTo>
                  <a:pt x="590482" y="131104"/>
                  <a:pt x="589316" y="134311"/>
                  <a:pt x="589316" y="137462"/>
                </a:cubicBezTo>
                <a:cubicBezTo>
                  <a:pt x="589316" y="141178"/>
                  <a:pt x="591002" y="144246"/>
                  <a:pt x="594373" y="146666"/>
                </a:cubicBezTo>
                <a:cubicBezTo>
                  <a:pt x="599206" y="150155"/>
                  <a:pt x="606287" y="151900"/>
                  <a:pt x="615616" y="151900"/>
                </a:cubicBezTo>
                <a:cubicBezTo>
                  <a:pt x="623652" y="151900"/>
                  <a:pt x="630522" y="150534"/>
                  <a:pt x="636226" y="147804"/>
                </a:cubicBezTo>
                <a:cubicBezTo>
                  <a:pt x="641930" y="145075"/>
                  <a:pt x="644782" y="141543"/>
                  <a:pt x="644782" y="137209"/>
                </a:cubicBezTo>
                <a:cubicBezTo>
                  <a:pt x="644782" y="135014"/>
                  <a:pt x="643728" y="132931"/>
                  <a:pt x="641621" y="130960"/>
                </a:cubicBezTo>
                <a:cubicBezTo>
                  <a:pt x="639514" y="128990"/>
                  <a:pt x="635425" y="127386"/>
                  <a:pt x="629356" y="126148"/>
                </a:cubicBezTo>
                <a:cubicBezTo>
                  <a:pt x="626040" y="125473"/>
                  <a:pt x="617302" y="123363"/>
                  <a:pt x="603140" y="1198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(4)Taxonomy">
            <a:extLst xmlns:a="http://schemas.openxmlformats.org/drawingml/2006/main">
              <a:ext uri="{FF2B5EF4-FFF2-40B4-BE49-F238E27FC236}">
                <a16:creationId xmlns:a16="http://schemas.microsoft.com/office/drawing/2014/main" id="{276D41BA-9943-45FE-BA40-C415D0DD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456" y="2654280"/>
            <a:ext cx="1168732" cy="179306"/>
          </a:xfrm>
          <a:custGeom xmlns:a="http://schemas.openxmlformats.org/drawingml/2006/main">
            <a:pathLst>
              <a:path w="1168732" h="179306">
                <a:moveTo>
                  <a:pt x="56499" y="0"/>
                </a:moveTo>
                <a:lnTo>
                  <a:pt x="56499" y="4512"/>
                </a:lnTo>
                <a:cubicBezTo>
                  <a:pt x="49698" y="8957"/>
                  <a:pt x="44696" y="13303"/>
                  <a:pt x="41492" y="17552"/>
                </a:cubicBezTo>
                <a:cubicBezTo>
                  <a:pt x="37045" y="23433"/>
                  <a:pt x="33579" y="30981"/>
                  <a:pt x="31094" y="40195"/>
                </a:cubicBezTo>
                <a:cubicBezTo>
                  <a:pt x="27955" y="51633"/>
                  <a:pt x="26386" y="67612"/>
                  <a:pt x="26386" y="88133"/>
                </a:cubicBezTo>
                <a:cubicBezTo>
                  <a:pt x="26386" y="107477"/>
                  <a:pt x="27808" y="122508"/>
                  <a:pt x="30653" y="133226"/>
                </a:cubicBezTo>
                <a:cubicBezTo>
                  <a:pt x="33497" y="143944"/>
                  <a:pt x="37372" y="152604"/>
                  <a:pt x="42276" y="159204"/>
                </a:cubicBezTo>
                <a:cubicBezTo>
                  <a:pt x="45677" y="163780"/>
                  <a:pt x="50418" y="167799"/>
                  <a:pt x="56499" y="171263"/>
                </a:cubicBezTo>
                <a:lnTo>
                  <a:pt x="56499" y="176168"/>
                </a:lnTo>
                <a:cubicBezTo>
                  <a:pt x="40740" y="170873"/>
                  <a:pt x="27383" y="160072"/>
                  <a:pt x="16430" y="143765"/>
                </a:cubicBezTo>
                <a:cubicBezTo>
                  <a:pt x="5477" y="127459"/>
                  <a:pt x="0" y="108719"/>
                  <a:pt x="0" y="87544"/>
                </a:cubicBezTo>
                <a:cubicBezTo>
                  <a:pt x="0" y="66631"/>
                  <a:pt x="5460" y="48120"/>
                  <a:pt x="16381" y="32011"/>
                </a:cubicBezTo>
                <a:cubicBezTo>
                  <a:pt x="27301" y="15900"/>
                  <a:pt x="40674" y="5229"/>
                  <a:pt x="56499" y="0"/>
                </a:cubicBezTo>
                <a:close/>
                <a:moveTo>
                  <a:pt x="63493" y="85730"/>
                </a:moveTo>
                <a:lnTo>
                  <a:pt x="126662" y="196"/>
                </a:lnTo>
                <a:lnTo>
                  <a:pt x="138629" y="196"/>
                </a:lnTo>
                <a:lnTo>
                  <a:pt x="138629" y="85730"/>
                </a:lnTo>
                <a:lnTo>
                  <a:pt x="150792" y="85730"/>
                </a:lnTo>
                <a:lnTo>
                  <a:pt x="150792" y="106132"/>
                </a:lnTo>
                <a:lnTo>
                  <a:pt x="138629" y="106132"/>
                </a:lnTo>
                <a:lnTo>
                  <a:pt x="138629" y="135951"/>
                </a:lnTo>
                <a:lnTo>
                  <a:pt x="111655" y="135951"/>
                </a:lnTo>
                <a:lnTo>
                  <a:pt x="111655" y="106132"/>
                </a:lnTo>
                <a:lnTo>
                  <a:pt x="63493" y="106132"/>
                </a:lnTo>
                <a:lnTo>
                  <a:pt x="63493" y="85730"/>
                </a:lnTo>
                <a:moveTo>
                  <a:pt x="73008" y="85730"/>
                </a:moveTo>
                <a:lnTo>
                  <a:pt x="111655" y="85730"/>
                </a:lnTo>
                <a:lnTo>
                  <a:pt x="111655" y="33402"/>
                </a:lnTo>
                <a:lnTo>
                  <a:pt x="73008" y="85730"/>
                </a:lnTo>
                <a:close/>
                <a:moveTo>
                  <a:pt x="161627" y="176168"/>
                </a:moveTo>
                <a:lnTo>
                  <a:pt x="161627" y="171656"/>
                </a:lnTo>
                <a:cubicBezTo>
                  <a:pt x="168428" y="167145"/>
                  <a:pt x="173430" y="162767"/>
                  <a:pt x="176634" y="158521"/>
                </a:cubicBezTo>
                <a:cubicBezTo>
                  <a:pt x="181016" y="152638"/>
                  <a:pt x="184481" y="145121"/>
                  <a:pt x="187032" y="135973"/>
                </a:cubicBezTo>
                <a:cubicBezTo>
                  <a:pt x="190171" y="124470"/>
                  <a:pt x="191740" y="108458"/>
                  <a:pt x="191740" y="87937"/>
                </a:cubicBezTo>
                <a:cubicBezTo>
                  <a:pt x="191740" y="68593"/>
                  <a:pt x="190318" y="53578"/>
                  <a:pt x="187473" y="42892"/>
                </a:cubicBezTo>
                <a:cubicBezTo>
                  <a:pt x="184629" y="32207"/>
                  <a:pt x="180754" y="23564"/>
                  <a:pt x="175850" y="16963"/>
                </a:cubicBezTo>
                <a:cubicBezTo>
                  <a:pt x="172449" y="12388"/>
                  <a:pt x="167708" y="8368"/>
                  <a:pt x="161627" y="4904"/>
                </a:cubicBezTo>
                <a:lnTo>
                  <a:pt x="161627" y="0"/>
                </a:lnTo>
                <a:cubicBezTo>
                  <a:pt x="177386" y="5295"/>
                  <a:pt x="190743" y="16096"/>
                  <a:pt x="201696" y="32403"/>
                </a:cubicBezTo>
                <a:cubicBezTo>
                  <a:pt x="212649" y="48708"/>
                  <a:pt x="218126" y="67448"/>
                  <a:pt x="218126" y="88623"/>
                </a:cubicBezTo>
                <a:cubicBezTo>
                  <a:pt x="218126" y="109471"/>
                  <a:pt x="212649" y="127950"/>
                  <a:pt x="201696" y="144059"/>
                </a:cubicBezTo>
                <a:cubicBezTo>
                  <a:pt x="190743" y="160170"/>
                  <a:pt x="177386" y="170873"/>
                  <a:pt x="161627" y="176168"/>
                </a:cubicBezTo>
                <a:close/>
                <a:moveTo>
                  <a:pt x="399084" y="2943"/>
                </a:moveTo>
                <a:lnTo>
                  <a:pt x="399084" y="39039"/>
                </a:lnTo>
                <a:lnTo>
                  <a:pt x="395553" y="39039"/>
                </a:lnTo>
                <a:cubicBezTo>
                  <a:pt x="393461" y="30706"/>
                  <a:pt x="391139" y="24718"/>
                  <a:pt x="388589" y="21077"/>
                </a:cubicBezTo>
                <a:cubicBezTo>
                  <a:pt x="386038" y="17435"/>
                  <a:pt x="382540" y="14531"/>
                  <a:pt x="378093" y="12365"/>
                </a:cubicBezTo>
                <a:cubicBezTo>
                  <a:pt x="375608" y="11184"/>
                  <a:pt x="371260" y="10594"/>
                  <a:pt x="365047" y="10594"/>
                </a:cubicBezTo>
                <a:lnTo>
                  <a:pt x="355140" y="10594"/>
                </a:lnTo>
                <a:lnTo>
                  <a:pt x="355140" y="113195"/>
                </a:lnTo>
                <a:cubicBezTo>
                  <a:pt x="355140" y="120030"/>
                  <a:pt x="355516" y="124303"/>
                  <a:pt x="356269" y="126014"/>
                </a:cubicBezTo>
                <a:cubicBezTo>
                  <a:pt x="357021" y="127722"/>
                  <a:pt x="358492" y="129217"/>
                  <a:pt x="360683" y="130498"/>
                </a:cubicBezTo>
                <a:cubicBezTo>
                  <a:pt x="362873" y="131779"/>
                  <a:pt x="365865" y="132420"/>
                  <a:pt x="369658" y="132420"/>
                </a:cubicBezTo>
                <a:lnTo>
                  <a:pt x="374072" y="132420"/>
                </a:lnTo>
                <a:lnTo>
                  <a:pt x="374072" y="135951"/>
                </a:lnTo>
                <a:lnTo>
                  <a:pt x="304429" y="135951"/>
                </a:lnTo>
                <a:lnTo>
                  <a:pt x="304429" y="132420"/>
                </a:lnTo>
                <a:lnTo>
                  <a:pt x="308843" y="132420"/>
                </a:lnTo>
                <a:cubicBezTo>
                  <a:pt x="312701" y="132420"/>
                  <a:pt x="315807" y="131730"/>
                  <a:pt x="318161" y="130351"/>
                </a:cubicBezTo>
                <a:cubicBezTo>
                  <a:pt x="319861" y="129429"/>
                  <a:pt x="321202" y="127852"/>
                  <a:pt x="322183" y="125618"/>
                </a:cubicBezTo>
                <a:cubicBezTo>
                  <a:pt x="322902" y="124041"/>
                  <a:pt x="323262" y="119899"/>
                  <a:pt x="323262" y="113195"/>
                </a:cubicBezTo>
                <a:lnTo>
                  <a:pt x="323262" y="10594"/>
                </a:lnTo>
                <a:lnTo>
                  <a:pt x="313649" y="10594"/>
                </a:lnTo>
                <a:cubicBezTo>
                  <a:pt x="304690" y="10594"/>
                  <a:pt x="298184" y="12496"/>
                  <a:pt x="294129" y="16301"/>
                </a:cubicBezTo>
                <a:cubicBezTo>
                  <a:pt x="288440" y="21616"/>
                  <a:pt x="284843" y="29196"/>
                  <a:pt x="283339" y="39039"/>
                </a:cubicBezTo>
                <a:lnTo>
                  <a:pt x="279612" y="39039"/>
                </a:lnTo>
                <a:lnTo>
                  <a:pt x="279612" y="2943"/>
                </a:lnTo>
                <a:lnTo>
                  <a:pt x="399084" y="2943"/>
                </a:lnTo>
                <a:close/>
                <a:moveTo>
                  <a:pt x="446089" y="122415"/>
                </a:moveTo>
                <a:cubicBezTo>
                  <a:pt x="434906" y="132355"/>
                  <a:pt x="424869" y="137324"/>
                  <a:pt x="415975" y="137324"/>
                </a:cubicBezTo>
                <a:cubicBezTo>
                  <a:pt x="410744" y="137324"/>
                  <a:pt x="406395" y="135603"/>
                  <a:pt x="402929" y="132159"/>
                </a:cubicBezTo>
                <a:cubicBezTo>
                  <a:pt x="399464" y="128714"/>
                  <a:pt x="397731" y="124400"/>
                  <a:pt x="397731" y="119218"/>
                </a:cubicBezTo>
                <a:cubicBezTo>
                  <a:pt x="397731" y="112196"/>
                  <a:pt x="400739" y="105881"/>
                  <a:pt x="406755" y="100271"/>
                </a:cubicBezTo>
                <a:cubicBezTo>
                  <a:pt x="412771" y="94662"/>
                  <a:pt x="425882" y="87199"/>
                  <a:pt x="446089" y="77883"/>
                </a:cubicBezTo>
                <a:lnTo>
                  <a:pt x="446089" y="68662"/>
                </a:lnTo>
                <a:cubicBezTo>
                  <a:pt x="446089" y="61731"/>
                  <a:pt x="445713" y="57366"/>
                  <a:pt x="444961" y="55567"/>
                </a:cubicBezTo>
                <a:cubicBezTo>
                  <a:pt x="444209" y="53769"/>
                  <a:pt x="442786" y="52200"/>
                  <a:pt x="440694" y="50859"/>
                </a:cubicBezTo>
                <a:cubicBezTo>
                  <a:pt x="438601" y="49519"/>
                  <a:pt x="436247" y="48848"/>
                  <a:pt x="433631" y="48848"/>
                </a:cubicBezTo>
                <a:cubicBezTo>
                  <a:pt x="429381" y="48848"/>
                  <a:pt x="425882" y="49796"/>
                  <a:pt x="423136" y="51693"/>
                </a:cubicBezTo>
                <a:cubicBezTo>
                  <a:pt x="421436" y="52870"/>
                  <a:pt x="420585" y="54243"/>
                  <a:pt x="420585" y="55813"/>
                </a:cubicBezTo>
                <a:cubicBezTo>
                  <a:pt x="420585" y="57186"/>
                  <a:pt x="421501" y="58886"/>
                  <a:pt x="423332" y="60913"/>
                </a:cubicBezTo>
                <a:cubicBezTo>
                  <a:pt x="425817" y="63725"/>
                  <a:pt x="427059" y="66439"/>
                  <a:pt x="427059" y="69055"/>
                </a:cubicBezTo>
                <a:cubicBezTo>
                  <a:pt x="427059" y="72259"/>
                  <a:pt x="425866" y="74989"/>
                  <a:pt x="423479" y="77245"/>
                </a:cubicBezTo>
                <a:cubicBezTo>
                  <a:pt x="421092" y="79501"/>
                  <a:pt x="417970" y="80629"/>
                  <a:pt x="414112" y="80629"/>
                </a:cubicBezTo>
                <a:cubicBezTo>
                  <a:pt x="409992" y="80629"/>
                  <a:pt x="406542" y="79387"/>
                  <a:pt x="403763" y="76902"/>
                </a:cubicBezTo>
                <a:cubicBezTo>
                  <a:pt x="400984" y="74417"/>
                  <a:pt x="399594" y="71507"/>
                  <a:pt x="399594" y="68172"/>
                </a:cubicBezTo>
                <a:cubicBezTo>
                  <a:pt x="399594" y="63464"/>
                  <a:pt x="401458" y="58968"/>
                  <a:pt x="405186" y="54685"/>
                </a:cubicBezTo>
                <a:cubicBezTo>
                  <a:pt x="408913" y="50401"/>
                  <a:pt x="414112" y="47115"/>
                  <a:pt x="420782" y="44827"/>
                </a:cubicBezTo>
                <a:cubicBezTo>
                  <a:pt x="427452" y="42538"/>
                  <a:pt x="434383" y="41394"/>
                  <a:pt x="441576" y="41394"/>
                </a:cubicBezTo>
                <a:cubicBezTo>
                  <a:pt x="450274" y="41394"/>
                  <a:pt x="457156" y="43246"/>
                  <a:pt x="462224" y="46951"/>
                </a:cubicBezTo>
                <a:cubicBezTo>
                  <a:pt x="467292" y="50654"/>
                  <a:pt x="470578" y="54668"/>
                  <a:pt x="472082" y="58994"/>
                </a:cubicBezTo>
                <a:cubicBezTo>
                  <a:pt x="472998" y="61747"/>
                  <a:pt x="473455" y="68072"/>
                  <a:pt x="473455" y="77968"/>
                </a:cubicBezTo>
                <a:lnTo>
                  <a:pt x="473455" y="113657"/>
                </a:lnTo>
                <a:cubicBezTo>
                  <a:pt x="473455" y="117853"/>
                  <a:pt x="473619" y="120492"/>
                  <a:pt x="473946" y="121575"/>
                </a:cubicBezTo>
                <a:cubicBezTo>
                  <a:pt x="474273" y="122656"/>
                  <a:pt x="474763" y="123459"/>
                  <a:pt x="475417" y="123984"/>
                </a:cubicBezTo>
                <a:cubicBezTo>
                  <a:pt x="476071" y="124507"/>
                  <a:pt x="476823" y="124769"/>
                  <a:pt x="477673" y="124769"/>
                </a:cubicBezTo>
                <a:cubicBezTo>
                  <a:pt x="479373" y="124769"/>
                  <a:pt x="481106" y="123559"/>
                  <a:pt x="482872" y="121140"/>
                </a:cubicBezTo>
                <a:lnTo>
                  <a:pt x="485815" y="123494"/>
                </a:lnTo>
                <a:cubicBezTo>
                  <a:pt x="482545" y="128333"/>
                  <a:pt x="479161" y="131848"/>
                  <a:pt x="475662" y="134038"/>
                </a:cubicBezTo>
                <a:cubicBezTo>
                  <a:pt x="472164" y="136229"/>
                  <a:pt x="468191" y="137324"/>
                  <a:pt x="463745" y="137324"/>
                </a:cubicBezTo>
                <a:cubicBezTo>
                  <a:pt x="458513" y="137324"/>
                  <a:pt x="454426" y="136090"/>
                  <a:pt x="451483" y="133622"/>
                </a:cubicBezTo>
                <a:cubicBezTo>
                  <a:pt x="448541" y="131153"/>
                  <a:pt x="446743" y="127417"/>
                  <a:pt x="446089" y="122415"/>
                </a:cubicBezTo>
                <a:moveTo>
                  <a:pt x="446089" y="115156"/>
                </a:moveTo>
                <a:lnTo>
                  <a:pt x="446089" y="84473"/>
                </a:lnTo>
                <a:cubicBezTo>
                  <a:pt x="438176" y="89138"/>
                  <a:pt x="432291" y="94133"/>
                  <a:pt x="428433" y="99456"/>
                </a:cubicBezTo>
                <a:cubicBezTo>
                  <a:pt x="425882" y="103004"/>
                  <a:pt x="424607" y="106585"/>
                  <a:pt x="424607" y="110200"/>
                </a:cubicBezTo>
                <a:cubicBezTo>
                  <a:pt x="424607" y="113222"/>
                  <a:pt x="425686" y="115884"/>
                  <a:pt x="427844" y="118185"/>
                </a:cubicBezTo>
                <a:cubicBezTo>
                  <a:pt x="429479" y="119959"/>
                  <a:pt x="431768" y="120845"/>
                  <a:pt x="434710" y="120845"/>
                </a:cubicBezTo>
                <a:cubicBezTo>
                  <a:pt x="437980" y="120845"/>
                  <a:pt x="441773" y="118949"/>
                  <a:pt x="446089" y="115156"/>
                </a:cubicBezTo>
                <a:close/>
                <a:moveTo>
                  <a:pt x="549988" y="79691"/>
                </a:moveTo>
                <a:lnTo>
                  <a:pt x="566293" y="109964"/>
                </a:lnTo>
                <a:cubicBezTo>
                  <a:pt x="571786" y="120490"/>
                  <a:pt x="576134" y="127158"/>
                  <a:pt x="579338" y="129968"/>
                </a:cubicBezTo>
                <a:cubicBezTo>
                  <a:pt x="581104" y="131472"/>
                  <a:pt x="583524" y="132289"/>
                  <a:pt x="586597" y="132420"/>
                </a:cubicBezTo>
                <a:lnTo>
                  <a:pt x="586597" y="135951"/>
                </a:lnTo>
                <a:lnTo>
                  <a:pt x="535493" y="135951"/>
                </a:lnTo>
                <a:lnTo>
                  <a:pt x="535493" y="132420"/>
                </a:lnTo>
                <a:cubicBezTo>
                  <a:pt x="539482" y="132093"/>
                  <a:pt x="541950" y="131570"/>
                  <a:pt x="542898" y="130851"/>
                </a:cubicBezTo>
                <a:cubicBezTo>
                  <a:pt x="543847" y="130129"/>
                  <a:pt x="544321" y="129146"/>
                  <a:pt x="544321" y="127902"/>
                </a:cubicBezTo>
                <a:cubicBezTo>
                  <a:pt x="544321" y="126069"/>
                  <a:pt x="543274" y="123187"/>
                  <a:pt x="541182" y="119258"/>
                </a:cubicBezTo>
                <a:lnTo>
                  <a:pt x="533175" y="104391"/>
                </a:lnTo>
                <a:lnTo>
                  <a:pt x="526468" y="114249"/>
                </a:lnTo>
                <a:cubicBezTo>
                  <a:pt x="523395" y="118767"/>
                  <a:pt x="521662" y="121452"/>
                  <a:pt x="521270" y="122305"/>
                </a:cubicBezTo>
                <a:cubicBezTo>
                  <a:pt x="520747" y="123547"/>
                  <a:pt x="520485" y="124660"/>
                  <a:pt x="520485" y="125643"/>
                </a:cubicBezTo>
                <a:cubicBezTo>
                  <a:pt x="520485" y="127149"/>
                  <a:pt x="520796" y="128410"/>
                  <a:pt x="521417" y="129425"/>
                </a:cubicBezTo>
                <a:cubicBezTo>
                  <a:pt x="522038" y="130439"/>
                  <a:pt x="522888" y="131192"/>
                  <a:pt x="523967" y="131684"/>
                </a:cubicBezTo>
                <a:cubicBezTo>
                  <a:pt x="525046" y="132175"/>
                  <a:pt x="527024" y="132420"/>
                  <a:pt x="529902" y="132420"/>
                </a:cubicBezTo>
                <a:lnTo>
                  <a:pt x="529902" y="135951"/>
                </a:lnTo>
                <a:lnTo>
                  <a:pt x="494001" y="135951"/>
                </a:lnTo>
                <a:lnTo>
                  <a:pt x="494001" y="132420"/>
                </a:lnTo>
                <a:cubicBezTo>
                  <a:pt x="498448" y="132420"/>
                  <a:pt x="502518" y="131193"/>
                  <a:pt x="506213" y="128739"/>
                </a:cubicBezTo>
                <a:cubicBezTo>
                  <a:pt x="509908" y="126282"/>
                  <a:pt x="515286" y="119850"/>
                  <a:pt x="522349" y="109443"/>
                </a:cubicBezTo>
                <a:lnTo>
                  <a:pt x="529917" y="98337"/>
                </a:lnTo>
                <a:lnTo>
                  <a:pt x="514109" y="68984"/>
                </a:lnTo>
                <a:cubicBezTo>
                  <a:pt x="508943" y="59380"/>
                  <a:pt x="505085" y="53492"/>
                  <a:pt x="502535" y="51322"/>
                </a:cubicBezTo>
                <a:cubicBezTo>
                  <a:pt x="499984" y="49152"/>
                  <a:pt x="497140" y="47935"/>
                  <a:pt x="494001" y="47671"/>
                </a:cubicBezTo>
                <a:lnTo>
                  <a:pt x="494001" y="44140"/>
                </a:lnTo>
                <a:lnTo>
                  <a:pt x="544811" y="44140"/>
                </a:lnTo>
                <a:lnTo>
                  <a:pt x="544811" y="47671"/>
                </a:lnTo>
                <a:lnTo>
                  <a:pt x="542163" y="47769"/>
                </a:lnTo>
                <a:lnTo>
                  <a:pt x="537062" y="49553"/>
                </a:lnTo>
                <a:cubicBezTo>
                  <a:pt x="536539" y="50015"/>
                  <a:pt x="536277" y="50774"/>
                  <a:pt x="536277" y="51831"/>
                </a:cubicBezTo>
                <a:cubicBezTo>
                  <a:pt x="536277" y="52820"/>
                  <a:pt x="536441" y="53843"/>
                  <a:pt x="536768" y="54899"/>
                </a:cubicBezTo>
                <a:cubicBezTo>
                  <a:pt x="536964" y="55361"/>
                  <a:pt x="537879" y="57143"/>
                  <a:pt x="539514" y="60245"/>
                </a:cubicBezTo>
                <a:lnTo>
                  <a:pt x="546736" y="73652"/>
                </a:lnTo>
                <a:lnTo>
                  <a:pt x="550402" y="68270"/>
                </a:lnTo>
                <a:cubicBezTo>
                  <a:pt x="555634" y="61042"/>
                  <a:pt x="558249" y="55982"/>
                  <a:pt x="558249" y="53091"/>
                </a:cubicBezTo>
                <a:cubicBezTo>
                  <a:pt x="558249" y="51711"/>
                  <a:pt x="557677" y="50545"/>
                  <a:pt x="556533" y="49593"/>
                </a:cubicBezTo>
                <a:cubicBezTo>
                  <a:pt x="555388" y="48641"/>
                  <a:pt x="553345" y="48000"/>
                  <a:pt x="550402" y="47671"/>
                </a:cubicBezTo>
                <a:lnTo>
                  <a:pt x="550402" y="44140"/>
                </a:lnTo>
                <a:lnTo>
                  <a:pt x="582870" y="44140"/>
                </a:lnTo>
                <a:lnTo>
                  <a:pt x="582870" y="47671"/>
                </a:lnTo>
                <a:cubicBezTo>
                  <a:pt x="578881" y="47802"/>
                  <a:pt x="575153" y="49036"/>
                  <a:pt x="571687" y="51374"/>
                </a:cubicBezTo>
                <a:cubicBezTo>
                  <a:pt x="568222" y="53712"/>
                  <a:pt x="564331" y="58239"/>
                  <a:pt x="560015" y="64956"/>
                </a:cubicBezTo>
                <a:lnTo>
                  <a:pt x="549988" y="79691"/>
                </a:lnTo>
                <a:close/>
                <a:moveTo>
                  <a:pt x="640100" y="41394"/>
                </a:moveTo>
                <a:cubicBezTo>
                  <a:pt x="648078" y="41394"/>
                  <a:pt x="655500" y="43455"/>
                  <a:pt x="662366" y="47579"/>
                </a:cubicBezTo>
                <a:cubicBezTo>
                  <a:pt x="669233" y="51703"/>
                  <a:pt x="674448" y="57562"/>
                  <a:pt x="678012" y="65156"/>
                </a:cubicBezTo>
                <a:cubicBezTo>
                  <a:pt x="681575" y="72749"/>
                  <a:pt x="683357" y="81062"/>
                  <a:pt x="683357" y="90095"/>
                </a:cubicBezTo>
                <a:cubicBezTo>
                  <a:pt x="683357" y="103120"/>
                  <a:pt x="680055" y="114019"/>
                  <a:pt x="673450" y="122792"/>
                </a:cubicBezTo>
                <a:cubicBezTo>
                  <a:pt x="665473" y="133396"/>
                  <a:pt x="654454" y="138698"/>
                  <a:pt x="640394" y="138698"/>
                </a:cubicBezTo>
                <a:cubicBezTo>
                  <a:pt x="626597" y="138698"/>
                  <a:pt x="615970" y="133854"/>
                  <a:pt x="608516" y="124165"/>
                </a:cubicBezTo>
                <a:cubicBezTo>
                  <a:pt x="601061" y="114477"/>
                  <a:pt x="597333" y="103251"/>
                  <a:pt x="597333" y="90487"/>
                </a:cubicBezTo>
                <a:cubicBezTo>
                  <a:pt x="597333" y="77331"/>
                  <a:pt x="601143" y="65860"/>
                  <a:pt x="608761" y="56073"/>
                </a:cubicBezTo>
                <a:cubicBezTo>
                  <a:pt x="616379" y="46287"/>
                  <a:pt x="626826" y="41394"/>
                  <a:pt x="640100" y="41394"/>
                </a:cubicBezTo>
                <a:moveTo>
                  <a:pt x="640493" y="48260"/>
                </a:moveTo>
                <a:cubicBezTo>
                  <a:pt x="637158" y="48260"/>
                  <a:pt x="634297" y="49521"/>
                  <a:pt x="631910" y="52042"/>
                </a:cubicBezTo>
                <a:cubicBezTo>
                  <a:pt x="629523" y="54562"/>
                  <a:pt x="627954" y="59537"/>
                  <a:pt x="627202" y="66967"/>
                </a:cubicBezTo>
                <a:cubicBezTo>
                  <a:pt x="626450" y="74397"/>
                  <a:pt x="626074" y="84725"/>
                  <a:pt x="626074" y="97951"/>
                </a:cubicBezTo>
                <a:cubicBezTo>
                  <a:pt x="626074" y="104956"/>
                  <a:pt x="626531" y="111504"/>
                  <a:pt x="627447" y="117593"/>
                </a:cubicBezTo>
                <a:cubicBezTo>
                  <a:pt x="628166" y="122240"/>
                  <a:pt x="629703" y="125775"/>
                  <a:pt x="632057" y="128199"/>
                </a:cubicBezTo>
                <a:cubicBezTo>
                  <a:pt x="634411" y="130621"/>
                  <a:pt x="637092" y="131831"/>
                  <a:pt x="640100" y="131831"/>
                </a:cubicBezTo>
                <a:cubicBezTo>
                  <a:pt x="643043" y="131831"/>
                  <a:pt x="645495" y="131013"/>
                  <a:pt x="647457" y="129376"/>
                </a:cubicBezTo>
                <a:cubicBezTo>
                  <a:pt x="650007" y="127151"/>
                  <a:pt x="651707" y="124041"/>
                  <a:pt x="652558" y="120045"/>
                </a:cubicBezTo>
                <a:cubicBezTo>
                  <a:pt x="653865" y="113827"/>
                  <a:pt x="654519" y="101257"/>
                  <a:pt x="654519" y="82336"/>
                </a:cubicBezTo>
                <a:cubicBezTo>
                  <a:pt x="654519" y="71207"/>
                  <a:pt x="653898" y="63565"/>
                  <a:pt x="652656" y="59408"/>
                </a:cubicBezTo>
                <a:cubicBezTo>
                  <a:pt x="651413" y="55250"/>
                  <a:pt x="649582" y="52221"/>
                  <a:pt x="647163" y="50323"/>
                </a:cubicBezTo>
                <a:cubicBezTo>
                  <a:pt x="645462" y="48947"/>
                  <a:pt x="643239" y="48260"/>
                  <a:pt x="640493" y="48260"/>
                </a:cubicBezTo>
                <a:close/>
                <a:moveTo>
                  <a:pt x="734997" y="44140"/>
                </a:moveTo>
                <a:lnTo>
                  <a:pt x="734997" y="56107"/>
                </a:lnTo>
                <a:cubicBezTo>
                  <a:pt x="739705" y="50971"/>
                  <a:pt x="744217" y="47236"/>
                  <a:pt x="748533" y="44900"/>
                </a:cubicBezTo>
                <a:cubicBezTo>
                  <a:pt x="752849" y="42562"/>
                  <a:pt x="757492" y="41394"/>
                  <a:pt x="762462" y="41394"/>
                </a:cubicBezTo>
                <a:cubicBezTo>
                  <a:pt x="768413" y="41394"/>
                  <a:pt x="773350" y="43047"/>
                  <a:pt x="777273" y="46353"/>
                </a:cubicBezTo>
                <a:cubicBezTo>
                  <a:pt x="781197" y="49660"/>
                  <a:pt x="783813" y="53768"/>
                  <a:pt x="785120" y="58679"/>
                </a:cubicBezTo>
                <a:cubicBezTo>
                  <a:pt x="786167" y="62412"/>
                  <a:pt x="786690" y="69583"/>
                  <a:pt x="786690" y="80191"/>
                </a:cubicBezTo>
                <a:lnTo>
                  <a:pt x="786690" y="115941"/>
                </a:lnTo>
                <a:cubicBezTo>
                  <a:pt x="786690" y="123003"/>
                  <a:pt x="787327" y="127401"/>
                  <a:pt x="788603" y="129134"/>
                </a:cubicBezTo>
                <a:cubicBezTo>
                  <a:pt x="789878" y="130867"/>
                  <a:pt x="792542" y="131962"/>
                  <a:pt x="796597" y="132420"/>
                </a:cubicBezTo>
                <a:lnTo>
                  <a:pt x="796597" y="135951"/>
                </a:lnTo>
                <a:lnTo>
                  <a:pt x="750201" y="135951"/>
                </a:lnTo>
                <a:lnTo>
                  <a:pt x="750201" y="132420"/>
                </a:lnTo>
                <a:cubicBezTo>
                  <a:pt x="753667" y="131962"/>
                  <a:pt x="756151" y="130524"/>
                  <a:pt x="757656" y="128104"/>
                </a:cubicBezTo>
                <a:cubicBezTo>
                  <a:pt x="758702" y="126469"/>
                  <a:pt x="759225" y="122415"/>
                  <a:pt x="759225" y="115941"/>
                </a:cubicBezTo>
                <a:lnTo>
                  <a:pt x="759225" y="75136"/>
                </a:lnTo>
                <a:cubicBezTo>
                  <a:pt x="759225" y="67616"/>
                  <a:pt x="758931" y="62875"/>
                  <a:pt x="758342" y="60913"/>
                </a:cubicBezTo>
                <a:cubicBezTo>
                  <a:pt x="757754" y="58951"/>
                  <a:pt x="756756" y="57431"/>
                  <a:pt x="755350" y="56352"/>
                </a:cubicBezTo>
                <a:cubicBezTo>
                  <a:pt x="753944" y="55273"/>
                  <a:pt x="752391" y="54734"/>
                  <a:pt x="750691" y="54734"/>
                </a:cubicBezTo>
                <a:cubicBezTo>
                  <a:pt x="745067" y="54734"/>
                  <a:pt x="739836" y="58788"/>
                  <a:pt x="734997" y="66897"/>
                </a:cubicBezTo>
                <a:lnTo>
                  <a:pt x="734997" y="115941"/>
                </a:lnTo>
                <a:cubicBezTo>
                  <a:pt x="734997" y="122807"/>
                  <a:pt x="735635" y="127156"/>
                  <a:pt x="736910" y="128987"/>
                </a:cubicBezTo>
                <a:cubicBezTo>
                  <a:pt x="738185" y="130818"/>
                  <a:pt x="740555" y="131962"/>
                  <a:pt x="744021" y="132420"/>
                </a:cubicBezTo>
                <a:lnTo>
                  <a:pt x="744021" y="135951"/>
                </a:lnTo>
                <a:lnTo>
                  <a:pt x="697625" y="135951"/>
                </a:lnTo>
                <a:lnTo>
                  <a:pt x="697625" y="132420"/>
                </a:lnTo>
                <a:cubicBezTo>
                  <a:pt x="701483" y="132028"/>
                  <a:pt x="704230" y="130785"/>
                  <a:pt x="705865" y="128693"/>
                </a:cubicBezTo>
                <a:cubicBezTo>
                  <a:pt x="706976" y="127254"/>
                  <a:pt x="707532" y="123003"/>
                  <a:pt x="707532" y="115941"/>
                </a:cubicBezTo>
                <a:lnTo>
                  <a:pt x="707532" y="64150"/>
                </a:lnTo>
                <a:cubicBezTo>
                  <a:pt x="707532" y="57135"/>
                  <a:pt x="706895" y="52767"/>
                  <a:pt x="705619" y="51046"/>
                </a:cubicBezTo>
                <a:cubicBezTo>
                  <a:pt x="704344" y="49325"/>
                  <a:pt x="701679" y="48200"/>
                  <a:pt x="697625" y="47671"/>
                </a:cubicBezTo>
                <a:lnTo>
                  <a:pt x="697625" y="44140"/>
                </a:lnTo>
                <a:lnTo>
                  <a:pt x="734997" y="44140"/>
                </a:lnTo>
                <a:close/>
                <a:moveTo>
                  <a:pt x="852316" y="41394"/>
                </a:moveTo>
                <a:cubicBezTo>
                  <a:pt x="860294" y="41394"/>
                  <a:pt x="867716" y="43455"/>
                  <a:pt x="874582" y="47579"/>
                </a:cubicBezTo>
                <a:cubicBezTo>
                  <a:pt x="881448" y="51703"/>
                  <a:pt x="886663" y="57562"/>
                  <a:pt x="890227" y="65156"/>
                </a:cubicBezTo>
                <a:cubicBezTo>
                  <a:pt x="893791" y="72749"/>
                  <a:pt x="895573" y="81062"/>
                  <a:pt x="895573" y="90095"/>
                </a:cubicBezTo>
                <a:cubicBezTo>
                  <a:pt x="895573" y="103120"/>
                  <a:pt x="892271" y="114019"/>
                  <a:pt x="885666" y="122792"/>
                </a:cubicBezTo>
                <a:cubicBezTo>
                  <a:pt x="877688" y="133396"/>
                  <a:pt x="866670" y="138698"/>
                  <a:pt x="852610" y="138698"/>
                </a:cubicBezTo>
                <a:cubicBezTo>
                  <a:pt x="838812" y="138698"/>
                  <a:pt x="828186" y="133854"/>
                  <a:pt x="820731" y="124165"/>
                </a:cubicBezTo>
                <a:cubicBezTo>
                  <a:pt x="813277" y="114477"/>
                  <a:pt x="809549" y="103251"/>
                  <a:pt x="809549" y="90487"/>
                </a:cubicBezTo>
                <a:cubicBezTo>
                  <a:pt x="809549" y="77331"/>
                  <a:pt x="813358" y="65860"/>
                  <a:pt x="820976" y="56073"/>
                </a:cubicBezTo>
                <a:cubicBezTo>
                  <a:pt x="828595" y="46287"/>
                  <a:pt x="839041" y="41394"/>
                  <a:pt x="852316" y="41394"/>
                </a:cubicBezTo>
                <a:moveTo>
                  <a:pt x="852708" y="48260"/>
                </a:moveTo>
                <a:cubicBezTo>
                  <a:pt x="849373" y="48260"/>
                  <a:pt x="846512" y="49521"/>
                  <a:pt x="844125" y="52042"/>
                </a:cubicBezTo>
                <a:cubicBezTo>
                  <a:pt x="841739" y="54562"/>
                  <a:pt x="840169" y="59537"/>
                  <a:pt x="839417" y="66967"/>
                </a:cubicBezTo>
                <a:cubicBezTo>
                  <a:pt x="838665" y="74397"/>
                  <a:pt x="838289" y="84725"/>
                  <a:pt x="838289" y="97951"/>
                </a:cubicBezTo>
                <a:cubicBezTo>
                  <a:pt x="838289" y="104956"/>
                  <a:pt x="838747" y="111504"/>
                  <a:pt x="839662" y="117593"/>
                </a:cubicBezTo>
                <a:cubicBezTo>
                  <a:pt x="840382" y="122240"/>
                  <a:pt x="841918" y="125775"/>
                  <a:pt x="844273" y="128199"/>
                </a:cubicBezTo>
                <a:cubicBezTo>
                  <a:pt x="846627" y="130621"/>
                  <a:pt x="849308" y="131831"/>
                  <a:pt x="852316" y="131831"/>
                </a:cubicBezTo>
                <a:cubicBezTo>
                  <a:pt x="855259" y="131831"/>
                  <a:pt x="857711" y="131013"/>
                  <a:pt x="859673" y="129376"/>
                </a:cubicBezTo>
                <a:cubicBezTo>
                  <a:pt x="862223" y="127151"/>
                  <a:pt x="863923" y="124041"/>
                  <a:pt x="864773" y="120045"/>
                </a:cubicBezTo>
                <a:cubicBezTo>
                  <a:pt x="866081" y="113827"/>
                  <a:pt x="866735" y="101257"/>
                  <a:pt x="866735" y="82336"/>
                </a:cubicBezTo>
                <a:cubicBezTo>
                  <a:pt x="866735" y="71207"/>
                  <a:pt x="866114" y="63565"/>
                  <a:pt x="864871" y="59408"/>
                </a:cubicBezTo>
                <a:cubicBezTo>
                  <a:pt x="863629" y="55250"/>
                  <a:pt x="861798" y="52221"/>
                  <a:pt x="859378" y="50323"/>
                </a:cubicBezTo>
                <a:cubicBezTo>
                  <a:pt x="857678" y="48947"/>
                  <a:pt x="855455" y="48260"/>
                  <a:pt x="852708" y="48260"/>
                </a:cubicBezTo>
                <a:close/>
                <a:moveTo>
                  <a:pt x="947801" y="44140"/>
                </a:moveTo>
                <a:lnTo>
                  <a:pt x="947801" y="56303"/>
                </a:lnTo>
                <a:cubicBezTo>
                  <a:pt x="952836" y="50773"/>
                  <a:pt x="957496" y="46906"/>
                  <a:pt x="961779" y="44701"/>
                </a:cubicBezTo>
                <a:cubicBezTo>
                  <a:pt x="966062" y="42496"/>
                  <a:pt x="970754" y="41394"/>
                  <a:pt x="975855" y="41394"/>
                </a:cubicBezTo>
                <a:cubicBezTo>
                  <a:pt x="981740" y="41394"/>
                  <a:pt x="986677" y="42775"/>
                  <a:pt x="990666" y="45538"/>
                </a:cubicBezTo>
                <a:cubicBezTo>
                  <a:pt x="994655" y="48301"/>
                  <a:pt x="997728" y="52510"/>
                  <a:pt x="999886" y="58167"/>
                </a:cubicBezTo>
                <a:cubicBezTo>
                  <a:pt x="1005118" y="52247"/>
                  <a:pt x="1010137" y="47972"/>
                  <a:pt x="1014943" y="45342"/>
                </a:cubicBezTo>
                <a:cubicBezTo>
                  <a:pt x="1019749" y="42710"/>
                  <a:pt x="1024768" y="41394"/>
                  <a:pt x="1030000" y="41394"/>
                </a:cubicBezTo>
                <a:cubicBezTo>
                  <a:pt x="1036343" y="41394"/>
                  <a:pt x="1041394" y="42851"/>
                  <a:pt x="1045154" y="45765"/>
                </a:cubicBezTo>
                <a:cubicBezTo>
                  <a:pt x="1048914" y="48679"/>
                  <a:pt x="1051530" y="52378"/>
                  <a:pt x="1053002" y="56864"/>
                </a:cubicBezTo>
                <a:cubicBezTo>
                  <a:pt x="1054473" y="61349"/>
                  <a:pt x="1055209" y="68503"/>
                  <a:pt x="1055209" y="78324"/>
                </a:cubicBezTo>
                <a:lnTo>
                  <a:pt x="1055209" y="115941"/>
                </a:lnTo>
                <a:cubicBezTo>
                  <a:pt x="1055209" y="123003"/>
                  <a:pt x="1055846" y="127385"/>
                  <a:pt x="1057121" y="129085"/>
                </a:cubicBezTo>
                <a:cubicBezTo>
                  <a:pt x="1058396" y="130785"/>
                  <a:pt x="1061061" y="131897"/>
                  <a:pt x="1065115" y="132420"/>
                </a:cubicBezTo>
                <a:lnTo>
                  <a:pt x="1065115" y="135951"/>
                </a:lnTo>
                <a:lnTo>
                  <a:pt x="1017739" y="135951"/>
                </a:lnTo>
                <a:lnTo>
                  <a:pt x="1017739" y="132420"/>
                </a:lnTo>
                <a:cubicBezTo>
                  <a:pt x="1021466" y="132093"/>
                  <a:pt x="1024212" y="130654"/>
                  <a:pt x="1025978" y="128104"/>
                </a:cubicBezTo>
                <a:cubicBezTo>
                  <a:pt x="1027155" y="126338"/>
                  <a:pt x="1027744" y="122284"/>
                  <a:pt x="1027744" y="115941"/>
                </a:cubicBezTo>
                <a:lnTo>
                  <a:pt x="1027744" y="76509"/>
                </a:lnTo>
                <a:cubicBezTo>
                  <a:pt x="1027744" y="68335"/>
                  <a:pt x="1027417" y="63137"/>
                  <a:pt x="1026763" y="60913"/>
                </a:cubicBezTo>
                <a:cubicBezTo>
                  <a:pt x="1026109" y="58690"/>
                  <a:pt x="1025079" y="57039"/>
                  <a:pt x="1023673" y="55960"/>
                </a:cubicBezTo>
                <a:cubicBezTo>
                  <a:pt x="1022267" y="54881"/>
                  <a:pt x="1020616" y="54341"/>
                  <a:pt x="1018719" y="54341"/>
                </a:cubicBezTo>
                <a:cubicBezTo>
                  <a:pt x="1015908" y="54341"/>
                  <a:pt x="1013063" y="55371"/>
                  <a:pt x="1010186" y="57431"/>
                </a:cubicBezTo>
                <a:cubicBezTo>
                  <a:pt x="1007308" y="59491"/>
                  <a:pt x="1004398" y="62581"/>
                  <a:pt x="1001456" y="66700"/>
                </a:cubicBezTo>
                <a:lnTo>
                  <a:pt x="1001456" y="115941"/>
                </a:lnTo>
                <a:cubicBezTo>
                  <a:pt x="1001456" y="122546"/>
                  <a:pt x="1002012" y="126698"/>
                  <a:pt x="1003123" y="128398"/>
                </a:cubicBezTo>
                <a:cubicBezTo>
                  <a:pt x="1004627" y="130818"/>
                  <a:pt x="1007505" y="132158"/>
                  <a:pt x="1011755" y="132420"/>
                </a:cubicBezTo>
                <a:lnTo>
                  <a:pt x="1011755" y="135951"/>
                </a:lnTo>
                <a:lnTo>
                  <a:pt x="964280" y="135951"/>
                </a:lnTo>
                <a:lnTo>
                  <a:pt x="964280" y="132420"/>
                </a:lnTo>
                <a:cubicBezTo>
                  <a:pt x="966830" y="132289"/>
                  <a:pt x="968841" y="131652"/>
                  <a:pt x="970313" y="130507"/>
                </a:cubicBezTo>
                <a:cubicBezTo>
                  <a:pt x="971784" y="129363"/>
                  <a:pt x="972765" y="127990"/>
                  <a:pt x="973255" y="126388"/>
                </a:cubicBezTo>
                <a:cubicBezTo>
                  <a:pt x="973746" y="124785"/>
                  <a:pt x="973991" y="121303"/>
                  <a:pt x="973991" y="115941"/>
                </a:cubicBezTo>
                <a:lnTo>
                  <a:pt x="973991" y="76448"/>
                </a:lnTo>
                <a:cubicBezTo>
                  <a:pt x="973991" y="68129"/>
                  <a:pt x="973664" y="62922"/>
                  <a:pt x="973010" y="60827"/>
                </a:cubicBezTo>
                <a:cubicBezTo>
                  <a:pt x="972356" y="58731"/>
                  <a:pt x="971261" y="57093"/>
                  <a:pt x="969724" y="55914"/>
                </a:cubicBezTo>
                <a:cubicBezTo>
                  <a:pt x="968187" y="54735"/>
                  <a:pt x="966536" y="54145"/>
                  <a:pt x="964771" y="54145"/>
                </a:cubicBezTo>
                <a:cubicBezTo>
                  <a:pt x="962155" y="54145"/>
                  <a:pt x="959768" y="54837"/>
                  <a:pt x="957610" y="56220"/>
                </a:cubicBezTo>
                <a:cubicBezTo>
                  <a:pt x="954537" y="58264"/>
                  <a:pt x="951267" y="61757"/>
                  <a:pt x="947801" y="66700"/>
                </a:cubicBezTo>
                <a:lnTo>
                  <a:pt x="947801" y="115941"/>
                </a:lnTo>
                <a:cubicBezTo>
                  <a:pt x="947801" y="122415"/>
                  <a:pt x="948439" y="126682"/>
                  <a:pt x="949714" y="128742"/>
                </a:cubicBezTo>
                <a:cubicBezTo>
                  <a:pt x="950989" y="130802"/>
                  <a:pt x="953654" y="132028"/>
                  <a:pt x="957708" y="132420"/>
                </a:cubicBezTo>
                <a:lnTo>
                  <a:pt x="957708" y="135951"/>
                </a:lnTo>
                <a:lnTo>
                  <a:pt x="910429" y="135951"/>
                </a:lnTo>
                <a:lnTo>
                  <a:pt x="910429" y="132420"/>
                </a:lnTo>
                <a:cubicBezTo>
                  <a:pt x="914287" y="132028"/>
                  <a:pt x="917034" y="130785"/>
                  <a:pt x="918669" y="128693"/>
                </a:cubicBezTo>
                <a:cubicBezTo>
                  <a:pt x="919780" y="127254"/>
                  <a:pt x="920336" y="123003"/>
                  <a:pt x="920336" y="115941"/>
                </a:cubicBezTo>
                <a:lnTo>
                  <a:pt x="920336" y="64150"/>
                </a:lnTo>
                <a:cubicBezTo>
                  <a:pt x="920336" y="57135"/>
                  <a:pt x="919699" y="52767"/>
                  <a:pt x="918424" y="51046"/>
                </a:cubicBezTo>
                <a:cubicBezTo>
                  <a:pt x="917148" y="49325"/>
                  <a:pt x="914484" y="48200"/>
                  <a:pt x="910429" y="47671"/>
                </a:cubicBezTo>
                <a:lnTo>
                  <a:pt x="910429" y="44140"/>
                </a:lnTo>
                <a:lnTo>
                  <a:pt x="947801" y="44140"/>
                </a:lnTo>
                <a:close/>
                <a:moveTo>
                  <a:pt x="1119001" y="139767"/>
                </a:moveTo>
                <a:lnTo>
                  <a:pt x="1089378" y="71632"/>
                </a:lnTo>
                <a:cubicBezTo>
                  <a:pt x="1084931" y="61313"/>
                  <a:pt x="1081645" y="54970"/>
                  <a:pt x="1079520" y="52603"/>
                </a:cubicBezTo>
                <a:cubicBezTo>
                  <a:pt x="1077395" y="50235"/>
                  <a:pt x="1074828" y="48591"/>
                  <a:pt x="1071820" y="47671"/>
                </a:cubicBezTo>
                <a:lnTo>
                  <a:pt x="1071820" y="44140"/>
                </a:lnTo>
                <a:lnTo>
                  <a:pt x="1120570" y="44140"/>
                </a:lnTo>
                <a:lnTo>
                  <a:pt x="1120570" y="47671"/>
                </a:lnTo>
                <a:cubicBezTo>
                  <a:pt x="1117366" y="47802"/>
                  <a:pt x="1115110" y="48426"/>
                  <a:pt x="1113802" y="49544"/>
                </a:cubicBezTo>
                <a:cubicBezTo>
                  <a:pt x="1112494" y="50660"/>
                  <a:pt x="1111840" y="52007"/>
                  <a:pt x="1111840" y="53584"/>
                </a:cubicBezTo>
                <a:cubicBezTo>
                  <a:pt x="1111840" y="56079"/>
                  <a:pt x="1113475" y="61006"/>
                  <a:pt x="1116745" y="68365"/>
                </a:cubicBezTo>
                <a:lnTo>
                  <a:pt x="1132439" y="104434"/>
                </a:lnTo>
                <a:lnTo>
                  <a:pt x="1143130" y="76561"/>
                </a:lnTo>
                <a:cubicBezTo>
                  <a:pt x="1146989" y="66636"/>
                  <a:pt x="1148918" y="59734"/>
                  <a:pt x="1148918" y="55855"/>
                </a:cubicBezTo>
                <a:cubicBezTo>
                  <a:pt x="1148918" y="53424"/>
                  <a:pt x="1148117" y="51484"/>
                  <a:pt x="1146515" y="50038"/>
                </a:cubicBezTo>
                <a:cubicBezTo>
                  <a:pt x="1144912" y="48591"/>
                  <a:pt x="1142084" y="47802"/>
                  <a:pt x="1138030" y="47671"/>
                </a:cubicBezTo>
                <a:lnTo>
                  <a:pt x="1138030" y="44140"/>
                </a:lnTo>
                <a:lnTo>
                  <a:pt x="1168732" y="44140"/>
                </a:lnTo>
                <a:lnTo>
                  <a:pt x="1168732" y="47671"/>
                </a:lnTo>
                <a:cubicBezTo>
                  <a:pt x="1165724" y="48000"/>
                  <a:pt x="1163271" y="49167"/>
                  <a:pt x="1161375" y="51172"/>
                </a:cubicBezTo>
                <a:cubicBezTo>
                  <a:pt x="1159479" y="53176"/>
                  <a:pt x="1156307" y="59997"/>
                  <a:pt x="1151860" y="71632"/>
                </a:cubicBezTo>
                <a:lnTo>
                  <a:pt x="1125671" y="139679"/>
                </a:lnTo>
                <a:cubicBezTo>
                  <a:pt x="1119066" y="156681"/>
                  <a:pt x="1114162" y="167143"/>
                  <a:pt x="1110957" y="171067"/>
                </a:cubicBezTo>
                <a:cubicBezTo>
                  <a:pt x="1106445" y="176560"/>
                  <a:pt x="1100789" y="179306"/>
                  <a:pt x="1093988" y="179306"/>
                </a:cubicBezTo>
                <a:cubicBezTo>
                  <a:pt x="1088560" y="179306"/>
                  <a:pt x="1084163" y="177753"/>
                  <a:pt x="1080795" y="174647"/>
                </a:cubicBezTo>
                <a:cubicBezTo>
                  <a:pt x="1077427" y="171541"/>
                  <a:pt x="1075743" y="167797"/>
                  <a:pt x="1075743" y="163416"/>
                </a:cubicBezTo>
                <a:cubicBezTo>
                  <a:pt x="1075743" y="159623"/>
                  <a:pt x="1076904" y="156484"/>
                  <a:pt x="1079226" y="154000"/>
                </a:cubicBezTo>
                <a:cubicBezTo>
                  <a:pt x="1081547" y="151515"/>
                  <a:pt x="1084408" y="150272"/>
                  <a:pt x="1087808" y="150272"/>
                </a:cubicBezTo>
                <a:cubicBezTo>
                  <a:pt x="1091078" y="150272"/>
                  <a:pt x="1093710" y="151312"/>
                  <a:pt x="1095704" y="153393"/>
                </a:cubicBezTo>
                <a:cubicBezTo>
                  <a:pt x="1097699" y="155475"/>
                  <a:pt x="1098729" y="158696"/>
                  <a:pt x="1098794" y="163054"/>
                </a:cubicBezTo>
                <a:cubicBezTo>
                  <a:pt x="1098860" y="165527"/>
                  <a:pt x="1099154" y="167121"/>
                  <a:pt x="1099677" y="167836"/>
                </a:cubicBezTo>
                <a:cubicBezTo>
                  <a:pt x="1100200" y="168551"/>
                  <a:pt x="1100952" y="168909"/>
                  <a:pt x="1101933" y="168909"/>
                </a:cubicBezTo>
                <a:cubicBezTo>
                  <a:pt x="1103503" y="168909"/>
                  <a:pt x="1105170" y="167965"/>
                  <a:pt x="1106936" y="166077"/>
                </a:cubicBezTo>
                <a:cubicBezTo>
                  <a:pt x="1109551" y="163343"/>
                  <a:pt x="1112625" y="157093"/>
                  <a:pt x="1116156" y="147329"/>
                </a:cubicBezTo>
                <a:lnTo>
                  <a:pt x="1119001" y="1397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41F3E4-3369-46A5-B60B-9EFA0DDF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745" y="2747333"/>
            <a:ext cx="5553130" cy="10"/>
          </a:xfrm>
          <a:custGeom xmlns:a="http://schemas.openxmlformats.org/drawingml/2006/main">
            <a:pathLst>
              <a:path w="5553130" h="1" fill="none">
                <a:moveTo>
                  <a:pt x="0" y="0"/>
                </a:moveTo>
                <a:lnTo>
                  <a:pt x="5553130" y="1"/>
                </a:lnTo>
              </a:path>
            </a:pathLst>
          </a:custGeom>
          <a:noFill xmlns:a="http://schemas.openxmlformats.org/drawingml/2006/main"/>
          <a:ln xmlns:a="http://schemas.openxmlformats.org/drawingml/2006/main" w="17983" cap="flat">
            <a:solidFill>
              <a:srgbClr val="156082"/>
            </a:solidFill>
            <a:custDash>
              <a:ds d="400000" sp="300000"/>
            </a:custDash>
            <a:miter/>
          </a:ln>
        </p:spPr>
      </p:sp>
      <p:sp>
        <p:nvSpPr>
          <p:cNvPr id="50" name="Text Label-Level">
            <a:extLst xmlns:a="http://schemas.openxmlformats.org/drawingml/2006/main">
              <a:ext uri="{FF2B5EF4-FFF2-40B4-BE49-F238E27FC236}">
                <a16:creationId xmlns:a16="http://schemas.microsoft.com/office/drawing/2014/main" id="{71DBBF23-72CE-4A04-97F2-C69F6135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663" y="2836135"/>
            <a:ext cx="1024647" cy="135755"/>
          </a:xfrm>
          <a:custGeom xmlns:a="http://schemas.openxmlformats.org/drawingml/2006/main">
            <a:pathLst>
              <a:path w="1024647" h="135755">
                <a:moveTo>
                  <a:pt x="123102" y="86318"/>
                </a:moveTo>
                <a:lnTo>
                  <a:pt x="118099" y="133009"/>
                </a:lnTo>
                <a:lnTo>
                  <a:pt x="0" y="133009"/>
                </a:lnTo>
                <a:lnTo>
                  <a:pt x="0" y="129477"/>
                </a:lnTo>
                <a:lnTo>
                  <a:pt x="4414" y="129477"/>
                </a:lnTo>
                <a:cubicBezTo>
                  <a:pt x="8272" y="129477"/>
                  <a:pt x="11378" y="128788"/>
                  <a:pt x="13732" y="127408"/>
                </a:cubicBezTo>
                <a:cubicBezTo>
                  <a:pt x="15433" y="126487"/>
                  <a:pt x="16741" y="124909"/>
                  <a:pt x="17656" y="122675"/>
                </a:cubicBezTo>
                <a:cubicBezTo>
                  <a:pt x="18375" y="121098"/>
                  <a:pt x="18735" y="116957"/>
                  <a:pt x="18735" y="110252"/>
                </a:cubicBezTo>
                <a:lnTo>
                  <a:pt x="18735" y="22757"/>
                </a:lnTo>
                <a:cubicBezTo>
                  <a:pt x="18735" y="15921"/>
                  <a:pt x="18375" y="11649"/>
                  <a:pt x="17656" y="9941"/>
                </a:cubicBezTo>
                <a:cubicBezTo>
                  <a:pt x="16937" y="8230"/>
                  <a:pt x="15482" y="6734"/>
                  <a:pt x="13291" y="5453"/>
                </a:cubicBezTo>
                <a:cubicBezTo>
                  <a:pt x="11100" y="4172"/>
                  <a:pt x="8141" y="3531"/>
                  <a:pt x="4414" y="3531"/>
                </a:cubicBezTo>
                <a:lnTo>
                  <a:pt x="0" y="3531"/>
                </a:lnTo>
                <a:lnTo>
                  <a:pt x="0" y="0"/>
                </a:lnTo>
                <a:lnTo>
                  <a:pt x="70918" y="0"/>
                </a:lnTo>
                <a:lnTo>
                  <a:pt x="70918" y="3531"/>
                </a:lnTo>
                <a:lnTo>
                  <a:pt x="65131" y="3531"/>
                </a:lnTo>
                <a:cubicBezTo>
                  <a:pt x="61273" y="3531"/>
                  <a:pt x="58167" y="4221"/>
                  <a:pt x="55813" y="5600"/>
                </a:cubicBezTo>
                <a:cubicBezTo>
                  <a:pt x="54112" y="6522"/>
                  <a:pt x="52772" y="8099"/>
                  <a:pt x="51791" y="10333"/>
                </a:cubicBezTo>
                <a:cubicBezTo>
                  <a:pt x="51072" y="11911"/>
                  <a:pt x="50712" y="16052"/>
                  <a:pt x="50712" y="22757"/>
                </a:cubicBezTo>
                <a:lnTo>
                  <a:pt x="50712" y="107505"/>
                </a:lnTo>
                <a:cubicBezTo>
                  <a:pt x="50712" y="114306"/>
                  <a:pt x="51104" y="118639"/>
                  <a:pt x="51889" y="120502"/>
                </a:cubicBezTo>
                <a:cubicBezTo>
                  <a:pt x="52674" y="122366"/>
                  <a:pt x="54210" y="123755"/>
                  <a:pt x="56499" y="124671"/>
                </a:cubicBezTo>
                <a:cubicBezTo>
                  <a:pt x="58134" y="125260"/>
                  <a:pt x="62090" y="125554"/>
                  <a:pt x="68368" y="125554"/>
                </a:cubicBezTo>
                <a:lnTo>
                  <a:pt x="79452" y="125554"/>
                </a:lnTo>
                <a:cubicBezTo>
                  <a:pt x="86514" y="125554"/>
                  <a:pt x="92400" y="124311"/>
                  <a:pt x="97108" y="121826"/>
                </a:cubicBezTo>
                <a:cubicBezTo>
                  <a:pt x="101816" y="119341"/>
                  <a:pt x="105887" y="115418"/>
                  <a:pt x="109320" y="110056"/>
                </a:cubicBezTo>
                <a:cubicBezTo>
                  <a:pt x="112753" y="104694"/>
                  <a:pt x="116006" y="96781"/>
                  <a:pt x="119080" y="86318"/>
                </a:cubicBezTo>
                <a:lnTo>
                  <a:pt x="123102" y="86318"/>
                </a:lnTo>
                <a:close/>
                <a:moveTo>
                  <a:pt x="188530" y="119472"/>
                </a:moveTo>
                <a:cubicBezTo>
                  <a:pt x="177348" y="129412"/>
                  <a:pt x="167310" y="134382"/>
                  <a:pt x="158416" y="134382"/>
                </a:cubicBezTo>
                <a:cubicBezTo>
                  <a:pt x="153185" y="134382"/>
                  <a:pt x="148836" y="132660"/>
                  <a:pt x="145371" y="129217"/>
                </a:cubicBezTo>
                <a:cubicBezTo>
                  <a:pt x="141905" y="125771"/>
                  <a:pt x="140172" y="121458"/>
                  <a:pt x="140172" y="116275"/>
                </a:cubicBezTo>
                <a:cubicBezTo>
                  <a:pt x="140172" y="109254"/>
                  <a:pt x="143180" y="102938"/>
                  <a:pt x="149196" y="97329"/>
                </a:cubicBezTo>
                <a:cubicBezTo>
                  <a:pt x="155212" y="91719"/>
                  <a:pt x="168323" y="84256"/>
                  <a:pt x="188530" y="74940"/>
                </a:cubicBezTo>
                <a:lnTo>
                  <a:pt x="188530" y="65720"/>
                </a:lnTo>
                <a:cubicBezTo>
                  <a:pt x="188530" y="58788"/>
                  <a:pt x="188154" y="54423"/>
                  <a:pt x="187402" y="52625"/>
                </a:cubicBezTo>
                <a:cubicBezTo>
                  <a:pt x="186650" y="50826"/>
                  <a:pt x="185227" y="49257"/>
                  <a:pt x="183135" y="47916"/>
                </a:cubicBezTo>
                <a:cubicBezTo>
                  <a:pt x="181042" y="46576"/>
                  <a:pt x="178688" y="45906"/>
                  <a:pt x="176072" y="45906"/>
                </a:cubicBezTo>
                <a:cubicBezTo>
                  <a:pt x="171822" y="45906"/>
                  <a:pt x="168323" y="46854"/>
                  <a:pt x="165577" y="48750"/>
                </a:cubicBezTo>
                <a:cubicBezTo>
                  <a:pt x="163877" y="49927"/>
                  <a:pt x="163027" y="51300"/>
                  <a:pt x="163027" y="52870"/>
                </a:cubicBezTo>
                <a:cubicBezTo>
                  <a:pt x="163027" y="54243"/>
                  <a:pt x="163942" y="55943"/>
                  <a:pt x="165773" y="57971"/>
                </a:cubicBezTo>
                <a:cubicBezTo>
                  <a:pt x="168258" y="60782"/>
                  <a:pt x="169501" y="63496"/>
                  <a:pt x="169501" y="66112"/>
                </a:cubicBezTo>
                <a:cubicBezTo>
                  <a:pt x="169501" y="69316"/>
                  <a:pt x="168307" y="72046"/>
                  <a:pt x="165920" y="74302"/>
                </a:cubicBezTo>
                <a:cubicBezTo>
                  <a:pt x="163533" y="76558"/>
                  <a:pt x="160411" y="77686"/>
                  <a:pt x="156553" y="77686"/>
                </a:cubicBezTo>
                <a:cubicBezTo>
                  <a:pt x="152433" y="77686"/>
                  <a:pt x="148984" y="76444"/>
                  <a:pt x="146204" y="73959"/>
                </a:cubicBezTo>
                <a:cubicBezTo>
                  <a:pt x="143425" y="71474"/>
                  <a:pt x="142036" y="68564"/>
                  <a:pt x="142036" y="65229"/>
                </a:cubicBezTo>
                <a:cubicBezTo>
                  <a:pt x="142036" y="60521"/>
                  <a:pt x="143899" y="56025"/>
                  <a:pt x="147627" y="51742"/>
                </a:cubicBezTo>
                <a:cubicBezTo>
                  <a:pt x="151354" y="47459"/>
                  <a:pt x="156553" y="44173"/>
                  <a:pt x="163223" y="41884"/>
                </a:cubicBezTo>
                <a:cubicBezTo>
                  <a:pt x="169893" y="39595"/>
                  <a:pt x="176824" y="38451"/>
                  <a:pt x="184018" y="38451"/>
                </a:cubicBezTo>
                <a:cubicBezTo>
                  <a:pt x="192715" y="38451"/>
                  <a:pt x="199597" y="40303"/>
                  <a:pt x="204665" y="44008"/>
                </a:cubicBezTo>
                <a:cubicBezTo>
                  <a:pt x="209733" y="47711"/>
                  <a:pt x="213019" y="51726"/>
                  <a:pt x="214523" y="56052"/>
                </a:cubicBezTo>
                <a:cubicBezTo>
                  <a:pt x="215439" y="58804"/>
                  <a:pt x="215897" y="65129"/>
                  <a:pt x="215897" y="75026"/>
                </a:cubicBezTo>
                <a:lnTo>
                  <a:pt x="215897" y="110715"/>
                </a:lnTo>
                <a:cubicBezTo>
                  <a:pt x="215897" y="114910"/>
                  <a:pt x="216060" y="117549"/>
                  <a:pt x="216387" y="118632"/>
                </a:cubicBezTo>
                <a:cubicBezTo>
                  <a:pt x="216714" y="119713"/>
                  <a:pt x="217204" y="120516"/>
                  <a:pt x="217858" y="121042"/>
                </a:cubicBezTo>
                <a:cubicBezTo>
                  <a:pt x="218512" y="121565"/>
                  <a:pt x="219264" y="121826"/>
                  <a:pt x="220114" y="121826"/>
                </a:cubicBezTo>
                <a:cubicBezTo>
                  <a:pt x="221815" y="121826"/>
                  <a:pt x="223547" y="120617"/>
                  <a:pt x="225313" y="118197"/>
                </a:cubicBezTo>
                <a:lnTo>
                  <a:pt x="228256" y="120551"/>
                </a:lnTo>
                <a:cubicBezTo>
                  <a:pt x="224986" y="125390"/>
                  <a:pt x="221602" y="128905"/>
                  <a:pt x="218104" y="131096"/>
                </a:cubicBezTo>
                <a:cubicBezTo>
                  <a:pt x="214605" y="133286"/>
                  <a:pt x="210632" y="134382"/>
                  <a:pt x="206186" y="134382"/>
                </a:cubicBezTo>
                <a:cubicBezTo>
                  <a:pt x="200954" y="134382"/>
                  <a:pt x="196867" y="133147"/>
                  <a:pt x="193925" y="130679"/>
                </a:cubicBezTo>
                <a:cubicBezTo>
                  <a:pt x="190982" y="128210"/>
                  <a:pt x="189184" y="124475"/>
                  <a:pt x="188530" y="119472"/>
                </a:cubicBezTo>
                <a:moveTo>
                  <a:pt x="188530" y="112214"/>
                </a:moveTo>
                <a:lnTo>
                  <a:pt x="188530" y="81530"/>
                </a:lnTo>
                <a:cubicBezTo>
                  <a:pt x="180617" y="86196"/>
                  <a:pt x="174732" y="91190"/>
                  <a:pt x="170874" y="96513"/>
                </a:cubicBezTo>
                <a:cubicBezTo>
                  <a:pt x="168323" y="100061"/>
                  <a:pt x="167048" y="103642"/>
                  <a:pt x="167048" y="107257"/>
                </a:cubicBezTo>
                <a:cubicBezTo>
                  <a:pt x="167048" y="110279"/>
                  <a:pt x="168127" y="112941"/>
                  <a:pt x="170285" y="115242"/>
                </a:cubicBezTo>
                <a:cubicBezTo>
                  <a:pt x="171920" y="117016"/>
                  <a:pt x="174209" y="117903"/>
                  <a:pt x="177151" y="117903"/>
                </a:cubicBezTo>
                <a:cubicBezTo>
                  <a:pt x="180421" y="117903"/>
                  <a:pt x="184214" y="116006"/>
                  <a:pt x="188530" y="112214"/>
                </a:cubicBezTo>
                <a:close/>
                <a:moveTo>
                  <a:pt x="274148" y="0"/>
                </a:moveTo>
                <a:lnTo>
                  <a:pt x="274148" y="50418"/>
                </a:lnTo>
                <a:cubicBezTo>
                  <a:pt x="281865" y="42440"/>
                  <a:pt x="290300" y="38451"/>
                  <a:pt x="299455" y="38451"/>
                </a:cubicBezTo>
                <a:cubicBezTo>
                  <a:pt x="305733" y="38451"/>
                  <a:pt x="311651" y="40300"/>
                  <a:pt x="317209" y="43999"/>
                </a:cubicBezTo>
                <a:cubicBezTo>
                  <a:pt x="322768" y="47698"/>
                  <a:pt x="327116" y="52951"/>
                  <a:pt x="330255" y="59758"/>
                </a:cubicBezTo>
                <a:cubicBezTo>
                  <a:pt x="333394" y="66565"/>
                  <a:pt x="334963" y="74420"/>
                  <a:pt x="334963" y="83323"/>
                </a:cubicBezTo>
                <a:cubicBezTo>
                  <a:pt x="334963" y="93339"/>
                  <a:pt x="332969" y="102437"/>
                  <a:pt x="328980" y="110620"/>
                </a:cubicBezTo>
                <a:cubicBezTo>
                  <a:pt x="324991" y="118802"/>
                  <a:pt x="319662" y="125037"/>
                  <a:pt x="312992" y="129324"/>
                </a:cubicBezTo>
                <a:cubicBezTo>
                  <a:pt x="306322" y="133611"/>
                  <a:pt x="298703" y="135755"/>
                  <a:pt x="290137" y="135755"/>
                </a:cubicBezTo>
                <a:cubicBezTo>
                  <a:pt x="285167" y="135755"/>
                  <a:pt x="280753" y="134970"/>
                  <a:pt x="276895" y="133401"/>
                </a:cubicBezTo>
                <a:cubicBezTo>
                  <a:pt x="273037" y="131831"/>
                  <a:pt x="269244" y="129281"/>
                  <a:pt x="265517" y="125750"/>
                </a:cubicBezTo>
                <a:lnTo>
                  <a:pt x="250313" y="135755"/>
                </a:lnTo>
                <a:lnTo>
                  <a:pt x="246978" y="135755"/>
                </a:lnTo>
                <a:lnTo>
                  <a:pt x="246978" y="19029"/>
                </a:lnTo>
                <a:cubicBezTo>
                  <a:pt x="246978" y="13698"/>
                  <a:pt x="246749" y="10408"/>
                  <a:pt x="246291" y="9159"/>
                </a:cubicBezTo>
                <a:cubicBezTo>
                  <a:pt x="245637" y="7316"/>
                  <a:pt x="244607" y="5950"/>
                  <a:pt x="243201" y="5061"/>
                </a:cubicBezTo>
                <a:cubicBezTo>
                  <a:pt x="241795" y="4172"/>
                  <a:pt x="239425" y="3662"/>
                  <a:pt x="236090" y="3531"/>
                </a:cubicBezTo>
                <a:lnTo>
                  <a:pt x="236090" y="0"/>
                </a:lnTo>
                <a:lnTo>
                  <a:pt x="274148" y="0"/>
                </a:lnTo>
                <a:moveTo>
                  <a:pt x="274148" y="59160"/>
                </a:moveTo>
                <a:lnTo>
                  <a:pt x="274148" y="100014"/>
                </a:lnTo>
                <a:cubicBezTo>
                  <a:pt x="274148" y="108329"/>
                  <a:pt x="274345" y="113633"/>
                  <a:pt x="274737" y="115926"/>
                </a:cubicBezTo>
                <a:cubicBezTo>
                  <a:pt x="275391" y="119788"/>
                  <a:pt x="276960" y="122915"/>
                  <a:pt x="279445" y="125305"/>
                </a:cubicBezTo>
                <a:cubicBezTo>
                  <a:pt x="281930" y="127694"/>
                  <a:pt x="285102" y="128889"/>
                  <a:pt x="288960" y="128889"/>
                </a:cubicBezTo>
                <a:cubicBezTo>
                  <a:pt x="292295" y="128889"/>
                  <a:pt x="295156" y="127940"/>
                  <a:pt x="297543" y="126041"/>
                </a:cubicBezTo>
                <a:cubicBezTo>
                  <a:pt x="299929" y="124143"/>
                  <a:pt x="301924" y="120379"/>
                  <a:pt x="303526" y="114749"/>
                </a:cubicBezTo>
                <a:cubicBezTo>
                  <a:pt x="305128" y="109117"/>
                  <a:pt x="305929" y="98968"/>
                  <a:pt x="305929" y="84301"/>
                </a:cubicBezTo>
                <a:cubicBezTo>
                  <a:pt x="305929" y="70223"/>
                  <a:pt x="304164" y="60566"/>
                  <a:pt x="300632" y="55328"/>
                </a:cubicBezTo>
                <a:cubicBezTo>
                  <a:pt x="298082" y="51531"/>
                  <a:pt x="294649" y="49633"/>
                  <a:pt x="290333" y="49633"/>
                </a:cubicBezTo>
                <a:cubicBezTo>
                  <a:pt x="284709" y="49633"/>
                  <a:pt x="279314" y="52809"/>
                  <a:pt x="274148" y="59160"/>
                </a:cubicBezTo>
                <a:close/>
                <a:moveTo>
                  <a:pt x="427899" y="83768"/>
                </a:moveTo>
                <a:lnTo>
                  <a:pt x="377579" y="83768"/>
                </a:lnTo>
                <a:cubicBezTo>
                  <a:pt x="378168" y="95964"/>
                  <a:pt x="381405" y="105602"/>
                  <a:pt x="387290" y="112683"/>
                </a:cubicBezTo>
                <a:cubicBezTo>
                  <a:pt x="391802" y="118125"/>
                  <a:pt x="397230" y="120846"/>
                  <a:pt x="403573" y="120846"/>
                </a:cubicBezTo>
                <a:cubicBezTo>
                  <a:pt x="407496" y="120846"/>
                  <a:pt x="411060" y="119750"/>
                  <a:pt x="414264" y="117560"/>
                </a:cubicBezTo>
                <a:cubicBezTo>
                  <a:pt x="417469" y="115369"/>
                  <a:pt x="420902" y="111429"/>
                  <a:pt x="424564" y="105740"/>
                </a:cubicBezTo>
                <a:lnTo>
                  <a:pt x="427899" y="107898"/>
                </a:lnTo>
                <a:cubicBezTo>
                  <a:pt x="422929" y="118034"/>
                  <a:pt x="417436" y="125210"/>
                  <a:pt x="411420" y="129428"/>
                </a:cubicBezTo>
                <a:cubicBezTo>
                  <a:pt x="405404" y="133646"/>
                  <a:pt x="398439" y="135755"/>
                  <a:pt x="390527" y="135755"/>
                </a:cubicBezTo>
                <a:cubicBezTo>
                  <a:pt x="376925" y="135755"/>
                  <a:pt x="366626" y="130518"/>
                  <a:pt x="359629" y="120045"/>
                </a:cubicBezTo>
                <a:cubicBezTo>
                  <a:pt x="354005" y="111602"/>
                  <a:pt x="351193" y="101129"/>
                  <a:pt x="351193" y="88626"/>
                </a:cubicBezTo>
                <a:cubicBezTo>
                  <a:pt x="351193" y="73308"/>
                  <a:pt x="355329" y="61117"/>
                  <a:pt x="363602" y="52051"/>
                </a:cubicBezTo>
                <a:cubicBezTo>
                  <a:pt x="371874" y="42984"/>
                  <a:pt x="381568" y="38451"/>
                  <a:pt x="392685" y="38451"/>
                </a:cubicBezTo>
                <a:cubicBezTo>
                  <a:pt x="401971" y="38451"/>
                  <a:pt x="410030" y="42260"/>
                  <a:pt x="416864" y="49878"/>
                </a:cubicBezTo>
                <a:cubicBezTo>
                  <a:pt x="423697" y="57496"/>
                  <a:pt x="427376" y="68793"/>
                  <a:pt x="427899" y="83768"/>
                </a:cubicBezTo>
                <a:moveTo>
                  <a:pt x="403769" y="77294"/>
                </a:moveTo>
                <a:cubicBezTo>
                  <a:pt x="403769" y="66766"/>
                  <a:pt x="403197" y="59540"/>
                  <a:pt x="402052" y="55616"/>
                </a:cubicBezTo>
                <a:cubicBezTo>
                  <a:pt x="400908" y="51693"/>
                  <a:pt x="399126" y="48717"/>
                  <a:pt x="396707" y="46690"/>
                </a:cubicBezTo>
                <a:cubicBezTo>
                  <a:pt x="395333" y="45513"/>
                  <a:pt x="393502" y="44925"/>
                  <a:pt x="391214" y="44925"/>
                </a:cubicBezTo>
                <a:cubicBezTo>
                  <a:pt x="387813" y="44925"/>
                  <a:pt x="385034" y="46592"/>
                  <a:pt x="382876" y="49927"/>
                </a:cubicBezTo>
                <a:cubicBezTo>
                  <a:pt x="379018" y="55747"/>
                  <a:pt x="377089" y="63725"/>
                  <a:pt x="377089" y="73861"/>
                </a:cubicBezTo>
                <a:lnTo>
                  <a:pt x="377089" y="77294"/>
                </a:lnTo>
                <a:lnTo>
                  <a:pt x="403769" y="77294"/>
                </a:lnTo>
                <a:close/>
                <a:moveTo>
                  <a:pt x="475990" y="0"/>
                </a:moveTo>
                <a:lnTo>
                  <a:pt x="475990" y="113979"/>
                </a:lnTo>
                <a:cubicBezTo>
                  <a:pt x="475990" y="120453"/>
                  <a:pt x="476742" y="124589"/>
                  <a:pt x="478246" y="126388"/>
                </a:cubicBezTo>
                <a:cubicBezTo>
                  <a:pt x="479750" y="128186"/>
                  <a:pt x="482692" y="129216"/>
                  <a:pt x="487074" y="129477"/>
                </a:cubicBezTo>
                <a:lnTo>
                  <a:pt x="487074" y="133009"/>
                </a:lnTo>
                <a:lnTo>
                  <a:pt x="437539" y="133009"/>
                </a:lnTo>
                <a:lnTo>
                  <a:pt x="437539" y="129477"/>
                </a:lnTo>
                <a:cubicBezTo>
                  <a:pt x="441593" y="129347"/>
                  <a:pt x="444601" y="128169"/>
                  <a:pt x="446563" y="125946"/>
                </a:cubicBezTo>
                <a:cubicBezTo>
                  <a:pt x="447871" y="124442"/>
                  <a:pt x="448525" y="120453"/>
                  <a:pt x="448525" y="113979"/>
                </a:cubicBezTo>
                <a:lnTo>
                  <a:pt x="448525" y="19029"/>
                </a:lnTo>
                <a:cubicBezTo>
                  <a:pt x="448525" y="12580"/>
                  <a:pt x="447773" y="8451"/>
                  <a:pt x="446269" y="6642"/>
                </a:cubicBezTo>
                <a:cubicBezTo>
                  <a:pt x="444765" y="4832"/>
                  <a:pt x="441855" y="3795"/>
                  <a:pt x="437539" y="3531"/>
                </a:cubicBezTo>
                <a:lnTo>
                  <a:pt x="437539" y="0"/>
                </a:lnTo>
                <a:lnTo>
                  <a:pt x="475990" y="0"/>
                </a:lnTo>
                <a:close/>
                <a:moveTo>
                  <a:pt x="551096" y="96912"/>
                </a:moveTo>
                <a:lnTo>
                  <a:pt x="493910" y="96912"/>
                </a:lnTo>
                <a:lnTo>
                  <a:pt x="493910" y="76509"/>
                </a:lnTo>
                <a:lnTo>
                  <a:pt x="551096" y="76509"/>
                </a:lnTo>
                <a:lnTo>
                  <a:pt x="551096" y="96912"/>
                </a:lnTo>
                <a:close/>
                <a:moveTo>
                  <a:pt x="682371" y="86318"/>
                </a:moveTo>
                <a:lnTo>
                  <a:pt x="677369" y="133009"/>
                </a:lnTo>
                <a:lnTo>
                  <a:pt x="559270" y="133009"/>
                </a:lnTo>
                <a:lnTo>
                  <a:pt x="559270" y="129477"/>
                </a:lnTo>
                <a:lnTo>
                  <a:pt x="563684" y="129477"/>
                </a:lnTo>
                <a:cubicBezTo>
                  <a:pt x="567542" y="129477"/>
                  <a:pt x="570648" y="128788"/>
                  <a:pt x="573002" y="127408"/>
                </a:cubicBezTo>
                <a:cubicBezTo>
                  <a:pt x="574703" y="126487"/>
                  <a:pt x="576010" y="124909"/>
                  <a:pt x="576926" y="122675"/>
                </a:cubicBezTo>
                <a:cubicBezTo>
                  <a:pt x="577645" y="121098"/>
                  <a:pt x="578005" y="116957"/>
                  <a:pt x="578005" y="110252"/>
                </a:cubicBezTo>
                <a:lnTo>
                  <a:pt x="578005" y="22757"/>
                </a:lnTo>
                <a:cubicBezTo>
                  <a:pt x="578005" y="15921"/>
                  <a:pt x="577645" y="11649"/>
                  <a:pt x="576926" y="9941"/>
                </a:cubicBezTo>
                <a:cubicBezTo>
                  <a:pt x="576207" y="8230"/>
                  <a:pt x="574752" y="6734"/>
                  <a:pt x="572561" y="5453"/>
                </a:cubicBezTo>
                <a:cubicBezTo>
                  <a:pt x="570370" y="4172"/>
                  <a:pt x="567411" y="3531"/>
                  <a:pt x="563684" y="3531"/>
                </a:cubicBezTo>
                <a:lnTo>
                  <a:pt x="559270" y="3531"/>
                </a:lnTo>
                <a:lnTo>
                  <a:pt x="559270" y="0"/>
                </a:lnTo>
                <a:lnTo>
                  <a:pt x="630188" y="0"/>
                </a:lnTo>
                <a:lnTo>
                  <a:pt x="630188" y="3531"/>
                </a:lnTo>
                <a:lnTo>
                  <a:pt x="624401" y="3531"/>
                </a:lnTo>
                <a:cubicBezTo>
                  <a:pt x="620543" y="3531"/>
                  <a:pt x="617437" y="4221"/>
                  <a:pt x="615082" y="5600"/>
                </a:cubicBezTo>
                <a:cubicBezTo>
                  <a:pt x="613382" y="6522"/>
                  <a:pt x="612042" y="8099"/>
                  <a:pt x="611061" y="10333"/>
                </a:cubicBezTo>
                <a:cubicBezTo>
                  <a:pt x="610342" y="11911"/>
                  <a:pt x="609982" y="16052"/>
                  <a:pt x="609982" y="22757"/>
                </a:cubicBezTo>
                <a:lnTo>
                  <a:pt x="609982" y="107505"/>
                </a:lnTo>
                <a:cubicBezTo>
                  <a:pt x="609982" y="114306"/>
                  <a:pt x="610374" y="118639"/>
                  <a:pt x="611159" y="120502"/>
                </a:cubicBezTo>
                <a:cubicBezTo>
                  <a:pt x="611944" y="122366"/>
                  <a:pt x="613480" y="123755"/>
                  <a:pt x="615769" y="124671"/>
                </a:cubicBezTo>
                <a:cubicBezTo>
                  <a:pt x="617404" y="125260"/>
                  <a:pt x="621360" y="125554"/>
                  <a:pt x="627638" y="125554"/>
                </a:cubicBezTo>
                <a:lnTo>
                  <a:pt x="638722" y="125554"/>
                </a:lnTo>
                <a:cubicBezTo>
                  <a:pt x="645784" y="125554"/>
                  <a:pt x="651670" y="124311"/>
                  <a:pt x="656378" y="121826"/>
                </a:cubicBezTo>
                <a:cubicBezTo>
                  <a:pt x="661086" y="119341"/>
                  <a:pt x="665157" y="115418"/>
                  <a:pt x="668590" y="110056"/>
                </a:cubicBezTo>
                <a:cubicBezTo>
                  <a:pt x="672023" y="104694"/>
                  <a:pt x="675276" y="96781"/>
                  <a:pt x="678350" y="86318"/>
                </a:cubicBezTo>
                <a:lnTo>
                  <a:pt x="682371" y="86318"/>
                </a:lnTo>
                <a:close/>
                <a:moveTo>
                  <a:pt x="774872" y="83768"/>
                </a:moveTo>
                <a:lnTo>
                  <a:pt x="724552" y="83768"/>
                </a:lnTo>
                <a:cubicBezTo>
                  <a:pt x="725141" y="95964"/>
                  <a:pt x="728378" y="105602"/>
                  <a:pt x="734263" y="112683"/>
                </a:cubicBezTo>
                <a:cubicBezTo>
                  <a:pt x="738775" y="118125"/>
                  <a:pt x="744203" y="120846"/>
                  <a:pt x="750546" y="120846"/>
                </a:cubicBezTo>
                <a:cubicBezTo>
                  <a:pt x="754469" y="120846"/>
                  <a:pt x="758033" y="119750"/>
                  <a:pt x="761238" y="117560"/>
                </a:cubicBezTo>
                <a:cubicBezTo>
                  <a:pt x="764442" y="115369"/>
                  <a:pt x="767875" y="111429"/>
                  <a:pt x="771537" y="105740"/>
                </a:cubicBezTo>
                <a:lnTo>
                  <a:pt x="774872" y="107898"/>
                </a:lnTo>
                <a:cubicBezTo>
                  <a:pt x="769902" y="118034"/>
                  <a:pt x="764409" y="125210"/>
                  <a:pt x="758393" y="129428"/>
                </a:cubicBezTo>
                <a:cubicBezTo>
                  <a:pt x="752377" y="133646"/>
                  <a:pt x="745413" y="135755"/>
                  <a:pt x="737500" y="135755"/>
                </a:cubicBezTo>
                <a:cubicBezTo>
                  <a:pt x="723898" y="135755"/>
                  <a:pt x="713599" y="130518"/>
                  <a:pt x="706602" y="120045"/>
                </a:cubicBezTo>
                <a:cubicBezTo>
                  <a:pt x="700978" y="111602"/>
                  <a:pt x="698166" y="101129"/>
                  <a:pt x="698166" y="88626"/>
                </a:cubicBezTo>
                <a:cubicBezTo>
                  <a:pt x="698166" y="73308"/>
                  <a:pt x="702302" y="61117"/>
                  <a:pt x="710575" y="52051"/>
                </a:cubicBezTo>
                <a:cubicBezTo>
                  <a:pt x="718847" y="42984"/>
                  <a:pt x="728541" y="38451"/>
                  <a:pt x="739658" y="38451"/>
                </a:cubicBezTo>
                <a:cubicBezTo>
                  <a:pt x="748944" y="38451"/>
                  <a:pt x="757003" y="42260"/>
                  <a:pt x="763837" y="49878"/>
                </a:cubicBezTo>
                <a:cubicBezTo>
                  <a:pt x="770670" y="57496"/>
                  <a:pt x="774349" y="68793"/>
                  <a:pt x="774872" y="83768"/>
                </a:cubicBezTo>
                <a:moveTo>
                  <a:pt x="750742" y="77294"/>
                </a:moveTo>
                <a:cubicBezTo>
                  <a:pt x="750742" y="66766"/>
                  <a:pt x="750170" y="59540"/>
                  <a:pt x="749025" y="55616"/>
                </a:cubicBezTo>
                <a:cubicBezTo>
                  <a:pt x="747881" y="51693"/>
                  <a:pt x="746099" y="48717"/>
                  <a:pt x="743680" y="46690"/>
                </a:cubicBezTo>
                <a:cubicBezTo>
                  <a:pt x="742306" y="45513"/>
                  <a:pt x="740475" y="44925"/>
                  <a:pt x="738187" y="44925"/>
                </a:cubicBezTo>
                <a:cubicBezTo>
                  <a:pt x="734786" y="44925"/>
                  <a:pt x="732007" y="46592"/>
                  <a:pt x="729849" y="49927"/>
                </a:cubicBezTo>
                <a:cubicBezTo>
                  <a:pt x="725991" y="55747"/>
                  <a:pt x="724062" y="63725"/>
                  <a:pt x="724062" y="73861"/>
                </a:cubicBezTo>
                <a:lnTo>
                  <a:pt x="724062" y="77294"/>
                </a:lnTo>
                <a:lnTo>
                  <a:pt x="750742" y="77294"/>
                </a:lnTo>
                <a:close/>
                <a:moveTo>
                  <a:pt x="828456" y="135755"/>
                </a:moveTo>
                <a:lnTo>
                  <a:pt x="797558" y="64598"/>
                </a:lnTo>
                <a:cubicBezTo>
                  <a:pt x="793831" y="55964"/>
                  <a:pt x="790921" y="50494"/>
                  <a:pt x="788828" y="48189"/>
                </a:cubicBezTo>
                <a:cubicBezTo>
                  <a:pt x="787324" y="46475"/>
                  <a:pt x="785101" y="45321"/>
                  <a:pt x="782158" y="44729"/>
                </a:cubicBezTo>
                <a:lnTo>
                  <a:pt x="782158" y="41197"/>
                </a:lnTo>
                <a:lnTo>
                  <a:pt x="830908" y="41197"/>
                </a:lnTo>
                <a:lnTo>
                  <a:pt x="830908" y="44729"/>
                </a:lnTo>
                <a:cubicBezTo>
                  <a:pt x="827835" y="44729"/>
                  <a:pt x="825742" y="45287"/>
                  <a:pt x="824631" y="46405"/>
                </a:cubicBezTo>
                <a:cubicBezTo>
                  <a:pt x="823061" y="47854"/>
                  <a:pt x="822276" y="49565"/>
                  <a:pt x="822276" y="51537"/>
                </a:cubicBezTo>
                <a:cubicBezTo>
                  <a:pt x="822276" y="53970"/>
                  <a:pt x="823715" y="58543"/>
                  <a:pt x="826592" y="65254"/>
                </a:cubicBezTo>
                <a:lnTo>
                  <a:pt x="841698" y="99720"/>
                </a:lnTo>
                <a:lnTo>
                  <a:pt x="853763" y="69968"/>
                </a:lnTo>
                <a:cubicBezTo>
                  <a:pt x="857229" y="61424"/>
                  <a:pt x="858962" y="55377"/>
                  <a:pt x="858962" y="51828"/>
                </a:cubicBezTo>
                <a:cubicBezTo>
                  <a:pt x="858962" y="49790"/>
                  <a:pt x="858226" y="48131"/>
                  <a:pt x="856755" y="46850"/>
                </a:cubicBezTo>
                <a:cubicBezTo>
                  <a:pt x="855283" y="45566"/>
                  <a:pt x="852684" y="44859"/>
                  <a:pt x="848957" y="44729"/>
                </a:cubicBezTo>
                <a:lnTo>
                  <a:pt x="848957" y="41197"/>
                </a:lnTo>
                <a:lnTo>
                  <a:pt x="878972" y="41197"/>
                </a:lnTo>
                <a:lnTo>
                  <a:pt x="878972" y="44729"/>
                </a:lnTo>
                <a:cubicBezTo>
                  <a:pt x="876094" y="45123"/>
                  <a:pt x="873740" y="46207"/>
                  <a:pt x="871909" y="47981"/>
                </a:cubicBezTo>
                <a:cubicBezTo>
                  <a:pt x="870078" y="49755"/>
                  <a:pt x="867332" y="54977"/>
                  <a:pt x="863670" y="63647"/>
                </a:cubicBezTo>
                <a:lnTo>
                  <a:pt x="833066" y="135755"/>
                </a:lnTo>
                <a:lnTo>
                  <a:pt x="828456" y="135755"/>
                </a:lnTo>
                <a:close/>
                <a:moveTo>
                  <a:pt x="965473" y="83768"/>
                </a:moveTo>
                <a:lnTo>
                  <a:pt x="915153" y="83768"/>
                </a:lnTo>
                <a:cubicBezTo>
                  <a:pt x="915742" y="95964"/>
                  <a:pt x="918979" y="105602"/>
                  <a:pt x="924864" y="112683"/>
                </a:cubicBezTo>
                <a:cubicBezTo>
                  <a:pt x="929376" y="118125"/>
                  <a:pt x="934804" y="120846"/>
                  <a:pt x="941147" y="120846"/>
                </a:cubicBezTo>
                <a:cubicBezTo>
                  <a:pt x="945070" y="120846"/>
                  <a:pt x="948634" y="119750"/>
                  <a:pt x="951839" y="117560"/>
                </a:cubicBezTo>
                <a:cubicBezTo>
                  <a:pt x="955043" y="115369"/>
                  <a:pt x="958476" y="111429"/>
                  <a:pt x="962138" y="105740"/>
                </a:cubicBezTo>
                <a:lnTo>
                  <a:pt x="965473" y="107898"/>
                </a:lnTo>
                <a:cubicBezTo>
                  <a:pt x="960503" y="118034"/>
                  <a:pt x="955010" y="125210"/>
                  <a:pt x="948994" y="129428"/>
                </a:cubicBezTo>
                <a:cubicBezTo>
                  <a:pt x="942978" y="133646"/>
                  <a:pt x="936014" y="135755"/>
                  <a:pt x="928101" y="135755"/>
                </a:cubicBezTo>
                <a:cubicBezTo>
                  <a:pt x="914499" y="135755"/>
                  <a:pt x="904200" y="130518"/>
                  <a:pt x="897203" y="120045"/>
                </a:cubicBezTo>
                <a:cubicBezTo>
                  <a:pt x="891579" y="111602"/>
                  <a:pt x="888767" y="101129"/>
                  <a:pt x="888767" y="88626"/>
                </a:cubicBezTo>
                <a:cubicBezTo>
                  <a:pt x="888767" y="73308"/>
                  <a:pt x="892903" y="61117"/>
                  <a:pt x="901176" y="52051"/>
                </a:cubicBezTo>
                <a:cubicBezTo>
                  <a:pt x="909448" y="42984"/>
                  <a:pt x="919142" y="38451"/>
                  <a:pt x="930259" y="38451"/>
                </a:cubicBezTo>
                <a:cubicBezTo>
                  <a:pt x="939545" y="38451"/>
                  <a:pt x="947604" y="42260"/>
                  <a:pt x="954438" y="49878"/>
                </a:cubicBezTo>
                <a:cubicBezTo>
                  <a:pt x="961271" y="57496"/>
                  <a:pt x="964950" y="68793"/>
                  <a:pt x="965473" y="83768"/>
                </a:cubicBezTo>
                <a:moveTo>
                  <a:pt x="941343" y="77294"/>
                </a:moveTo>
                <a:cubicBezTo>
                  <a:pt x="941343" y="66766"/>
                  <a:pt x="940771" y="59540"/>
                  <a:pt x="939626" y="55616"/>
                </a:cubicBezTo>
                <a:cubicBezTo>
                  <a:pt x="938482" y="51693"/>
                  <a:pt x="936700" y="48717"/>
                  <a:pt x="934281" y="46690"/>
                </a:cubicBezTo>
                <a:cubicBezTo>
                  <a:pt x="932907" y="45513"/>
                  <a:pt x="931076" y="44925"/>
                  <a:pt x="928788" y="44925"/>
                </a:cubicBezTo>
                <a:cubicBezTo>
                  <a:pt x="925387" y="44925"/>
                  <a:pt x="922608" y="46592"/>
                  <a:pt x="920450" y="49927"/>
                </a:cubicBezTo>
                <a:cubicBezTo>
                  <a:pt x="916592" y="55747"/>
                  <a:pt x="914663" y="63725"/>
                  <a:pt x="914663" y="73861"/>
                </a:cubicBezTo>
                <a:lnTo>
                  <a:pt x="914663" y="77294"/>
                </a:lnTo>
                <a:lnTo>
                  <a:pt x="941343" y="77294"/>
                </a:lnTo>
                <a:close/>
                <a:moveTo>
                  <a:pt x="1013563" y="0"/>
                </a:moveTo>
                <a:lnTo>
                  <a:pt x="1013563" y="113979"/>
                </a:lnTo>
                <a:cubicBezTo>
                  <a:pt x="1013563" y="120453"/>
                  <a:pt x="1014315" y="124589"/>
                  <a:pt x="1015819" y="126388"/>
                </a:cubicBezTo>
                <a:cubicBezTo>
                  <a:pt x="1017323" y="128186"/>
                  <a:pt x="1020266" y="129216"/>
                  <a:pt x="1024647" y="129477"/>
                </a:cubicBezTo>
                <a:lnTo>
                  <a:pt x="1024647" y="133009"/>
                </a:lnTo>
                <a:lnTo>
                  <a:pt x="975112" y="133009"/>
                </a:lnTo>
                <a:lnTo>
                  <a:pt x="975112" y="129477"/>
                </a:lnTo>
                <a:cubicBezTo>
                  <a:pt x="979166" y="129347"/>
                  <a:pt x="982174" y="128169"/>
                  <a:pt x="984136" y="125946"/>
                </a:cubicBezTo>
                <a:cubicBezTo>
                  <a:pt x="985444" y="124442"/>
                  <a:pt x="986098" y="120453"/>
                  <a:pt x="986098" y="113979"/>
                </a:cubicBezTo>
                <a:lnTo>
                  <a:pt x="986098" y="19029"/>
                </a:lnTo>
                <a:cubicBezTo>
                  <a:pt x="986098" y="12580"/>
                  <a:pt x="985346" y="8451"/>
                  <a:pt x="983842" y="6642"/>
                </a:cubicBezTo>
                <a:cubicBezTo>
                  <a:pt x="982338" y="4832"/>
                  <a:pt x="979428" y="3795"/>
                  <a:pt x="975112" y="3531"/>
                </a:cubicBezTo>
                <a:lnTo>
                  <a:pt x="975112" y="0"/>
                </a:lnTo>
                <a:lnTo>
                  <a:pt x="101356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64D3A4-DAAE-41F7-9921-09C72C30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745" y="951914"/>
            <a:ext cx="5553130" cy="10"/>
          </a:xfrm>
          <a:custGeom xmlns:a="http://schemas.openxmlformats.org/drawingml/2006/main">
            <a:pathLst>
              <a:path w="5553130" h="1" fill="none">
                <a:moveTo>
                  <a:pt x="0" y="0"/>
                </a:moveTo>
                <a:lnTo>
                  <a:pt x="5553130" y="1"/>
                </a:lnTo>
              </a:path>
            </a:pathLst>
          </a:custGeom>
          <a:noFill xmlns:a="http://schemas.openxmlformats.org/drawingml/2006/main"/>
          <a:ln xmlns:a="http://schemas.openxmlformats.org/drawingml/2006/main" w="17983" cap="flat">
            <a:solidFill>
              <a:srgbClr val="156082"/>
            </a:solidFill>
            <a:custDash>
              <a:ds d="400000" sp="300000"/>
            </a:custDash>
            <a:miter/>
          </a:ln>
        </p:spPr>
      </p:sp>
      <p:sp>
        <p:nvSpPr>
          <p:cNvPr id="52" name="Text Subcategory-Level">
            <a:extLst xmlns:a="http://schemas.openxmlformats.org/drawingml/2006/main">
              <a:ext uri="{FF2B5EF4-FFF2-40B4-BE49-F238E27FC236}">
                <a16:creationId xmlns:a16="http://schemas.microsoft.com/office/drawing/2014/main" id="{089947B2-5A4A-4697-BE6F-7856E785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487" y="1022080"/>
            <a:ext cx="1598827" cy="179306"/>
          </a:xfrm>
          <a:custGeom xmlns:a="http://schemas.openxmlformats.org/drawingml/2006/main">
            <a:pathLst>
              <a:path w="1598827" h="179306">
                <a:moveTo>
                  <a:pt x="83964" y="0"/>
                </a:moveTo>
                <a:lnTo>
                  <a:pt x="85043" y="44336"/>
                </a:lnTo>
                <a:lnTo>
                  <a:pt x="81021" y="44336"/>
                </a:lnTo>
                <a:cubicBezTo>
                  <a:pt x="79125" y="33248"/>
                  <a:pt x="74466" y="24329"/>
                  <a:pt x="67044" y="17579"/>
                </a:cubicBezTo>
                <a:cubicBezTo>
                  <a:pt x="59622" y="10830"/>
                  <a:pt x="51595" y="7455"/>
                  <a:pt x="42963" y="7455"/>
                </a:cubicBezTo>
                <a:cubicBezTo>
                  <a:pt x="36293" y="7455"/>
                  <a:pt x="31012" y="9232"/>
                  <a:pt x="27122" y="12785"/>
                </a:cubicBezTo>
                <a:cubicBezTo>
                  <a:pt x="23231" y="16337"/>
                  <a:pt x="21285" y="20427"/>
                  <a:pt x="21285" y="25056"/>
                </a:cubicBezTo>
                <a:cubicBezTo>
                  <a:pt x="21285" y="27988"/>
                  <a:pt x="21972" y="30596"/>
                  <a:pt x="23345" y="32878"/>
                </a:cubicBezTo>
                <a:cubicBezTo>
                  <a:pt x="25242" y="35941"/>
                  <a:pt x="28282" y="38972"/>
                  <a:pt x="32467" y="41970"/>
                </a:cubicBezTo>
                <a:cubicBezTo>
                  <a:pt x="35541" y="44122"/>
                  <a:pt x="42636" y="47936"/>
                  <a:pt x="53753" y="53412"/>
                </a:cubicBezTo>
                <a:cubicBezTo>
                  <a:pt x="69316" y="61039"/>
                  <a:pt x="79812" y="68243"/>
                  <a:pt x="85239" y="75026"/>
                </a:cubicBezTo>
                <a:cubicBezTo>
                  <a:pt x="90601" y="81806"/>
                  <a:pt x="93283" y="89565"/>
                  <a:pt x="93283" y="98303"/>
                </a:cubicBezTo>
                <a:cubicBezTo>
                  <a:pt x="93283" y="109387"/>
                  <a:pt x="88950" y="118924"/>
                  <a:pt x="80286" y="126912"/>
                </a:cubicBezTo>
                <a:cubicBezTo>
                  <a:pt x="71621" y="134900"/>
                  <a:pt x="60619" y="138894"/>
                  <a:pt x="47279" y="138894"/>
                </a:cubicBezTo>
                <a:cubicBezTo>
                  <a:pt x="43094" y="138894"/>
                  <a:pt x="39137" y="138469"/>
                  <a:pt x="35410" y="137619"/>
                </a:cubicBezTo>
                <a:cubicBezTo>
                  <a:pt x="31683" y="136769"/>
                  <a:pt x="27007" y="135166"/>
                  <a:pt x="21383" y="132812"/>
                </a:cubicBezTo>
                <a:cubicBezTo>
                  <a:pt x="18245" y="131504"/>
                  <a:pt x="15662" y="130851"/>
                  <a:pt x="13634" y="130851"/>
                </a:cubicBezTo>
                <a:cubicBezTo>
                  <a:pt x="11934" y="130851"/>
                  <a:pt x="10136" y="131513"/>
                  <a:pt x="8239" y="132837"/>
                </a:cubicBezTo>
                <a:cubicBezTo>
                  <a:pt x="6343" y="134161"/>
                  <a:pt x="4806" y="136180"/>
                  <a:pt x="3629" y="138894"/>
                </a:cubicBezTo>
                <a:lnTo>
                  <a:pt x="0" y="138894"/>
                </a:lnTo>
                <a:lnTo>
                  <a:pt x="0" y="88672"/>
                </a:lnTo>
                <a:lnTo>
                  <a:pt x="3629" y="88672"/>
                </a:lnTo>
                <a:cubicBezTo>
                  <a:pt x="6507" y="102764"/>
                  <a:pt x="12049" y="113513"/>
                  <a:pt x="20255" y="120919"/>
                </a:cubicBezTo>
                <a:cubicBezTo>
                  <a:pt x="28462" y="128325"/>
                  <a:pt x="37306" y="132028"/>
                  <a:pt x="46788" y="132028"/>
                </a:cubicBezTo>
                <a:cubicBezTo>
                  <a:pt x="54112" y="132028"/>
                  <a:pt x="59949" y="130039"/>
                  <a:pt x="64297" y="126063"/>
                </a:cubicBezTo>
                <a:cubicBezTo>
                  <a:pt x="68646" y="122086"/>
                  <a:pt x="70820" y="117457"/>
                  <a:pt x="70820" y="112177"/>
                </a:cubicBezTo>
                <a:cubicBezTo>
                  <a:pt x="70820" y="109048"/>
                  <a:pt x="69986" y="106018"/>
                  <a:pt x="68319" y="103085"/>
                </a:cubicBezTo>
                <a:cubicBezTo>
                  <a:pt x="66651" y="100151"/>
                  <a:pt x="64117" y="97363"/>
                  <a:pt x="60717" y="94723"/>
                </a:cubicBezTo>
                <a:cubicBezTo>
                  <a:pt x="57317" y="92083"/>
                  <a:pt x="51300" y="88645"/>
                  <a:pt x="42669" y="84409"/>
                </a:cubicBezTo>
                <a:cubicBezTo>
                  <a:pt x="30571" y="78476"/>
                  <a:pt x="21874" y="73421"/>
                  <a:pt x="16577" y="69242"/>
                </a:cubicBezTo>
                <a:cubicBezTo>
                  <a:pt x="11280" y="65063"/>
                  <a:pt x="7210" y="60394"/>
                  <a:pt x="4365" y="55236"/>
                </a:cubicBezTo>
                <a:cubicBezTo>
                  <a:pt x="1520" y="50078"/>
                  <a:pt x="98" y="44398"/>
                  <a:pt x="98" y="38196"/>
                </a:cubicBezTo>
                <a:cubicBezTo>
                  <a:pt x="98" y="27619"/>
                  <a:pt x="3989" y="18609"/>
                  <a:pt x="11771" y="11167"/>
                </a:cubicBezTo>
                <a:cubicBezTo>
                  <a:pt x="19552" y="3722"/>
                  <a:pt x="29361" y="0"/>
                  <a:pt x="41197" y="0"/>
                </a:cubicBezTo>
                <a:cubicBezTo>
                  <a:pt x="45513" y="0"/>
                  <a:pt x="49698" y="529"/>
                  <a:pt x="53753" y="1588"/>
                </a:cubicBezTo>
                <a:cubicBezTo>
                  <a:pt x="56826" y="2381"/>
                  <a:pt x="60570" y="3851"/>
                  <a:pt x="64984" y="5999"/>
                </a:cubicBezTo>
                <a:cubicBezTo>
                  <a:pt x="69398" y="8146"/>
                  <a:pt x="72488" y="9220"/>
                  <a:pt x="74253" y="9220"/>
                </a:cubicBezTo>
                <a:cubicBezTo>
                  <a:pt x="75953" y="9220"/>
                  <a:pt x="77294" y="8692"/>
                  <a:pt x="78275" y="7636"/>
                </a:cubicBezTo>
                <a:cubicBezTo>
                  <a:pt x="79256" y="6577"/>
                  <a:pt x="80171" y="4032"/>
                  <a:pt x="81021" y="0"/>
                </a:cubicBezTo>
                <a:lnTo>
                  <a:pt x="83964" y="0"/>
                </a:lnTo>
                <a:close/>
                <a:moveTo>
                  <a:pt x="196437" y="44140"/>
                </a:moveTo>
                <a:lnTo>
                  <a:pt x="196437" y="115941"/>
                </a:lnTo>
                <a:cubicBezTo>
                  <a:pt x="196437" y="122981"/>
                  <a:pt x="197091" y="127372"/>
                  <a:pt x="198399" y="129116"/>
                </a:cubicBezTo>
                <a:cubicBezTo>
                  <a:pt x="199707" y="130859"/>
                  <a:pt x="202356" y="131960"/>
                  <a:pt x="206344" y="132420"/>
                </a:cubicBezTo>
                <a:lnTo>
                  <a:pt x="206344" y="135951"/>
                </a:lnTo>
                <a:lnTo>
                  <a:pt x="168973" y="135951"/>
                </a:lnTo>
                <a:lnTo>
                  <a:pt x="168973" y="123690"/>
                </a:lnTo>
                <a:cubicBezTo>
                  <a:pt x="164591" y="128921"/>
                  <a:pt x="160210" y="132731"/>
                  <a:pt x="155829" y="135117"/>
                </a:cubicBezTo>
                <a:cubicBezTo>
                  <a:pt x="151447" y="137504"/>
                  <a:pt x="146543" y="138698"/>
                  <a:pt x="141115" y="138698"/>
                </a:cubicBezTo>
                <a:cubicBezTo>
                  <a:pt x="135949" y="138698"/>
                  <a:pt x="131356" y="137112"/>
                  <a:pt x="127334" y="133940"/>
                </a:cubicBezTo>
                <a:cubicBezTo>
                  <a:pt x="123312" y="130769"/>
                  <a:pt x="120615" y="127058"/>
                  <a:pt x="119242" y="122807"/>
                </a:cubicBezTo>
                <a:cubicBezTo>
                  <a:pt x="117868" y="118557"/>
                  <a:pt x="117182" y="111135"/>
                  <a:pt x="117182" y="100541"/>
                </a:cubicBezTo>
                <a:lnTo>
                  <a:pt x="117182" y="64150"/>
                </a:lnTo>
                <a:cubicBezTo>
                  <a:pt x="117182" y="57135"/>
                  <a:pt x="116544" y="52767"/>
                  <a:pt x="115269" y="51046"/>
                </a:cubicBezTo>
                <a:cubicBezTo>
                  <a:pt x="113994" y="49325"/>
                  <a:pt x="111329" y="48200"/>
                  <a:pt x="107275" y="47671"/>
                </a:cubicBezTo>
                <a:lnTo>
                  <a:pt x="107275" y="44140"/>
                </a:lnTo>
                <a:lnTo>
                  <a:pt x="144647" y="44140"/>
                </a:lnTo>
                <a:lnTo>
                  <a:pt x="144647" y="106895"/>
                </a:lnTo>
                <a:cubicBezTo>
                  <a:pt x="144647" y="113443"/>
                  <a:pt x="144957" y="117666"/>
                  <a:pt x="145578" y="119564"/>
                </a:cubicBezTo>
                <a:cubicBezTo>
                  <a:pt x="146200" y="121463"/>
                  <a:pt x="147181" y="122903"/>
                  <a:pt x="148521" y="123886"/>
                </a:cubicBezTo>
                <a:cubicBezTo>
                  <a:pt x="149862" y="124867"/>
                  <a:pt x="151415" y="125358"/>
                  <a:pt x="153180" y="125358"/>
                </a:cubicBezTo>
                <a:cubicBezTo>
                  <a:pt x="155534" y="125358"/>
                  <a:pt x="157660" y="124736"/>
                  <a:pt x="159556" y="123494"/>
                </a:cubicBezTo>
                <a:cubicBezTo>
                  <a:pt x="162172" y="121794"/>
                  <a:pt x="165311" y="118361"/>
                  <a:pt x="168973" y="113195"/>
                </a:cubicBezTo>
                <a:lnTo>
                  <a:pt x="168973" y="64150"/>
                </a:lnTo>
                <a:cubicBezTo>
                  <a:pt x="168973" y="57135"/>
                  <a:pt x="168335" y="52767"/>
                  <a:pt x="167060" y="51046"/>
                </a:cubicBezTo>
                <a:cubicBezTo>
                  <a:pt x="165785" y="49325"/>
                  <a:pt x="163120" y="48200"/>
                  <a:pt x="159066" y="47671"/>
                </a:cubicBezTo>
                <a:lnTo>
                  <a:pt x="159066" y="44140"/>
                </a:lnTo>
                <a:lnTo>
                  <a:pt x="196437" y="44140"/>
                </a:lnTo>
                <a:close/>
                <a:moveTo>
                  <a:pt x="254862" y="2943"/>
                </a:moveTo>
                <a:lnTo>
                  <a:pt x="254862" y="53360"/>
                </a:lnTo>
                <a:cubicBezTo>
                  <a:pt x="262579" y="45382"/>
                  <a:pt x="271014" y="41394"/>
                  <a:pt x="280169" y="41394"/>
                </a:cubicBezTo>
                <a:cubicBezTo>
                  <a:pt x="286447" y="41394"/>
                  <a:pt x="292365" y="43243"/>
                  <a:pt x="297923" y="46942"/>
                </a:cubicBezTo>
                <a:cubicBezTo>
                  <a:pt x="303482" y="50640"/>
                  <a:pt x="307830" y="55893"/>
                  <a:pt x="310969" y="62700"/>
                </a:cubicBezTo>
                <a:cubicBezTo>
                  <a:pt x="314108" y="69507"/>
                  <a:pt x="315678" y="77362"/>
                  <a:pt x="315678" y="86266"/>
                </a:cubicBezTo>
                <a:cubicBezTo>
                  <a:pt x="315678" y="96281"/>
                  <a:pt x="313683" y="105380"/>
                  <a:pt x="309694" y="113562"/>
                </a:cubicBezTo>
                <a:cubicBezTo>
                  <a:pt x="305705" y="121745"/>
                  <a:pt x="300376" y="127979"/>
                  <a:pt x="293706" y="132267"/>
                </a:cubicBezTo>
                <a:cubicBezTo>
                  <a:pt x="287036" y="136554"/>
                  <a:pt x="279417" y="138698"/>
                  <a:pt x="270851" y="138698"/>
                </a:cubicBezTo>
                <a:cubicBezTo>
                  <a:pt x="265881" y="138698"/>
                  <a:pt x="261467" y="137913"/>
                  <a:pt x="257609" y="136344"/>
                </a:cubicBezTo>
                <a:cubicBezTo>
                  <a:pt x="253751" y="134774"/>
                  <a:pt x="249958" y="132224"/>
                  <a:pt x="246231" y="128693"/>
                </a:cubicBezTo>
                <a:lnTo>
                  <a:pt x="231027" y="138698"/>
                </a:lnTo>
                <a:lnTo>
                  <a:pt x="227692" y="138698"/>
                </a:lnTo>
                <a:lnTo>
                  <a:pt x="227692" y="21972"/>
                </a:lnTo>
                <a:cubicBezTo>
                  <a:pt x="227692" y="16640"/>
                  <a:pt x="227463" y="13350"/>
                  <a:pt x="227005" y="12102"/>
                </a:cubicBezTo>
                <a:cubicBezTo>
                  <a:pt x="226351" y="10258"/>
                  <a:pt x="225321" y="8892"/>
                  <a:pt x="223915" y="8003"/>
                </a:cubicBezTo>
                <a:cubicBezTo>
                  <a:pt x="222509" y="7115"/>
                  <a:pt x="220139" y="6605"/>
                  <a:pt x="216804" y="6474"/>
                </a:cubicBezTo>
                <a:lnTo>
                  <a:pt x="216804" y="2943"/>
                </a:lnTo>
                <a:lnTo>
                  <a:pt x="254862" y="2943"/>
                </a:lnTo>
                <a:moveTo>
                  <a:pt x="254862" y="62103"/>
                </a:moveTo>
                <a:lnTo>
                  <a:pt x="254862" y="102957"/>
                </a:lnTo>
                <a:cubicBezTo>
                  <a:pt x="254862" y="111272"/>
                  <a:pt x="255059" y="116576"/>
                  <a:pt x="255451" y="118868"/>
                </a:cubicBezTo>
                <a:cubicBezTo>
                  <a:pt x="256105" y="122731"/>
                  <a:pt x="257674" y="125857"/>
                  <a:pt x="260159" y="128248"/>
                </a:cubicBezTo>
                <a:cubicBezTo>
                  <a:pt x="262644" y="130637"/>
                  <a:pt x="265816" y="131831"/>
                  <a:pt x="269674" y="131831"/>
                </a:cubicBezTo>
                <a:cubicBezTo>
                  <a:pt x="273009" y="131831"/>
                  <a:pt x="275870" y="130882"/>
                  <a:pt x="278257" y="128984"/>
                </a:cubicBezTo>
                <a:cubicBezTo>
                  <a:pt x="280643" y="127085"/>
                  <a:pt x="282638" y="123321"/>
                  <a:pt x="284240" y="117691"/>
                </a:cubicBezTo>
                <a:cubicBezTo>
                  <a:pt x="285842" y="112059"/>
                  <a:pt x="286643" y="101910"/>
                  <a:pt x="286643" y="87244"/>
                </a:cubicBezTo>
                <a:cubicBezTo>
                  <a:pt x="286643" y="73166"/>
                  <a:pt x="284878" y="63508"/>
                  <a:pt x="281346" y="58271"/>
                </a:cubicBezTo>
                <a:cubicBezTo>
                  <a:pt x="278796" y="54474"/>
                  <a:pt x="275363" y="52576"/>
                  <a:pt x="271047" y="52576"/>
                </a:cubicBezTo>
                <a:cubicBezTo>
                  <a:pt x="265423" y="52576"/>
                  <a:pt x="260028" y="55751"/>
                  <a:pt x="254862" y="62103"/>
                </a:cubicBezTo>
                <a:close/>
                <a:moveTo>
                  <a:pt x="405688" y="112235"/>
                </a:moveTo>
                <a:lnTo>
                  <a:pt x="408729" y="114586"/>
                </a:lnTo>
                <a:cubicBezTo>
                  <a:pt x="404413" y="122721"/>
                  <a:pt x="399035" y="128774"/>
                  <a:pt x="392593" y="132745"/>
                </a:cubicBezTo>
                <a:cubicBezTo>
                  <a:pt x="386152" y="136713"/>
                  <a:pt x="379302" y="138698"/>
                  <a:pt x="372044" y="138698"/>
                </a:cubicBezTo>
                <a:cubicBezTo>
                  <a:pt x="359815" y="138698"/>
                  <a:pt x="350039" y="134083"/>
                  <a:pt x="342715" y="124855"/>
                </a:cubicBezTo>
                <a:cubicBezTo>
                  <a:pt x="335391" y="115624"/>
                  <a:pt x="331729" y="104529"/>
                  <a:pt x="331729" y="91569"/>
                </a:cubicBezTo>
                <a:cubicBezTo>
                  <a:pt x="331729" y="79065"/>
                  <a:pt x="335064" y="68068"/>
                  <a:pt x="341734" y="58577"/>
                </a:cubicBezTo>
                <a:cubicBezTo>
                  <a:pt x="349778" y="47121"/>
                  <a:pt x="360862" y="41394"/>
                  <a:pt x="374987" y="41394"/>
                </a:cubicBezTo>
                <a:cubicBezTo>
                  <a:pt x="384468" y="41394"/>
                  <a:pt x="392005" y="43787"/>
                  <a:pt x="397596" y="48575"/>
                </a:cubicBezTo>
                <a:cubicBezTo>
                  <a:pt x="403187" y="53361"/>
                  <a:pt x="405983" y="58705"/>
                  <a:pt x="405983" y="64607"/>
                </a:cubicBezTo>
                <a:cubicBezTo>
                  <a:pt x="405983" y="68344"/>
                  <a:pt x="404855" y="71328"/>
                  <a:pt x="402599" y="73557"/>
                </a:cubicBezTo>
                <a:cubicBezTo>
                  <a:pt x="400342" y="75787"/>
                  <a:pt x="397383" y="76902"/>
                  <a:pt x="393721" y="76902"/>
                </a:cubicBezTo>
                <a:cubicBezTo>
                  <a:pt x="389863" y="76902"/>
                  <a:pt x="386675" y="75622"/>
                  <a:pt x="384158" y="73064"/>
                </a:cubicBezTo>
                <a:cubicBezTo>
                  <a:pt x="381640" y="70503"/>
                  <a:pt x="380087" y="65942"/>
                  <a:pt x="379499" y="59381"/>
                </a:cubicBezTo>
                <a:cubicBezTo>
                  <a:pt x="379106" y="55247"/>
                  <a:pt x="378158" y="52359"/>
                  <a:pt x="376654" y="50718"/>
                </a:cubicBezTo>
                <a:cubicBezTo>
                  <a:pt x="375150" y="49079"/>
                  <a:pt x="373384" y="48260"/>
                  <a:pt x="371357" y="48260"/>
                </a:cubicBezTo>
                <a:cubicBezTo>
                  <a:pt x="368218" y="48260"/>
                  <a:pt x="365537" y="49927"/>
                  <a:pt x="363314" y="53262"/>
                </a:cubicBezTo>
                <a:cubicBezTo>
                  <a:pt x="359914" y="58297"/>
                  <a:pt x="358213" y="66014"/>
                  <a:pt x="358213" y="76411"/>
                </a:cubicBezTo>
                <a:cubicBezTo>
                  <a:pt x="358213" y="85043"/>
                  <a:pt x="359587" y="93299"/>
                  <a:pt x="362333" y="101179"/>
                </a:cubicBezTo>
                <a:cubicBezTo>
                  <a:pt x="365080" y="109058"/>
                  <a:pt x="368840" y="114927"/>
                  <a:pt x="373613" y="118786"/>
                </a:cubicBezTo>
                <a:cubicBezTo>
                  <a:pt x="377210" y="121598"/>
                  <a:pt x="381460" y="123003"/>
                  <a:pt x="386365" y="123003"/>
                </a:cubicBezTo>
                <a:cubicBezTo>
                  <a:pt x="389569" y="123003"/>
                  <a:pt x="392610" y="122253"/>
                  <a:pt x="395487" y="120754"/>
                </a:cubicBezTo>
                <a:cubicBezTo>
                  <a:pt x="398364" y="119252"/>
                  <a:pt x="401765" y="116412"/>
                  <a:pt x="405688" y="112235"/>
                </a:cubicBezTo>
                <a:close/>
                <a:moveTo>
                  <a:pt x="471457" y="122415"/>
                </a:moveTo>
                <a:cubicBezTo>
                  <a:pt x="460275" y="132355"/>
                  <a:pt x="450237" y="137324"/>
                  <a:pt x="441344" y="137324"/>
                </a:cubicBezTo>
                <a:cubicBezTo>
                  <a:pt x="436113" y="137324"/>
                  <a:pt x="431764" y="135603"/>
                  <a:pt x="428298" y="132159"/>
                </a:cubicBezTo>
                <a:cubicBezTo>
                  <a:pt x="424832" y="128714"/>
                  <a:pt x="423100" y="124400"/>
                  <a:pt x="423100" y="119218"/>
                </a:cubicBezTo>
                <a:cubicBezTo>
                  <a:pt x="423100" y="112196"/>
                  <a:pt x="426108" y="105881"/>
                  <a:pt x="432124" y="100271"/>
                </a:cubicBezTo>
                <a:cubicBezTo>
                  <a:pt x="438140" y="94662"/>
                  <a:pt x="451251" y="87199"/>
                  <a:pt x="471457" y="77883"/>
                </a:cubicBezTo>
                <a:lnTo>
                  <a:pt x="471457" y="68662"/>
                </a:lnTo>
                <a:cubicBezTo>
                  <a:pt x="471457" y="61731"/>
                  <a:pt x="471081" y="57366"/>
                  <a:pt x="470329" y="55567"/>
                </a:cubicBezTo>
                <a:cubicBezTo>
                  <a:pt x="469577" y="53769"/>
                  <a:pt x="468155" y="52200"/>
                  <a:pt x="466062" y="50859"/>
                </a:cubicBezTo>
                <a:cubicBezTo>
                  <a:pt x="463970" y="49519"/>
                  <a:pt x="461616" y="48848"/>
                  <a:pt x="459000" y="48848"/>
                </a:cubicBezTo>
                <a:cubicBezTo>
                  <a:pt x="454750" y="48848"/>
                  <a:pt x="451251" y="49796"/>
                  <a:pt x="448505" y="51693"/>
                </a:cubicBezTo>
                <a:cubicBezTo>
                  <a:pt x="446804" y="52870"/>
                  <a:pt x="445954" y="54243"/>
                  <a:pt x="445954" y="55813"/>
                </a:cubicBezTo>
                <a:cubicBezTo>
                  <a:pt x="445954" y="57186"/>
                  <a:pt x="446870" y="58886"/>
                  <a:pt x="448701" y="60913"/>
                </a:cubicBezTo>
                <a:cubicBezTo>
                  <a:pt x="451186" y="63725"/>
                  <a:pt x="452428" y="66439"/>
                  <a:pt x="452428" y="69055"/>
                </a:cubicBezTo>
                <a:cubicBezTo>
                  <a:pt x="452428" y="72259"/>
                  <a:pt x="451235" y="74989"/>
                  <a:pt x="448848" y="77245"/>
                </a:cubicBezTo>
                <a:cubicBezTo>
                  <a:pt x="446461" y="79501"/>
                  <a:pt x="443339" y="80629"/>
                  <a:pt x="439480" y="80629"/>
                </a:cubicBezTo>
                <a:cubicBezTo>
                  <a:pt x="435361" y="80629"/>
                  <a:pt x="431911" y="79387"/>
                  <a:pt x="429132" y="76902"/>
                </a:cubicBezTo>
                <a:cubicBezTo>
                  <a:pt x="426353" y="74417"/>
                  <a:pt x="424963" y="71507"/>
                  <a:pt x="424963" y="68172"/>
                </a:cubicBezTo>
                <a:cubicBezTo>
                  <a:pt x="424963" y="63464"/>
                  <a:pt x="426827" y="58968"/>
                  <a:pt x="430554" y="54685"/>
                </a:cubicBezTo>
                <a:cubicBezTo>
                  <a:pt x="434282" y="50401"/>
                  <a:pt x="439480" y="47115"/>
                  <a:pt x="446150" y="44827"/>
                </a:cubicBezTo>
                <a:cubicBezTo>
                  <a:pt x="452820" y="42538"/>
                  <a:pt x="459752" y="41394"/>
                  <a:pt x="466945" y="41394"/>
                </a:cubicBezTo>
                <a:cubicBezTo>
                  <a:pt x="475642" y="41394"/>
                  <a:pt x="482525" y="43246"/>
                  <a:pt x="487593" y="46951"/>
                </a:cubicBezTo>
                <a:cubicBezTo>
                  <a:pt x="492661" y="50654"/>
                  <a:pt x="495947" y="54668"/>
                  <a:pt x="497451" y="58994"/>
                </a:cubicBezTo>
                <a:cubicBezTo>
                  <a:pt x="498366" y="61747"/>
                  <a:pt x="498824" y="68072"/>
                  <a:pt x="498824" y="77968"/>
                </a:cubicBezTo>
                <a:lnTo>
                  <a:pt x="498824" y="113657"/>
                </a:lnTo>
                <a:cubicBezTo>
                  <a:pt x="498824" y="117853"/>
                  <a:pt x="498988" y="120492"/>
                  <a:pt x="499315" y="121575"/>
                </a:cubicBezTo>
                <a:cubicBezTo>
                  <a:pt x="499642" y="122656"/>
                  <a:pt x="500132" y="123459"/>
                  <a:pt x="500786" y="123984"/>
                </a:cubicBezTo>
                <a:cubicBezTo>
                  <a:pt x="501440" y="124507"/>
                  <a:pt x="502192" y="124769"/>
                  <a:pt x="503042" y="124769"/>
                </a:cubicBezTo>
                <a:cubicBezTo>
                  <a:pt x="504742" y="124769"/>
                  <a:pt x="506475" y="123559"/>
                  <a:pt x="508241" y="121140"/>
                </a:cubicBezTo>
                <a:lnTo>
                  <a:pt x="511183" y="123494"/>
                </a:lnTo>
                <a:cubicBezTo>
                  <a:pt x="507914" y="128333"/>
                  <a:pt x="504530" y="131848"/>
                  <a:pt x="501031" y="134038"/>
                </a:cubicBezTo>
                <a:cubicBezTo>
                  <a:pt x="497533" y="136229"/>
                  <a:pt x="493560" y="137324"/>
                  <a:pt x="489113" y="137324"/>
                </a:cubicBezTo>
                <a:cubicBezTo>
                  <a:pt x="483882" y="137324"/>
                  <a:pt x="479795" y="136090"/>
                  <a:pt x="476852" y="133622"/>
                </a:cubicBezTo>
                <a:cubicBezTo>
                  <a:pt x="473910" y="131153"/>
                  <a:pt x="472111" y="127417"/>
                  <a:pt x="471457" y="122415"/>
                </a:cubicBezTo>
                <a:moveTo>
                  <a:pt x="471457" y="115156"/>
                </a:moveTo>
                <a:lnTo>
                  <a:pt x="471457" y="84473"/>
                </a:lnTo>
                <a:cubicBezTo>
                  <a:pt x="463545" y="89138"/>
                  <a:pt x="457660" y="94133"/>
                  <a:pt x="453801" y="99456"/>
                </a:cubicBezTo>
                <a:cubicBezTo>
                  <a:pt x="451251" y="103004"/>
                  <a:pt x="449976" y="106585"/>
                  <a:pt x="449976" y="110200"/>
                </a:cubicBezTo>
                <a:cubicBezTo>
                  <a:pt x="449976" y="113222"/>
                  <a:pt x="451055" y="115884"/>
                  <a:pt x="453213" y="118185"/>
                </a:cubicBezTo>
                <a:cubicBezTo>
                  <a:pt x="454848" y="119959"/>
                  <a:pt x="457136" y="120845"/>
                  <a:pt x="460079" y="120845"/>
                </a:cubicBezTo>
                <a:cubicBezTo>
                  <a:pt x="463349" y="120845"/>
                  <a:pt x="467141" y="118949"/>
                  <a:pt x="471457" y="115156"/>
                </a:cubicBezTo>
                <a:close/>
                <a:moveTo>
                  <a:pt x="557878" y="10397"/>
                </a:moveTo>
                <a:lnTo>
                  <a:pt x="557878" y="44140"/>
                </a:lnTo>
                <a:lnTo>
                  <a:pt x="579654" y="44140"/>
                </a:lnTo>
                <a:lnTo>
                  <a:pt x="579654" y="53753"/>
                </a:lnTo>
                <a:lnTo>
                  <a:pt x="557878" y="53753"/>
                </a:lnTo>
                <a:lnTo>
                  <a:pt x="557878" y="110503"/>
                </a:lnTo>
                <a:cubicBezTo>
                  <a:pt x="557878" y="115814"/>
                  <a:pt x="558124" y="119240"/>
                  <a:pt x="558614" y="120781"/>
                </a:cubicBezTo>
                <a:cubicBezTo>
                  <a:pt x="559105" y="122322"/>
                  <a:pt x="559971" y="123568"/>
                  <a:pt x="561213" y="124521"/>
                </a:cubicBezTo>
                <a:cubicBezTo>
                  <a:pt x="562456" y="125471"/>
                  <a:pt x="563600" y="125946"/>
                  <a:pt x="564647" y="125946"/>
                </a:cubicBezTo>
                <a:cubicBezTo>
                  <a:pt x="568897" y="125946"/>
                  <a:pt x="572919" y="122676"/>
                  <a:pt x="576712" y="116137"/>
                </a:cubicBezTo>
                <a:lnTo>
                  <a:pt x="579654" y="118317"/>
                </a:lnTo>
                <a:cubicBezTo>
                  <a:pt x="574357" y="130988"/>
                  <a:pt x="565758" y="137324"/>
                  <a:pt x="553857" y="137324"/>
                </a:cubicBezTo>
                <a:cubicBezTo>
                  <a:pt x="548037" y="137324"/>
                  <a:pt x="543116" y="135701"/>
                  <a:pt x="539094" y="132454"/>
                </a:cubicBezTo>
                <a:cubicBezTo>
                  <a:pt x="535073" y="129205"/>
                  <a:pt x="532506" y="125578"/>
                  <a:pt x="531394" y="121575"/>
                </a:cubicBezTo>
                <a:cubicBezTo>
                  <a:pt x="530741" y="119344"/>
                  <a:pt x="530414" y="113306"/>
                  <a:pt x="530414" y="103462"/>
                </a:cubicBezTo>
                <a:lnTo>
                  <a:pt x="530414" y="53753"/>
                </a:lnTo>
                <a:lnTo>
                  <a:pt x="518447" y="53753"/>
                </a:lnTo>
                <a:lnTo>
                  <a:pt x="518447" y="50310"/>
                </a:lnTo>
                <a:cubicBezTo>
                  <a:pt x="526686" y="44478"/>
                  <a:pt x="533700" y="38351"/>
                  <a:pt x="539487" y="31928"/>
                </a:cubicBezTo>
                <a:cubicBezTo>
                  <a:pt x="545274" y="25505"/>
                  <a:pt x="550326" y="18328"/>
                  <a:pt x="554642" y="10397"/>
                </a:cubicBezTo>
                <a:lnTo>
                  <a:pt x="557878" y="10397"/>
                </a:lnTo>
                <a:close/>
                <a:moveTo>
                  <a:pt x="665667" y="86711"/>
                </a:moveTo>
                <a:lnTo>
                  <a:pt x="615347" y="86711"/>
                </a:lnTo>
                <a:cubicBezTo>
                  <a:pt x="615936" y="98906"/>
                  <a:pt x="619173" y="108545"/>
                  <a:pt x="625058" y="115625"/>
                </a:cubicBezTo>
                <a:cubicBezTo>
                  <a:pt x="629570" y="121067"/>
                  <a:pt x="634998" y="123788"/>
                  <a:pt x="641341" y="123788"/>
                </a:cubicBezTo>
                <a:cubicBezTo>
                  <a:pt x="645264" y="123788"/>
                  <a:pt x="648828" y="122693"/>
                  <a:pt x="652032" y="120502"/>
                </a:cubicBezTo>
                <a:cubicBezTo>
                  <a:pt x="655237" y="118312"/>
                  <a:pt x="658670" y="114372"/>
                  <a:pt x="662332" y="108682"/>
                </a:cubicBezTo>
                <a:lnTo>
                  <a:pt x="665667" y="110840"/>
                </a:lnTo>
                <a:cubicBezTo>
                  <a:pt x="660697" y="120976"/>
                  <a:pt x="655204" y="128153"/>
                  <a:pt x="649188" y="132371"/>
                </a:cubicBezTo>
                <a:cubicBezTo>
                  <a:pt x="643172" y="136589"/>
                  <a:pt x="636207" y="138698"/>
                  <a:pt x="628295" y="138698"/>
                </a:cubicBezTo>
                <a:cubicBezTo>
                  <a:pt x="614693" y="138698"/>
                  <a:pt x="604394" y="133461"/>
                  <a:pt x="597397" y="122988"/>
                </a:cubicBezTo>
                <a:cubicBezTo>
                  <a:pt x="591773" y="114544"/>
                  <a:pt x="588961" y="104071"/>
                  <a:pt x="588961" y="91569"/>
                </a:cubicBezTo>
                <a:cubicBezTo>
                  <a:pt x="588961" y="76251"/>
                  <a:pt x="593097" y="64059"/>
                  <a:pt x="601369" y="54994"/>
                </a:cubicBezTo>
                <a:cubicBezTo>
                  <a:pt x="609642" y="45927"/>
                  <a:pt x="619336" y="41394"/>
                  <a:pt x="630453" y="41394"/>
                </a:cubicBezTo>
                <a:cubicBezTo>
                  <a:pt x="639739" y="41394"/>
                  <a:pt x="647798" y="45203"/>
                  <a:pt x="654632" y="52821"/>
                </a:cubicBezTo>
                <a:cubicBezTo>
                  <a:pt x="661465" y="60439"/>
                  <a:pt x="665144" y="71736"/>
                  <a:pt x="665667" y="86711"/>
                </a:cubicBezTo>
                <a:moveTo>
                  <a:pt x="641537" y="80237"/>
                </a:moveTo>
                <a:cubicBezTo>
                  <a:pt x="641537" y="69708"/>
                  <a:pt x="640965" y="62483"/>
                  <a:pt x="639820" y="58559"/>
                </a:cubicBezTo>
                <a:cubicBezTo>
                  <a:pt x="638676" y="54635"/>
                  <a:pt x="636894" y="51660"/>
                  <a:pt x="634474" y="49633"/>
                </a:cubicBezTo>
                <a:cubicBezTo>
                  <a:pt x="633101" y="48456"/>
                  <a:pt x="631270" y="47867"/>
                  <a:pt x="628982" y="47867"/>
                </a:cubicBezTo>
                <a:cubicBezTo>
                  <a:pt x="625581" y="47867"/>
                  <a:pt x="622802" y="49535"/>
                  <a:pt x="620644" y="52870"/>
                </a:cubicBezTo>
                <a:cubicBezTo>
                  <a:pt x="616786" y="58690"/>
                  <a:pt x="614857" y="66668"/>
                  <a:pt x="614857" y="76804"/>
                </a:cubicBezTo>
                <a:lnTo>
                  <a:pt x="614857" y="80237"/>
                </a:lnTo>
                <a:lnTo>
                  <a:pt x="641537" y="80237"/>
                </a:lnTo>
                <a:close/>
                <a:moveTo>
                  <a:pt x="736831" y="45317"/>
                </a:moveTo>
                <a:lnTo>
                  <a:pt x="767729" y="45317"/>
                </a:lnTo>
                <a:lnTo>
                  <a:pt x="767729" y="56107"/>
                </a:lnTo>
                <a:lnTo>
                  <a:pt x="750171" y="56107"/>
                </a:lnTo>
                <a:cubicBezTo>
                  <a:pt x="753375" y="59311"/>
                  <a:pt x="755599" y="62221"/>
                  <a:pt x="756841" y="64837"/>
                </a:cubicBezTo>
                <a:cubicBezTo>
                  <a:pt x="758410" y="68368"/>
                  <a:pt x="759195" y="72063"/>
                  <a:pt x="759195" y="75921"/>
                </a:cubicBezTo>
                <a:cubicBezTo>
                  <a:pt x="759195" y="82460"/>
                  <a:pt x="757381" y="88133"/>
                  <a:pt x="753751" y="92939"/>
                </a:cubicBezTo>
                <a:cubicBezTo>
                  <a:pt x="750122" y="97746"/>
                  <a:pt x="745185" y="101506"/>
                  <a:pt x="738940" y="104219"/>
                </a:cubicBezTo>
                <a:cubicBezTo>
                  <a:pt x="732695" y="106933"/>
                  <a:pt x="727153" y="108290"/>
                  <a:pt x="722314" y="108290"/>
                </a:cubicBezTo>
                <a:cubicBezTo>
                  <a:pt x="721921" y="108290"/>
                  <a:pt x="717998" y="108127"/>
                  <a:pt x="710543" y="107800"/>
                </a:cubicBezTo>
                <a:cubicBezTo>
                  <a:pt x="707600" y="107800"/>
                  <a:pt x="705132" y="108759"/>
                  <a:pt x="703137" y="110678"/>
                </a:cubicBezTo>
                <a:cubicBezTo>
                  <a:pt x="701143" y="112597"/>
                  <a:pt x="700146" y="114889"/>
                  <a:pt x="700146" y="117553"/>
                </a:cubicBezTo>
                <a:cubicBezTo>
                  <a:pt x="700146" y="119895"/>
                  <a:pt x="701045" y="121814"/>
                  <a:pt x="702843" y="123310"/>
                </a:cubicBezTo>
                <a:cubicBezTo>
                  <a:pt x="704641" y="124806"/>
                  <a:pt x="707568" y="125554"/>
                  <a:pt x="711622" y="125554"/>
                </a:cubicBezTo>
                <a:lnTo>
                  <a:pt x="728591" y="125358"/>
                </a:lnTo>
                <a:cubicBezTo>
                  <a:pt x="742324" y="125358"/>
                  <a:pt x="751773" y="126865"/>
                  <a:pt x="756939" y="129879"/>
                </a:cubicBezTo>
                <a:cubicBezTo>
                  <a:pt x="764329" y="134070"/>
                  <a:pt x="768023" y="140523"/>
                  <a:pt x="768023" y="149236"/>
                </a:cubicBezTo>
                <a:cubicBezTo>
                  <a:pt x="768023" y="154805"/>
                  <a:pt x="766323" y="159865"/>
                  <a:pt x="762923" y="164418"/>
                </a:cubicBezTo>
                <a:cubicBezTo>
                  <a:pt x="759522" y="168971"/>
                  <a:pt x="755043" y="172329"/>
                  <a:pt x="749484" y="174491"/>
                </a:cubicBezTo>
                <a:cubicBezTo>
                  <a:pt x="741049" y="177701"/>
                  <a:pt x="731338" y="179306"/>
                  <a:pt x="720352" y="179306"/>
                </a:cubicBezTo>
                <a:cubicBezTo>
                  <a:pt x="712113" y="179306"/>
                  <a:pt x="704592" y="178505"/>
                  <a:pt x="697792" y="176903"/>
                </a:cubicBezTo>
                <a:cubicBezTo>
                  <a:pt x="690991" y="175301"/>
                  <a:pt x="686119" y="173077"/>
                  <a:pt x="683176" y="170230"/>
                </a:cubicBezTo>
                <a:cubicBezTo>
                  <a:pt x="680234" y="167386"/>
                  <a:pt x="678762" y="164393"/>
                  <a:pt x="678762" y="161252"/>
                </a:cubicBezTo>
                <a:cubicBezTo>
                  <a:pt x="678762" y="158244"/>
                  <a:pt x="679890" y="155545"/>
                  <a:pt x="682146" y="153157"/>
                </a:cubicBezTo>
                <a:cubicBezTo>
                  <a:pt x="684402" y="150770"/>
                  <a:pt x="688604" y="148759"/>
                  <a:pt x="694751" y="147124"/>
                </a:cubicBezTo>
                <a:cubicBezTo>
                  <a:pt x="686250" y="142939"/>
                  <a:pt x="681999" y="137120"/>
                  <a:pt x="681999" y="129667"/>
                </a:cubicBezTo>
                <a:cubicBezTo>
                  <a:pt x="681999" y="125155"/>
                  <a:pt x="683732" y="120775"/>
                  <a:pt x="687198" y="116527"/>
                </a:cubicBezTo>
                <a:cubicBezTo>
                  <a:pt x="690664" y="112276"/>
                  <a:pt x="696157" y="108581"/>
                  <a:pt x="703677" y="105442"/>
                </a:cubicBezTo>
                <a:cubicBezTo>
                  <a:pt x="694914" y="102234"/>
                  <a:pt x="688571" y="98010"/>
                  <a:pt x="684648" y="92771"/>
                </a:cubicBezTo>
                <a:cubicBezTo>
                  <a:pt x="680724" y="87531"/>
                  <a:pt x="678762" y="81473"/>
                  <a:pt x="678762" y="74597"/>
                </a:cubicBezTo>
                <a:cubicBezTo>
                  <a:pt x="678762" y="65626"/>
                  <a:pt x="682424" y="57849"/>
                  <a:pt x="689748" y="51267"/>
                </a:cubicBezTo>
                <a:cubicBezTo>
                  <a:pt x="697072" y="44685"/>
                  <a:pt x="706489" y="41394"/>
                  <a:pt x="717998" y="41394"/>
                </a:cubicBezTo>
                <a:cubicBezTo>
                  <a:pt x="724079" y="41394"/>
                  <a:pt x="730357" y="42701"/>
                  <a:pt x="736831" y="45317"/>
                </a:cubicBezTo>
                <a:moveTo>
                  <a:pt x="719862" y="47671"/>
                </a:moveTo>
                <a:cubicBezTo>
                  <a:pt x="716069" y="47671"/>
                  <a:pt x="712865" y="49581"/>
                  <a:pt x="710249" y="53400"/>
                </a:cubicBezTo>
                <a:cubicBezTo>
                  <a:pt x="707633" y="57217"/>
                  <a:pt x="706325" y="65132"/>
                  <a:pt x="706325" y="77144"/>
                </a:cubicBezTo>
                <a:cubicBezTo>
                  <a:pt x="706325" y="86869"/>
                  <a:pt x="707617" y="93543"/>
                  <a:pt x="710200" y="97166"/>
                </a:cubicBezTo>
                <a:cubicBezTo>
                  <a:pt x="712783" y="100789"/>
                  <a:pt x="715840" y="102601"/>
                  <a:pt x="719371" y="102601"/>
                </a:cubicBezTo>
                <a:cubicBezTo>
                  <a:pt x="723295" y="102601"/>
                  <a:pt x="726564" y="100806"/>
                  <a:pt x="729180" y="97215"/>
                </a:cubicBezTo>
                <a:cubicBezTo>
                  <a:pt x="731796" y="93625"/>
                  <a:pt x="733104" y="86640"/>
                  <a:pt x="733104" y="76261"/>
                </a:cubicBezTo>
                <a:cubicBezTo>
                  <a:pt x="733104" y="64578"/>
                  <a:pt x="731632" y="56615"/>
                  <a:pt x="728690" y="52370"/>
                </a:cubicBezTo>
                <a:cubicBezTo>
                  <a:pt x="726597" y="49238"/>
                  <a:pt x="723654" y="47671"/>
                  <a:pt x="719862" y="47671"/>
                </a:cubicBezTo>
                <a:moveTo>
                  <a:pt x="714074" y="149487"/>
                </a:moveTo>
                <a:cubicBezTo>
                  <a:pt x="707404" y="149487"/>
                  <a:pt x="702990" y="150041"/>
                  <a:pt x="700832" y="151149"/>
                </a:cubicBezTo>
                <a:cubicBezTo>
                  <a:pt x="697105" y="153166"/>
                  <a:pt x="695241" y="155900"/>
                  <a:pt x="695241" y="159352"/>
                </a:cubicBezTo>
                <a:cubicBezTo>
                  <a:pt x="695241" y="162672"/>
                  <a:pt x="697170" y="165683"/>
                  <a:pt x="701029" y="168385"/>
                </a:cubicBezTo>
                <a:cubicBezTo>
                  <a:pt x="704887" y="171088"/>
                  <a:pt x="712145" y="172440"/>
                  <a:pt x="722804" y="172440"/>
                </a:cubicBezTo>
                <a:cubicBezTo>
                  <a:pt x="731894" y="172440"/>
                  <a:pt x="739038" y="171236"/>
                  <a:pt x="744237" y="168826"/>
                </a:cubicBezTo>
                <a:cubicBezTo>
                  <a:pt x="749435" y="166417"/>
                  <a:pt x="752035" y="163031"/>
                  <a:pt x="752035" y="158668"/>
                </a:cubicBezTo>
                <a:cubicBezTo>
                  <a:pt x="752035" y="157041"/>
                  <a:pt x="751544" y="155674"/>
                  <a:pt x="750563" y="154567"/>
                </a:cubicBezTo>
                <a:cubicBezTo>
                  <a:pt x="748798" y="152613"/>
                  <a:pt x="746133" y="151278"/>
                  <a:pt x="742569" y="150560"/>
                </a:cubicBezTo>
                <a:cubicBezTo>
                  <a:pt x="739005" y="149845"/>
                  <a:pt x="729507" y="149487"/>
                  <a:pt x="714074" y="149487"/>
                </a:cubicBezTo>
                <a:close/>
                <a:moveTo>
                  <a:pt x="821879" y="41394"/>
                </a:moveTo>
                <a:cubicBezTo>
                  <a:pt x="829856" y="41394"/>
                  <a:pt x="837278" y="43455"/>
                  <a:pt x="844145" y="47579"/>
                </a:cubicBezTo>
                <a:cubicBezTo>
                  <a:pt x="851011" y="51703"/>
                  <a:pt x="856226" y="57562"/>
                  <a:pt x="859790" y="65156"/>
                </a:cubicBezTo>
                <a:cubicBezTo>
                  <a:pt x="863354" y="72749"/>
                  <a:pt x="865136" y="81062"/>
                  <a:pt x="865136" y="90095"/>
                </a:cubicBezTo>
                <a:cubicBezTo>
                  <a:pt x="865136" y="103120"/>
                  <a:pt x="861833" y="114019"/>
                  <a:pt x="855229" y="122792"/>
                </a:cubicBezTo>
                <a:cubicBezTo>
                  <a:pt x="847251" y="133396"/>
                  <a:pt x="836232" y="138698"/>
                  <a:pt x="822173" y="138698"/>
                </a:cubicBezTo>
                <a:cubicBezTo>
                  <a:pt x="808375" y="138698"/>
                  <a:pt x="797749" y="133854"/>
                  <a:pt x="790294" y="124165"/>
                </a:cubicBezTo>
                <a:cubicBezTo>
                  <a:pt x="782839" y="114477"/>
                  <a:pt x="779112" y="103251"/>
                  <a:pt x="779112" y="90487"/>
                </a:cubicBezTo>
                <a:cubicBezTo>
                  <a:pt x="779112" y="77331"/>
                  <a:pt x="782921" y="65860"/>
                  <a:pt x="790539" y="56073"/>
                </a:cubicBezTo>
                <a:cubicBezTo>
                  <a:pt x="798157" y="46287"/>
                  <a:pt x="808604" y="41394"/>
                  <a:pt x="821879" y="41394"/>
                </a:cubicBezTo>
                <a:moveTo>
                  <a:pt x="822271" y="48260"/>
                </a:moveTo>
                <a:cubicBezTo>
                  <a:pt x="818936" y="48260"/>
                  <a:pt x="816075" y="49521"/>
                  <a:pt x="813688" y="52042"/>
                </a:cubicBezTo>
                <a:cubicBezTo>
                  <a:pt x="811301" y="54562"/>
                  <a:pt x="809732" y="59537"/>
                  <a:pt x="808980" y="66967"/>
                </a:cubicBezTo>
                <a:cubicBezTo>
                  <a:pt x="808228" y="74397"/>
                  <a:pt x="807852" y="84725"/>
                  <a:pt x="807852" y="97951"/>
                </a:cubicBezTo>
                <a:cubicBezTo>
                  <a:pt x="807852" y="104956"/>
                  <a:pt x="808310" y="111504"/>
                  <a:pt x="809225" y="117593"/>
                </a:cubicBezTo>
                <a:cubicBezTo>
                  <a:pt x="809944" y="122240"/>
                  <a:pt x="811481" y="125775"/>
                  <a:pt x="813835" y="128199"/>
                </a:cubicBezTo>
                <a:cubicBezTo>
                  <a:pt x="816189" y="130621"/>
                  <a:pt x="818870" y="131831"/>
                  <a:pt x="821879" y="131831"/>
                </a:cubicBezTo>
                <a:cubicBezTo>
                  <a:pt x="824821" y="131831"/>
                  <a:pt x="827273" y="131013"/>
                  <a:pt x="829235" y="129376"/>
                </a:cubicBezTo>
                <a:cubicBezTo>
                  <a:pt x="831786" y="127151"/>
                  <a:pt x="833486" y="124041"/>
                  <a:pt x="834336" y="120045"/>
                </a:cubicBezTo>
                <a:cubicBezTo>
                  <a:pt x="835644" y="113827"/>
                  <a:pt x="836298" y="101257"/>
                  <a:pt x="836298" y="82336"/>
                </a:cubicBezTo>
                <a:cubicBezTo>
                  <a:pt x="836298" y="71207"/>
                  <a:pt x="835676" y="63565"/>
                  <a:pt x="834434" y="59408"/>
                </a:cubicBezTo>
                <a:cubicBezTo>
                  <a:pt x="833191" y="55250"/>
                  <a:pt x="831360" y="52221"/>
                  <a:pt x="828941" y="50323"/>
                </a:cubicBezTo>
                <a:cubicBezTo>
                  <a:pt x="827241" y="48947"/>
                  <a:pt x="825017" y="48260"/>
                  <a:pt x="822271" y="48260"/>
                </a:cubicBezTo>
                <a:close/>
                <a:moveTo>
                  <a:pt x="917324" y="44140"/>
                </a:moveTo>
                <a:lnTo>
                  <a:pt x="917324" y="64935"/>
                </a:lnTo>
                <a:cubicBezTo>
                  <a:pt x="923405" y="55453"/>
                  <a:pt x="928735" y="49159"/>
                  <a:pt x="933312" y="46053"/>
                </a:cubicBezTo>
                <a:cubicBezTo>
                  <a:pt x="937890" y="42947"/>
                  <a:pt x="942304" y="41394"/>
                  <a:pt x="946554" y="41394"/>
                </a:cubicBezTo>
                <a:cubicBezTo>
                  <a:pt x="950216" y="41394"/>
                  <a:pt x="953143" y="42526"/>
                  <a:pt x="955333" y="44790"/>
                </a:cubicBezTo>
                <a:cubicBezTo>
                  <a:pt x="957524" y="47054"/>
                  <a:pt x="958619" y="50253"/>
                  <a:pt x="958619" y="54387"/>
                </a:cubicBezTo>
                <a:cubicBezTo>
                  <a:pt x="958619" y="58785"/>
                  <a:pt x="957557" y="62199"/>
                  <a:pt x="955431" y="64628"/>
                </a:cubicBezTo>
                <a:cubicBezTo>
                  <a:pt x="953306" y="67056"/>
                  <a:pt x="950739" y="68270"/>
                  <a:pt x="947731" y="68270"/>
                </a:cubicBezTo>
                <a:cubicBezTo>
                  <a:pt x="944266" y="68270"/>
                  <a:pt x="941258" y="67158"/>
                  <a:pt x="938707" y="64935"/>
                </a:cubicBezTo>
                <a:cubicBezTo>
                  <a:pt x="936157" y="62711"/>
                  <a:pt x="934653" y="61469"/>
                  <a:pt x="934195" y="61207"/>
                </a:cubicBezTo>
                <a:cubicBezTo>
                  <a:pt x="933541" y="60815"/>
                  <a:pt x="932789" y="60619"/>
                  <a:pt x="931939" y="60619"/>
                </a:cubicBezTo>
                <a:cubicBezTo>
                  <a:pt x="930043" y="60619"/>
                  <a:pt x="928244" y="61338"/>
                  <a:pt x="926544" y="62777"/>
                </a:cubicBezTo>
                <a:cubicBezTo>
                  <a:pt x="923863" y="65000"/>
                  <a:pt x="921836" y="68172"/>
                  <a:pt x="920463" y="72291"/>
                </a:cubicBezTo>
                <a:cubicBezTo>
                  <a:pt x="918370" y="78635"/>
                  <a:pt x="917324" y="85632"/>
                  <a:pt x="917324" y="93283"/>
                </a:cubicBezTo>
                <a:lnTo>
                  <a:pt x="917324" y="114372"/>
                </a:lnTo>
                <a:lnTo>
                  <a:pt x="917422" y="119865"/>
                </a:lnTo>
                <a:cubicBezTo>
                  <a:pt x="917422" y="123592"/>
                  <a:pt x="917651" y="125979"/>
                  <a:pt x="918109" y="127025"/>
                </a:cubicBezTo>
                <a:cubicBezTo>
                  <a:pt x="918893" y="128791"/>
                  <a:pt x="920054" y="130082"/>
                  <a:pt x="921591" y="130900"/>
                </a:cubicBezTo>
                <a:cubicBezTo>
                  <a:pt x="923127" y="131717"/>
                  <a:pt x="925727" y="132224"/>
                  <a:pt x="929389" y="132420"/>
                </a:cubicBezTo>
                <a:lnTo>
                  <a:pt x="929389" y="135951"/>
                </a:lnTo>
                <a:lnTo>
                  <a:pt x="879854" y="135951"/>
                </a:lnTo>
                <a:lnTo>
                  <a:pt x="879854" y="132420"/>
                </a:lnTo>
                <a:cubicBezTo>
                  <a:pt x="883843" y="132093"/>
                  <a:pt x="886540" y="130998"/>
                  <a:pt x="887946" y="129134"/>
                </a:cubicBezTo>
                <a:cubicBezTo>
                  <a:pt x="889352" y="127270"/>
                  <a:pt x="890055" y="122350"/>
                  <a:pt x="890055" y="114372"/>
                </a:cubicBezTo>
                <a:lnTo>
                  <a:pt x="890055" y="63562"/>
                </a:lnTo>
                <a:cubicBezTo>
                  <a:pt x="890055" y="58297"/>
                  <a:pt x="889794" y="54942"/>
                  <a:pt x="889270" y="53495"/>
                </a:cubicBezTo>
                <a:cubicBezTo>
                  <a:pt x="888616" y="51652"/>
                  <a:pt x="887668" y="50303"/>
                  <a:pt x="886426" y="49449"/>
                </a:cubicBezTo>
                <a:cubicBezTo>
                  <a:pt x="885183" y="48593"/>
                  <a:pt x="882993" y="48000"/>
                  <a:pt x="879854" y="47671"/>
                </a:cubicBezTo>
                <a:lnTo>
                  <a:pt x="879854" y="44140"/>
                </a:lnTo>
                <a:lnTo>
                  <a:pt x="917324" y="44140"/>
                </a:lnTo>
                <a:close/>
                <a:moveTo>
                  <a:pt x="1011342" y="139767"/>
                </a:moveTo>
                <a:lnTo>
                  <a:pt x="981720" y="71632"/>
                </a:lnTo>
                <a:cubicBezTo>
                  <a:pt x="977273" y="61313"/>
                  <a:pt x="973987" y="54970"/>
                  <a:pt x="971862" y="52603"/>
                </a:cubicBezTo>
                <a:cubicBezTo>
                  <a:pt x="969736" y="50235"/>
                  <a:pt x="967170" y="48591"/>
                  <a:pt x="964162" y="47671"/>
                </a:cubicBezTo>
                <a:lnTo>
                  <a:pt x="964162" y="44140"/>
                </a:lnTo>
                <a:lnTo>
                  <a:pt x="1012912" y="44140"/>
                </a:lnTo>
                <a:lnTo>
                  <a:pt x="1012912" y="47671"/>
                </a:lnTo>
                <a:cubicBezTo>
                  <a:pt x="1009708" y="47802"/>
                  <a:pt x="1007452" y="48426"/>
                  <a:pt x="1006144" y="49544"/>
                </a:cubicBezTo>
                <a:cubicBezTo>
                  <a:pt x="1004836" y="50660"/>
                  <a:pt x="1004182" y="52007"/>
                  <a:pt x="1004182" y="53584"/>
                </a:cubicBezTo>
                <a:cubicBezTo>
                  <a:pt x="1004182" y="56079"/>
                  <a:pt x="1005817" y="61006"/>
                  <a:pt x="1009086" y="68365"/>
                </a:cubicBezTo>
                <a:lnTo>
                  <a:pt x="1024781" y="104434"/>
                </a:lnTo>
                <a:lnTo>
                  <a:pt x="1035472" y="76561"/>
                </a:lnTo>
                <a:cubicBezTo>
                  <a:pt x="1039330" y="66636"/>
                  <a:pt x="1041260" y="59734"/>
                  <a:pt x="1041260" y="55855"/>
                </a:cubicBezTo>
                <a:cubicBezTo>
                  <a:pt x="1041260" y="53424"/>
                  <a:pt x="1040458" y="51484"/>
                  <a:pt x="1038856" y="50038"/>
                </a:cubicBezTo>
                <a:cubicBezTo>
                  <a:pt x="1037254" y="48591"/>
                  <a:pt x="1034426" y="47802"/>
                  <a:pt x="1030372" y="47671"/>
                </a:cubicBezTo>
                <a:lnTo>
                  <a:pt x="1030372" y="44140"/>
                </a:lnTo>
                <a:lnTo>
                  <a:pt x="1061073" y="44140"/>
                </a:lnTo>
                <a:lnTo>
                  <a:pt x="1061073" y="47671"/>
                </a:lnTo>
                <a:cubicBezTo>
                  <a:pt x="1058065" y="48000"/>
                  <a:pt x="1055613" y="49167"/>
                  <a:pt x="1053717" y="51172"/>
                </a:cubicBezTo>
                <a:cubicBezTo>
                  <a:pt x="1051820" y="53176"/>
                  <a:pt x="1048649" y="59997"/>
                  <a:pt x="1044202" y="71632"/>
                </a:cubicBezTo>
                <a:lnTo>
                  <a:pt x="1018012" y="139679"/>
                </a:lnTo>
                <a:cubicBezTo>
                  <a:pt x="1011408" y="156681"/>
                  <a:pt x="1006503" y="167143"/>
                  <a:pt x="1003299" y="171067"/>
                </a:cubicBezTo>
                <a:cubicBezTo>
                  <a:pt x="998787" y="176560"/>
                  <a:pt x="993131" y="179306"/>
                  <a:pt x="986330" y="179306"/>
                </a:cubicBezTo>
                <a:cubicBezTo>
                  <a:pt x="980902" y="179306"/>
                  <a:pt x="976505" y="177753"/>
                  <a:pt x="973137" y="174647"/>
                </a:cubicBezTo>
                <a:cubicBezTo>
                  <a:pt x="969769" y="171541"/>
                  <a:pt x="968085" y="167797"/>
                  <a:pt x="968085" y="163416"/>
                </a:cubicBezTo>
                <a:cubicBezTo>
                  <a:pt x="968085" y="159623"/>
                  <a:pt x="969246" y="156484"/>
                  <a:pt x="971567" y="154000"/>
                </a:cubicBezTo>
                <a:cubicBezTo>
                  <a:pt x="973889" y="151515"/>
                  <a:pt x="976750" y="150272"/>
                  <a:pt x="980150" y="150272"/>
                </a:cubicBezTo>
                <a:cubicBezTo>
                  <a:pt x="983420" y="150272"/>
                  <a:pt x="986052" y="151312"/>
                  <a:pt x="988046" y="153393"/>
                </a:cubicBezTo>
                <a:cubicBezTo>
                  <a:pt x="990041" y="155475"/>
                  <a:pt x="991071" y="158696"/>
                  <a:pt x="991136" y="163054"/>
                </a:cubicBezTo>
                <a:cubicBezTo>
                  <a:pt x="991202" y="165527"/>
                  <a:pt x="991496" y="167121"/>
                  <a:pt x="992019" y="167836"/>
                </a:cubicBezTo>
                <a:cubicBezTo>
                  <a:pt x="992542" y="168551"/>
                  <a:pt x="993294" y="168909"/>
                  <a:pt x="994275" y="168909"/>
                </a:cubicBezTo>
                <a:cubicBezTo>
                  <a:pt x="995844" y="168909"/>
                  <a:pt x="997512" y="167965"/>
                  <a:pt x="999278" y="166077"/>
                </a:cubicBezTo>
                <a:cubicBezTo>
                  <a:pt x="1001893" y="163343"/>
                  <a:pt x="1004967" y="157093"/>
                  <a:pt x="1008498" y="147329"/>
                </a:cubicBezTo>
                <a:lnTo>
                  <a:pt x="1011342" y="139767"/>
                </a:lnTo>
                <a:close/>
                <a:moveTo>
                  <a:pt x="1125277" y="99854"/>
                </a:moveTo>
                <a:lnTo>
                  <a:pt x="1068091" y="99854"/>
                </a:lnTo>
                <a:lnTo>
                  <a:pt x="1068091" y="79452"/>
                </a:lnTo>
                <a:lnTo>
                  <a:pt x="1125277" y="79452"/>
                </a:lnTo>
                <a:lnTo>
                  <a:pt x="1125277" y="99854"/>
                </a:lnTo>
                <a:close/>
                <a:moveTo>
                  <a:pt x="1256551" y="89261"/>
                </a:moveTo>
                <a:lnTo>
                  <a:pt x="1251549" y="135951"/>
                </a:lnTo>
                <a:lnTo>
                  <a:pt x="1133450" y="135951"/>
                </a:lnTo>
                <a:lnTo>
                  <a:pt x="1133450" y="132420"/>
                </a:lnTo>
                <a:lnTo>
                  <a:pt x="1137864" y="132420"/>
                </a:lnTo>
                <a:cubicBezTo>
                  <a:pt x="1141722" y="132420"/>
                  <a:pt x="1144828" y="131730"/>
                  <a:pt x="1147182" y="130351"/>
                </a:cubicBezTo>
                <a:cubicBezTo>
                  <a:pt x="1148882" y="129429"/>
                  <a:pt x="1150190" y="127852"/>
                  <a:pt x="1151106" y="125618"/>
                </a:cubicBezTo>
                <a:cubicBezTo>
                  <a:pt x="1151825" y="124041"/>
                  <a:pt x="1152185" y="119899"/>
                  <a:pt x="1152185" y="113195"/>
                </a:cubicBezTo>
                <a:lnTo>
                  <a:pt x="1152185" y="25699"/>
                </a:lnTo>
                <a:cubicBezTo>
                  <a:pt x="1152185" y="18864"/>
                  <a:pt x="1151825" y="14592"/>
                  <a:pt x="1151106" y="12883"/>
                </a:cubicBezTo>
                <a:cubicBezTo>
                  <a:pt x="1150386" y="11173"/>
                  <a:pt x="1148931" y="9677"/>
                  <a:pt x="1146741" y="8396"/>
                </a:cubicBezTo>
                <a:cubicBezTo>
                  <a:pt x="1144550" y="7115"/>
                  <a:pt x="1141591" y="6474"/>
                  <a:pt x="1137864" y="6474"/>
                </a:cubicBezTo>
                <a:lnTo>
                  <a:pt x="1133450" y="6474"/>
                </a:lnTo>
                <a:lnTo>
                  <a:pt x="1133450" y="2943"/>
                </a:lnTo>
                <a:lnTo>
                  <a:pt x="1204368" y="2943"/>
                </a:lnTo>
                <a:lnTo>
                  <a:pt x="1204368" y="6474"/>
                </a:lnTo>
                <a:lnTo>
                  <a:pt x="1198581" y="6474"/>
                </a:lnTo>
                <a:cubicBezTo>
                  <a:pt x="1194722" y="6474"/>
                  <a:pt x="1191616" y="7164"/>
                  <a:pt x="1189262" y="8543"/>
                </a:cubicBezTo>
                <a:cubicBezTo>
                  <a:pt x="1187562" y="9465"/>
                  <a:pt x="1186221" y="11042"/>
                  <a:pt x="1185241" y="13276"/>
                </a:cubicBezTo>
                <a:cubicBezTo>
                  <a:pt x="1184521" y="14853"/>
                  <a:pt x="1184162" y="18994"/>
                  <a:pt x="1184162" y="25699"/>
                </a:cubicBezTo>
                <a:lnTo>
                  <a:pt x="1184162" y="110448"/>
                </a:lnTo>
                <a:cubicBezTo>
                  <a:pt x="1184162" y="117249"/>
                  <a:pt x="1184554" y="121581"/>
                  <a:pt x="1185339" y="123445"/>
                </a:cubicBezTo>
                <a:cubicBezTo>
                  <a:pt x="1186123" y="125309"/>
                  <a:pt x="1187660" y="126698"/>
                  <a:pt x="1189949" y="127614"/>
                </a:cubicBezTo>
                <a:cubicBezTo>
                  <a:pt x="1191584" y="128202"/>
                  <a:pt x="1195540" y="128496"/>
                  <a:pt x="1201818" y="128496"/>
                </a:cubicBezTo>
                <a:lnTo>
                  <a:pt x="1212902" y="128496"/>
                </a:lnTo>
                <a:cubicBezTo>
                  <a:pt x="1219964" y="128496"/>
                  <a:pt x="1225849" y="127254"/>
                  <a:pt x="1230558" y="124769"/>
                </a:cubicBezTo>
                <a:cubicBezTo>
                  <a:pt x="1235266" y="122284"/>
                  <a:pt x="1239337" y="118361"/>
                  <a:pt x="1242770" y="112998"/>
                </a:cubicBezTo>
                <a:cubicBezTo>
                  <a:pt x="1246203" y="107636"/>
                  <a:pt x="1249456" y="99724"/>
                  <a:pt x="1252529" y="89261"/>
                </a:cubicBezTo>
                <a:lnTo>
                  <a:pt x="1256551" y="89261"/>
                </a:lnTo>
                <a:close/>
                <a:moveTo>
                  <a:pt x="1349052" y="86711"/>
                </a:moveTo>
                <a:lnTo>
                  <a:pt x="1298733" y="86711"/>
                </a:lnTo>
                <a:cubicBezTo>
                  <a:pt x="1299321" y="98906"/>
                  <a:pt x="1302558" y="108545"/>
                  <a:pt x="1308443" y="115625"/>
                </a:cubicBezTo>
                <a:cubicBezTo>
                  <a:pt x="1312955" y="121067"/>
                  <a:pt x="1318383" y="123788"/>
                  <a:pt x="1324726" y="123788"/>
                </a:cubicBezTo>
                <a:cubicBezTo>
                  <a:pt x="1328650" y="123788"/>
                  <a:pt x="1332214" y="122693"/>
                  <a:pt x="1335418" y="120502"/>
                </a:cubicBezTo>
                <a:cubicBezTo>
                  <a:pt x="1338622" y="118312"/>
                  <a:pt x="1342055" y="114372"/>
                  <a:pt x="1345717" y="108682"/>
                </a:cubicBezTo>
                <a:lnTo>
                  <a:pt x="1349052" y="110840"/>
                </a:lnTo>
                <a:cubicBezTo>
                  <a:pt x="1344082" y="120976"/>
                  <a:pt x="1338589" y="128153"/>
                  <a:pt x="1332573" y="132371"/>
                </a:cubicBezTo>
                <a:cubicBezTo>
                  <a:pt x="1326557" y="136589"/>
                  <a:pt x="1319593" y="138698"/>
                  <a:pt x="1311680" y="138698"/>
                </a:cubicBezTo>
                <a:cubicBezTo>
                  <a:pt x="1298079" y="138698"/>
                  <a:pt x="1287779" y="133461"/>
                  <a:pt x="1280782" y="122988"/>
                </a:cubicBezTo>
                <a:cubicBezTo>
                  <a:pt x="1275159" y="114544"/>
                  <a:pt x="1272347" y="104071"/>
                  <a:pt x="1272347" y="91569"/>
                </a:cubicBezTo>
                <a:cubicBezTo>
                  <a:pt x="1272347" y="76251"/>
                  <a:pt x="1276483" y="64059"/>
                  <a:pt x="1284755" y="54994"/>
                </a:cubicBezTo>
                <a:cubicBezTo>
                  <a:pt x="1293027" y="45927"/>
                  <a:pt x="1302722" y="41394"/>
                  <a:pt x="1313838" y="41394"/>
                </a:cubicBezTo>
                <a:cubicBezTo>
                  <a:pt x="1323124" y="41394"/>
                  <a:pt x="1331184" y="45203"/>
                  <a:pt x="1338017" y="52821"/>
                </a:cubicBezTo>
                <a:cubicBezTo>
                  <a:pt x="1344851" y="60439"/>
                  <a:pt x="1348529" y="71736"/>
                  <a:pt x="1349052" y="86711"/>
                </a:cubicBezTo>
                <a:moveTo>
                  <a:pt x="1324922" y="80237"/>
                </a:moveTo>
                <a:cubicBezTo>
                  <a:pt x="1324922" y="69708"/>
                  <a:pt x="1324350" y="62483"/>
                  <a:pt x="1323206" y="58559"/>
                </a:cubicBezTo>
                <a:cubicBezTo>
                  <a:pt x="1322061" y="54635"/>
                  <a:pt x="1320279" y="51660"/>
                  <a:pt x="1317860" y="49633"/>
                </a:cubicBezTo>
                <a:cubicBezTo>
                  <a:pt x="1316487" y="48456"/>
                  <a:pt x="1314656" y="47867"/>
                  <a:pt x="1312367" y="47867"/>
                </a:cubicBezTo>
                <a:cubicBezTo>
                  <a:pt x="1308967" y="47867"/>
                  <a:pt x="1306187" y="49535"/>
                  <a:pt x="1304029" y="52870"/>
                </a:cubicBezTo>
                <a:cubicBezTo>
                  <a:pt x="1300171" y="58690"/>
                  <a:pt x="1298242" y="66668"/>
                  <a:pt x="1298242" y="76804"/>
                </a:cubicBezTo>
                <a:lnTo>
                  <a:pt x="1298242" y="80237"/>
                </a:lnTo>
                <a:lnTo>
                  <a:pt x="1324922" y="80237"/>
                </a:lnTo>
                <a:close/>
                <a:moveTo>
                  <a:pt x="1402636" y="138698"/>
                </a:moveTo>
                <a:lnTo>
                  <a:pt x="1371738" y="67540"/>
                </a:lnTo>
                <a:cubicBezTo>
                  <a:pt x="1368011" y="58906"/>
                  <a:pt x="1365101" y="53437"/>
                  <a:pt x="1363008" y="51132"/>
                </a:cubicBezTo>
                <a:cubicBezTo>
                  <a:pt x="1361504" y="49417"/>
                  <a:pt x="1359281" y="48264"/>
                  <a:pt x="1356338" y="47671"/>
                </a:cubicBezTo>
                <a:lnTo>
                  <a:pt x="1356338" y="44140"/>
                </a:lnTo>
                <a:lnTo>
                  <a:pt x="1405088" y="44140"/>
                </a:lnTo>
                <a:lnTo>
                  <a:pt x="1405088" y="47671"/>
                </a:lnTo>
                <a:cubicBezTo>
                  <a:pt x="1402015" y="47671"/>
                  <a:pt x="1399922" y="48230"/>
                  <a:pt x="1398810" y="49348"/>
                </a:cubicBezTo>
                <a:cubicBezTo>
                  <a:pt x="1397241" y="50797"/>
                  <a:pt x="1396456" y="52507"/>
                  <a:pt x="1396456" y="54479"/>
                </a:cubicBezTo>
                <a:cubicBezTo>
                  <a:pt x="1396456" y="56913"/>
                  <a:pt x="1397895" y="61485"/>
                  <a:pt x="1400772" y="68196"/>
                </a:cubicBezTo>
                <a:lnTo>
                  <a:pt x="1415878" y="102662"/>
                </a:lnTo>
                <a:lnTo>
                  <a:pt x="1427943" y="72911"/>
                </a:lnTo>
                <a:cubicBezTo>
                  <a:pt x="1431409" y="64367"/>
                  <a:pt x="1433142" y="58320"/>
                  <a:pt x="1433142" y="54770"/>
                </a:cubicBezTo>
                <a:cubicBezTo>
                  <a:pt x="1433142" y="52733"/>
                  <a:pt x="1432406" y="51074"/>
                  <a:pt x="1430935" y="49792"/>
                </a:cubicBezTo>
                <a:cubicBezTo>
                  <a:pt x="1429463" y="48509"/>
                  <a:pt x="1426864" y="47802"/>
                  <a:pt x="1423137" y="47671"/>
                </a:cubicBezTo>
                <a:lnTo>
                  <a:pt x="1423137" y="44140"/>
                </a:lnTo>
                <a:lnTo>
                  <a:pt x="1453152" y="44140"/>
                </a:lnTo>
                <a:lnTo>
                  <a:pt x="1453152" y="47671"/>
                </a:lnTo>
                <a:cubicBezTo>
                  <a:pt x="1450274" y="48066"/>
                  <a:pt x="1447920" y="49150"/>
                  <a:pt x="1446089" y="50923"/>
                </a:cubicBezTo>
                <a:cubicBezTo>
                  <a:pt x="1444258" y="52697"/>
                  <a:pt x="1441512" y="57919"/>
                  <a:pt x="1437850" y="66590"/>
                </a:cubicBezTo>
                <a:lnTo>
                  <a:pt x="1407246" y="138698"/>
                </a:lnTo>
                <a:lnTo>
                  <a:pt x="1402636" y="138698"/>
                </a:lnTo>
                <a:close/>
                <a:moveTo>
                  <a:pt x="1539653" y="86711"/>
                </a:moveTo>
                <a:lnTo>
                  <a:pt x="1489334" y="86711"/>
                </a:lnTo>
                <a:cubicBezTo>
                  <a:pt x="1489922" y="98906"/>
                  <a:pt x="1493159" y="108545"/>
                  <a:pt x="1499044" y="115625"/>
                </a:cubicBezTo>
                <a:cubicBezTo>
                  <a:pt x="1503556" y="121067"/>
                  <a:pt x="1508984" y="123788"/>
                  <a:pt x="1515327" y="123788"/>
                </a:cubicBezTo>
                <a:cubicBezTo>
                  <a:pt x="1519251" y="123788"/>
                  <a:pt x="1522815" y="122693"/>
                  <a:pt x="1526019" y="120502"/>
                </a:cubicBezTo>
                <a:cubicBezTo>
                  <a:pt x="1529223" y="118312"/>
                  <a:pt x="1532656" y="114372"/>
                  <a:pt x="1536318" y="108682"/>
                </a:cubicBezTo>
                <a:lnTo>
                  <a:pt x="1539653" y="110840"/>
                </a:lnTo>
                <a:cubicBezTo>
                  <a:pt x="1534683" y="120976"/>
                  <a:pt x="1529190" y="128153"/>
                  <a:pt x="1523174" y="132371"/>
                </a:cubicBezTo>
                <a:cubicBezTo>
                  <a:pt x="1517158" y="136589"/>
                  <a:pt x="1510194" y="138698"/>
                  <a:pt x="1502281" y="138698"/>
                </a:cubicBezTo>
                <a:cubicBezTo>
                  <a:pt x="1488680" y="138698"/>
                  <a:pt x="1478380" y="133461"/>
                  <a:pt x="1471383" y="122988"/>
                </a:cubicBezTo>
                <a:cubicBezTo>
                  <a:pt x="1465760" y="114544"/>
                  <a:pt x="1462948" y="104071"/>
                  <a:pt x="1462948" y="91569"/>
                </a:cubicBezTo>
                <a:cubicBezTo>
                  <a:pt x="1462948" y="76251"/>
                  <a:pt x="1467084" y="64059"/>
                  <a:pt x="1475356" y="54994"/>
                </a:cubicBezTo>
                <a:cubicBezTo>
                  <a:pt x="1483628" y="45927"/>
                  <a:pt x="1493322" y="41394"/>
                  <a:pt x="1504439" y="41394"/>
                </a:cubicBezTo>
                <a:cubicBezTo>
                  <a:pt x="1513725" y="41394"/>
                  <a:pt x="1521785" y="45203"/>
                  <a:pt x="1528618" y="52821"/>
                </a:cubicBezTo>
                <a:cubicBezTo>
                  <a:pt x="1535452" y="60439"/>
                  <a:pt x="1539130" y="71736"/>
                  <a:pt x="1539653" y="86711"/>
                </a:cubicBezTo>
                <a:moveTo>
                  <a:pt x="1515523" y="80237"/>
                </a:moveTo>
                <a:cubicBezTo>
                  <a:pt x="1515523" y="69708"/>
                  <a:pt x="1514951" y="62483"/>
                  <a:pt x="1513807" y="58559"/>
                </a:cubicBezTo>
                <a:cubicBezTo>
                  <a:pt x="1512662" y="54635"/>
                  <a:pt x="1510880" y="51660"/>
                  <a:pt x="1508461" y="49633"/>
                </a:cubicBezTo>
                <a:cubicBezTo>
                  <a:pt x="1507088" y="48456"/>
                  <a:pt x="1505257" y="47867"/>
                  <a:pt x="1502968" y="47867"/>
                </a:cubicBezTo>
                <a:cubicBezTo>
                  <a:pt x="1499567" y="47867"/>
                  <a:pt x="1496788" y="49535"/>
                  <a:pt x="1494630" y="52870"/>
                </a:cubicBezTo>
                <a:cubicBezTo>
                  <a:pt x="1490772" y="58690"/>
                  <a:pt x="1488843" y="66668"/>
                  <a:pt x="1488843" y="76804"/>
                </a:cubicBezTo>
                <a:lnTo>
                  <a:pt x="1488843" y="80237"/>
                </a:lnTo>
                <a:lnTo>
                  <a:pt x="1515523" y="80237"/>
                </a:lnTo>
                <a:close/>
                <a:moveTo>
                  <a:pt x="1587743" y="2943"/>
                </a:moveTo>
                <a:lnTo>
                  <a:pt x="1587743" y="116922"/>
                </a:lnTo>
                <a:cubicBezTo>
                  <a:pt x="1587743" y="123396"/>
                  <a:pt x="1588495" y="127532"/>
                  <a:pt x="1589999" y="129330"/>
                </a:cubicBezTo>
                <a:cubicBezTo>
                  <a:pt x="1591503" y="131128"/>
                  <a:pt x="1594446" y="132158"/>
                  <a:pt x="1598827" y="132420"/>
                </a:cubicBezTo>
                <a:lnTo>
                  <a:pt x="1598827" y="135951"/>
                </a:lnTo>
                <a:lnTo>
                  <a:pt x="1549292" y="135951"/>
                </a:lnTo>
                <a:lnTo>
                  <a:pt x="1549292" y="132420"/>
                </a:lnTo>
                <a:cubicBezTo>
                  <a:pt x="1553346" y="132289"/>
                  <a:pt x="1556354" y="131112"/>
                  <a:pt x="1558316" y="128889"/>
                </a:cubicBezTo>
                <a:cubicBezTo>
                  <a:pt x="1559624" y="127385"/>
                  <a:pt x="1560278" y="123396"/>
                  <a:pt x="1560278" y="116922"/>
                </a:cubicBezTo>
                <a:lnTo>
                  <a:pt x="1560278" y="21972"/>
                </a:lnTo>
                <a:cubicBezTo>
                  <a:pt x="1560278" y="15523"/>
                  <a:pt x="1559526" y="11394"/>
                  <a:pt x="1558022" y="9585"/>
                </a:cubicBezTo>
                <a:cubicBezTo>
                  <a:pt x="1556518" y="7775"/>
                  <a:pt x="1553608" y="6737"/>
                  <a:pt x="1549292" y="6474"/>
                </a:cubicBezTo>
                <a:lnTo>
                  <a:pt x="1549292" y="2943"/>
                </a:lnTo>
                <a:lnTo>
                  <a:pt x="1587743" y="29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Category-Level">
            <a:extLst xmlns:a="http://schemas.openxmlformats.org/drawingml/2006/main">
              <a:ext uri="{FF2B5EF4-FFF2-40B4-BE49-F238E27FC236}">
                <a16:creationId xmlns:a16="http://schemas.microsoft.com/office/drawing/2014/main" id="{1246D05B-3C25-488C-8CBA-E182AA11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5500" y="158898"/>
            <a:ext cx="1322544" cy="179306"/>
          </a:xfrm>
          <a:custGeom xmlns:a="http://schemas.openxmlformats.org/drawingml/2006/main">
            <a:pathLst>
              <a:path w="1322544" h="179306">
                <a:moveTo>
                  <a:pt x="126142" y="0"/>
                </a:moveTo>
                <a:lnTo>
                  <a:pt x="126142" y="46102"/>
                </a:lnTo>
                <a:lnTo>
                  <a:pt x="122317" y="46102"/>
                </a:lnTo>
                <a:cubicBezTo>
                  <a:pt x="119440" y="34006"/>
                  <a:pt x="114077" y="24738"/>
                  <a:pt x="106230" y="18297"/>
                </a:cubicBezTo>
                <a:cubicBezTo>
                  <a:pt x="98383" y="11853"/>
                  <a:pt x="89490" y="8632"/>
                  <a:pt x="79550" y="8632"/>
                </a:cubicBezTo>
                <a:cubicBezTo>
                  <a:pt x="71245" y="8632"/>
                  <a:pt x="63627" y="11019"/>
                  <a:pt x="56695" y="15792"/>
                </a:cubicBezTo>
                <a:cubicBezTo>
                  <a:pt x="49764" y="20566"/>
                  <a:pt x="44696" y="26811"/>
                  <a:pt x="41492" y="34527"/>
                </a:cubicBezTo>
                <a:cubicBezTo>
                  <a:pt x="37372" y="44402"/>
                  <a:pt x="35312" y="55388"/>
                  <a:pt x="35312" y="67485"/>
                </a:cubicBezTo>
                <a:cubicBezTo>
                  <a:pt x="35312" y="79387"/>
                  <a:pt x="36816" y="90225"/>
                  <a:pt x="39824" y="100002"/>
                </a:cubicBezTo>
                <a:cubicBezTo>
                  <a:pt x="42832" y="109778"/>
                  <a:pt x="47540" y="117167"/>
                  <a:pt x="53949" y="122170"/>
                </a:cubicBezTo>
                <a:cubicBezTo>
                  <a:pt x="60357" y="127172"/>
                  <a:pt x="68662" y="129673"/>
                  <a:pt x="78863" y="129673"/>
                </a:cubicBezTo>
                <a:cubicBezTo>
                  <a:pt x="87234" y="129673"/>
                  <a:pt x="94901" y="127843"/>
                  <a:pt x="101865" y="124181"/>
                </a:cubicBezTo>
                <a:cubicBezTo>
                  <a:pt x="108830" y="120519"/>
                  <a:pt x="116170" y="114208"/>
                  <a:pt x="123886" y="105249"/>
                </a:cubicBezTo>
                <a:lnTo>
                  <a:pt x="123886" y="116726"/>
                </a:lnTo>
                <a:cubicBezTo>
                  <a:pt x="116431" y="124507"/>
                  <a:pt x="108666" y="130148"/>
                  <a:pt x="100590" y="133646"/>
                </a:cubicBezTo>
                <a:cubicBezTo>
                  <a:pt x="92514" y="137145"/>
                  <a:pt x="83081" y="138894"/>
                  <a:pt x="72292" y="138894"/>
                </a:cubicBezTo>
                <a:cubicBezTo>
                  <a:pt x="58101" y="138894"/>
                  <a:pt x="45497" y="136053"/>
                  <a:pt x="34478" y="130372"/>
                </a:cubicBezTo>
                <a:cubicBezTo>
                  <a:pt x="23460" y="124691"/>
                  <a:pt x="14959" y="116530"/>
                  <a:pt x="8975" y="105887"/>
                </a:cubicBezTo>
                <a:cubicBezTo>
                  <a:pt x="2992" y="95242"/>
                  <a:pt x="0" y="83912"/>
                  <a:pt x="0" y="71896"/>
                </a:cubicBezTo>
                <a:cubicBezTo>
                  <a:pt x="0" y="59228"/>
                  <a:pt x="3319" y="47213"/>
                  <a:pt x="9956" y="35851"/>
                </a:cubicBezTo>
                <a:cubicBezTo>
                  <a:pt x="16593" y="24487"/>
                  <a:pt x="25552" y="15672"/>
                  <a:pt x="36832" y="9404"/>
                </a:cubicBezTo>
                <a:cubicBezTo>
                  <a:pt x="48113" y="3135"/>
                  <a:pt x="60096" y="0"/>
                  <a:pt x="72782" y="0"/>
                </a:cubicBezTo>
                <a:cubicBezTo>
                  <a:pt x="82133" y="0"/>
                  <a:pt x="92007" y="2027"/>
                  <a:pt x="102405" y="6082"/>
                </a:cubicBezTo>
                <a:cubicBezTo>
                  <a:pt x="108421" y="8436"/>
                  <a:pt x="112246" y="9613"/>
                  <a:pt x="113881" y="9613"/>
                </a:cubicBezTo>
                <a:cubicBezTo>
                  <a:pt x="115974" y="9613"/>
                  <a:pt x="117788" y="8844"/>
                  <a:pt x="119325" y="7308"/>
                </a:cubicBezTo>
                <a:cubicBezTo>
                  <a:pt x="120862" y="5771"/>
                  <a:pt x="121859" y="3335"/>
                  <a:pt x="122317" y="0"/>
                </a:cubicBezTo>
                <a:lnTo>
                  <a:pt x="126142" y="0"/>
                </a:lnTo>
                <a:close/>
                <a:moveTo>
                  <a:pt x="195099" y="122415"/>
                </a:moveTo>
                <a:cubicBezTo>
                  <a:pt x="183917" y="132355"/>
                  <a:pt x="173879" y="137324"/>
                  <a:pt x="164985" y="137324"/>
                </a:cubicBezTo>
                <a:cubicBezTo>
                  <a:pt x="159754" y="137324"/>
                  <a:pt x="155405" y="135603"/>
                  <a:pt x="151940" y="132159"/>
                </a:cubicBezTo>
                <a:cubicBezTo>
                  <a:pt x="148474" y="128714"/>
                  <a:pt x="146741" y="124400"/>
                  <a:pt x="146741" y="119218"/>
                </a:cubicBezTo>
                <a:cubicBezTo>
                  <a:pt x="146741" y="112196"/>
                  <a:pt x="149749" y="105881"/>
                  <a:pt x="155765" y="100271"/>
                </a:cubicBezTo>
                <a:cubicBezTo>
                  <a:pt x="161781" y="94662"/>
                  <a:pt x="174892" y="87199"/>
                  <a:pt x="195099" y="77883"/>
                </a:cubicBezTo>
                <a:lnTo>
                  <a:pt x="195099" y="68662"/>
                </a:lnTo>
                <a:cubicBezTo>
                  <a:pt x="195099" y="61731"/>
                  <a:pt x="194723" y="57366"/>
                  <a:pt x="193971" y="55567"/>
                </a:cubicBezTo>
                <a:cubicBezTo>
                  <a:pt x="193219" y="53769"/>
                  <a:pt x="191796" y="52200"/>
                  <a:pt x="189704" y="50859"/>
                </a:cubicBezTo>
                <a:cubicBezTo>
                  <a:pt x="187611" y="49519"/>
                  <a:pt x="185257" y="48848"/>
                  <a:pt x="182641" y="48848"/>
                </a:cubicBezTo>
                <a:cubicBezTo>
                  <a:pt x="178391" y="48848"/>
                  <a:pt x="174892" y="49796"/>
                  <a:pt x="172146" y="51693"/>
                </a:cubicBezTo>
                <a:cubicBezTo>
                  <a:pt x="170446" y="52870"/>
                  <a:pt x="169596" y="54243"/>
                  <a:pt x="169596" y="55813"/>
                </a:cubicBezTo>
                <a:cubicBezTo>
                  <a:pt x="169596" y="57186"/>
                  <a:pt x="170511" y="58886"/>
                  <a:pt x="172342" y="60913"/>
                </a:cubicBezTo>
                <a:cubicBezTo>
                  <a:pt x="174827" y="63725"/>
                  <a:pt x="176069" y="66439"/>
                  <a:pt x="176069" y="69055"/>
                </a:cubicBezTo>
                <a:cubicBezTo>
                  <a:pt x="176069" y="72259"/>
                  <a:pt x="174876" y="74989"/>
                  <a:pt x="172489" y="77245"/>
                </a:cubicBezTo>
                <a:cubicBezTo>
                  <a:pt x="170102" y="79501"/>
                  <a:pt x="166980" y="80629"/>
                  <a:pt x="163122" y="80629"/>
                </a:cubicBezTo>
                <a:cubicBezTo>
                  <a:pt x="159002" y="80629"/>
                  <a:pt x="155553" y="79387"/>
                  <a:pt x="152773" y="76902"/>
                </a:cubicBezTo>
                <a:cubicBezTo>
                  <a:pt x="149994" y="74417"/>
                  <a:pt x="148605" y="71507"/>
                  <a:pt x="148605" y="68172"/>
                </a:cubicBezTo>
                <a:cubicBezTo>
                  <a:pt x="148605" y="63464"/>
                  <a:pt x="150468" y="58968"/>
                  <a:pt x="154196" y="54685"/>
                </a:cubicBezTo>
                <a:cubicBezTo>
                  <a:pt x="157923" y="50401"/>
                  <a:pt x="163122" y="47115"/>
                  <a:pt x="169792" y="44827"/>
                </a:cubicBezTo>
                <a:cubicBezTo>
                  <a:pt x="176462" y="42538"/>
                  <a:pt x="183393" y="41394"/>
                  <a:pt x="190587" y="41394"/>
                </a:cubicBezTo>
                <a:cubicBezTo>
                  <a:pt x="199284" y="41394"/>
                  <a:pt x="206166" y="43246"/>
                  <a:pt x="211234" y="46951"/>
                </a:cubicBezTo>
                <a:cubicBezTo>
                  <a:pt x="216302" y="50654"/>
                  <a:pt x="219588" y="54668"/>
                  <a:pt x="221092" y="58994"/>
                </a:cubicBezTo>
                <a:cubicBezTo>
                  <a:pt x="222008" y="61747"/>
                  <a:pt x="222466" y="68072"/>
                  <a:pt x="222466" y="77968"/>
                </a:cubicBezTo>
                <a:lnTo>
                  <a:pt x="222466" y="113657"/>
                </a:lnTo>
                <a:cubicBezTo>
                  <a:pt x="222466" y="117853"/>
                  <a:pt x="222629" y="120492"/>
                  <a:pt x="222956" y="121575"/>
                </a:cubicBezTo>
                <a:cubicBezTo>
                  <a:pt x="223283" y="122656"/>
                  <a:pt x="223773" y="123459"/>
                  <a:pt x="224427" y="123984"/>
                </a:cubicBezTo>
                <a:cubicBezTo>
                  <a:pt x="225081" y="124507"/>
                  <a:pt x="225833" y="124769"/>
                  <a:pt x="226683" y="124769"/>
                </a:cubicBezTo>
                <a:cubicBezTo>
                  <a:pt x="228384" y="124769"/>
                  <a:pt x="230116" y="123559"/>
                  <a:pt x="231882" y="121140"/>
                </a:cubicBezTo>
                <a:lnTo>
                  <a:pt x="234825" y="123494"/>
                </a:lnTo>
                <a:cubicBezTo>
                  <a:pt x="231555" y="128333"/>
                  <a:pt x="228171" y="131848"/>
                  <a:pt x="224673" y="134038"/>
                </a:cubicBezTo>
                <a:cubicBezTo>
                  <a:pt x="221174" y="136229"/>
                  <a:pt x="217201" y="137324"/>
                  <a:pt x="212755" y="137324"/>
                </a:cubicBezTo>
                <a:cubicBezTo>
                  <a:pt x="207523" y="137324"/>
                  <a:pt x="203436" y="136090"/>
                  <a:pt x="200494" y="133622"/>
                </a:cubicBezTo>
                <a:cubicBezTo>
                  <a:pt x="197551" y="131153"/>
                  <a:pt x="195753" y="127417"/>
                  <a:pt x="195099" y="122415"/>
                </a:cubicBezTo>
                <a:moveTo>
                  <a:pt x="195099" y="115156"/>
                </a:moveTo>
                <a:lnTo>
                  <a:pt x="195099" y="84473"/>
                </a:lnTo>
                <a:cubicBezTo>
                  <a:pt x="187186" y="89138"/>
                  <a:pt x="181301" y="94133"/>
                  <a:pt x="177443" y="99456"/>
                </a:cubicBezTo>
                <a:cubicBezTo>
                  <a:pt x="174892" y="103004"/>
                  <a:pt x="173617" y="106585"/>
                  <a:pt x="173617" y="110200"/>
                </a:cubicBezTo>
                <a:cubicBezTo>
                  <a:pt x="173617" y="113222"/>
                  <a:pt x="174696" y="115884"/>
                  <a:pt x="176854" y="118185"/>
                </a:cubicBezTo>
                <a:cubicBezTo>
                  <a:pt x="178489" y="119959"/>
                  <a:pt x="180778" y="120845"/>
                  <a:pt x="183720" y="120845"/>
                </a:cubicBezTo>
                <a:cubicBezTo>
                  <a:pt x="186990" y="120845"/>
                  <a:pt x="190783" y="118949"/>
                  <a:pt x="195099" y="115156"/>
                </a:cubicBezTo>
                <a:close/>
                <a:moveTo>
                  <a:pt x="281540" y="10397"/>
                </a:moveTo>
                <a:lnTo>
                  <a:pt x="281540" y="44140"/>
                </a:lnTo>
                <a:lnTo>
                  <a:pt x="303316" y="44140"/>
                </a:lnTo>
                <a:lnTo>
                  <a:pt x="303316" y="53753"/>
                </a:lnTo>
                <a:lnTo>
                  <a:pt x="281540" y="53753"/>
                </a:lnTo>
                <a:lnTo>
                  <a:pt x="281540" y="110503"/>
                </a:lnTo>
                <a:cubicBezTo>
                  <a:pt x="281540" y="115814"/>
                  <a:pt x="281785" y="119240"/>
                  <a:pt x="282276" y="120781"/>
                </a:cubicBezTo>
                <a:cubicBezTo>
                  <a:pt x="282766" y="122322"/>
                  <a:pt x="283633" y="123568"/>
                  <a:pt x="284875" y="124521"/>
                </a:cubicBezTo>
                <a:cubicBezTo>
                  <a:pt x="286118" y="125471"/>
                  <a:pt x="287262" y="125946"/>
                  <a:pt x="288308" y="125946"/>
                </a:cubicBezTo>
                <a:cubicBezTo>
                  <a:pt x="292559" y="125946"/>
                  <a:pt x="296580" y="122676"/>
                  <a:pt x="300373" y="116137"/>
                </a:cubicBezTo>
                <a:lnTo>
                  <a:pt x="303316" y="118317"/>
                </a:lnTo>
                <a:cubicBezTo>
                  <a:pt x="298019" y="130988"/>
                  <a:pt x="289420" y="137324"/>
                  <a:pt x="277518" y="137324"/>
                </a:cubicBezTo>
                <a:cubicBezTo>
                  <a:pt x="271699" y="137324"/>
                  <a:pt x="266778" y="135701"/>
                  <a:pt x="262756" y="132454"/>
                </a:cubicBezTo>
                <a:cubicBezTo>
                  <a:pt x="258734" y="129205"/>
                  <a:pt x="256168" y="125578"/>
                  <a:pt x="255056" y="121575"/>
                </a:cubicBezTo>
                <a:cubicBezTo>
                  <a:pt x="254402" y="119344"/>
                  <a:pt x="254075" y="113306"/>
                  <a:pt x="254075" y="103462"/>
                </a:cubicBezTo>
                <a:lnTo>
                  <a:pt x="254075" y="53753"/>
                </a:lnTo>
                <a:lnTo>
                  <a:pt x="242108" y="53753"/>
                </a:lnTo>
                <a:lnTo>
                  <a:pt x="242108" y="50310"/>
                </a:lnTo>
                <a:cubicBezTo>
                  <a:pt x="250348" y="44478"/>
                  <a:pt x="257361" y="38351"/>
                  <a:pt x="263148" y="31928"/>
                </a:cubicBezTo>
                <a:cubicBezTo>
                  <a:pt x="268936" y="25505"/>
                  <a:pt x="273987" y="18328"/>
                  <a:pt x="278303" y="10397"/>
                </a:cubicBezTo>
                <a:lnTo>
                  <a:pt x="281540" y="10397"/>
                </a:lnTo>
                <a:close/>
                <a:moveTo>
                  <a:pt x="389349" y="86711"/>
                </a:moveTo>
                <a:lnTo>
                  <a:pt x="339030" y="86711"/>
                </a:lnTo>
                <a:cubicBezTo>
                  <a:pt x="339618" y="98906"/>
                  <a:pt x="342855" y="108545"/>
                  <a:pt x="348740" y="115625"/>
                </a:cubicBezTo>
                <a:cubicBezTo>
                  <a:pt x="353253" y="121067"/>
                  <a:pt x="358680" y="123788"/>
                  <a:pt x="365023" y="123788"/>
                </a:cubicBezTo>
                <a:cubicBezTo>
                  <a:pt x="368947" y="123788"/>
                  <a:pt x="372511" y="122693"/>
                  <a:pt x="375715" y="120502"/>
                </a:cubicBezTo>
                <a:cubicBezTo>
                  <a:pt x="378919" y="118312"/>
                  <a:pt x="382352" y="114372"/>
                  <a:pt x="386014" y="108682"/>
                </a:cubicBezTo>
                <a:lnTo>
                  <a:pt x="389349" y="110840"/>
                </a:lnTo>
                <a:cubicBezTo>
                  <a:pt x="384379" y="120976"/>
                  <a:pt x="378886" y="128153"/>
                  <a:pt x="372870" y="132371"/>
                </a:cubicBezTo>
                <a:cubicBezTo>
                  <a:pt x="366854" y="136589"/>
                  <a:pt x="359890" y="138698"/>
                  <a:pt x="351977" y="138698"/>
                </a:cubicBezTo>
                <a:cubicBezTo>
                  <a:pt x="338376" y="138698"/>
                  <a:pt x="328076" y="133461"/>
                  <a:pt x="321079" y="122988"/>
                </a:cubicBezTo>
                <a:cubicBezTo>
                  <a:pt x="315456" y="114544"/>
                  <a:pt x="312644" y="104071"/>
                  <a:pt x="312644" y="91569"/>
                </a:cubicBezTo>
                <a:cubicBezTo>
                  <a:pt x="312644" y="76251"/>
                  <a:pt x="316780" y="64059"/>
                  <a:pt x="325052" y="54994"/>
                </a:cubicBezTo>
                <a:cubicBezTo>
                  <a:pt x="333324" y="45927"/>
                  <a:pt x="343019" y="41394"/>
                  <a:pt x="354135" y="41394"/>
                </a:cubicBezTo>
                <a:cubicBezTo>
                  <a:pt x="363421" y="41394"/>
                  <a:pt x="371481" y="45203"/>
                  <a:pt x="378314" y="52821"/>
                </a:cubicBezTo>
                <a:cubicBezTo>
                  <a:pt x="385148" y="60439"/>
                  <a:pt x="388826" y="71736"/>
                  <a:pt x="389349" y="86711"/>
                </a:cubicBezTo>
                <a:moveTo>
                  <a:pt x="365219" y="80237"/>
                </a:moveTo>
                <a:cubicBezTo>
                  <a:pt x="365219" y="69708"/>
                  <a:pt x="364647" y="62483"/>
                  <a:pt x="363503" y="58559"/>
                </a:cubicBezTo>
                <a:cubicBezTo>
                  <a:pt x="362358" y="54635"/>
                  <a:pt x="360577" y="51660"/>
                  <a:pt x="358157" y="49633"/>
                </a:cubicBezTo>
                <a:cubicBezTo>
                  <a:pt x="356784" y="48456"/>
                  <a:pt x="354953" y="47867"/>
                  <a:pt x="352664" y="47867"/>
                </a:cubicBezTo>
                <a:cubicBezTo>
                  <a:pt x="349264" y="47867"/>
                  <a:pt x="346484" y="49535"/>
                  <a:pt x="344326" y="52870"/>
                </a:cubicBezTo>
                <a:cubicBezTo>
                  <a:pt x="340468" y="58690"/>
                  <a:pt x="338539" y="66668"/>
                  <a:pt x="338539" y="76804"/>
                </a:cubicBezTo>
                <a:lnTo>
                  <a:pt x="338539" y="80237"/>
                </a:lnTo>
                <a:lnTo>
                  <a:pt x="365219" y="80237"/>
                </a:lnTo>
                <a:close/>
                <a:moveTo>
                  <a:pt x="460533" y="45317"/>
                </a:moveTo>
                <a:lnTo>
                  <a:pt x="491431" y="45317"/>
                </a:lnTo>
                <a:lnTo>
                  <a:pt x="491431" y="56107"/>
                </a:lnTo>
                <a:lnTo>
                  <a:pt x="473873" y="56107"/>
                </a:lnTo>
                <a:cubicBezTo>
                  <a:pt x="477078" y="59311"/>
                  <a:pt x="479301" y="62221"/>
                  <a:pt x="480543" y="64837"/>
                </a:cubicBezTo>
                <a:cubicBezTo>
                  <a:pt x="482113" y="68368"/>
                  <a:pt x="482897" y="72063"/>
                  <a:pt x="482897" y="75921"/>
                </a:cubicBezTo>
                <a:cubicBezTo>
                  <a:pt x="482897" y="82460"/>
                  <a:pt x="481083" y="88133"/>
                  <a:pt x="477454" y="92939"/>
                </a:cubicBezTo>
                <a:cubicBezTo>
                  <a:pt x="473824" y="97746"/>
                  <a:pt x="468887" y="101506"/>
                  <a:pt x="462642" y="104219"/>
                </a:cubicBezTo>
                <a:cubicBezTo>
                  <a:pt x="456397" y="106933"/>
                  <a:pt x="450855" y="108290"/>
                  <a:pt x="446016" y="108290"/>
                </a:cubicBezTo>
                <a:cubicBezTo>
                  <a:pt x="445624" y="108290"/>
                  <a:pt x="441700" y="108127"/>
                  <a:pt x="434245" y="107800"/>
                </a:cubicBezTo>
                <a:cubicBezTo>
                  <a:pt x="431303" y="107800"/>
                  <a:pt x="428834" y="108759"/>
                  <a:pt x="426840" y="110678"/>
                </a:cubicBezTo>
                <a:cubicBezTo>
                  <a:pt x="424845" y="112597"/>
                  <a:pt x="423848" y="114889"/>
                  <a:pt x="423848" y="117553"/>
                </a:cubicBezTo>
                <a:cubicBezTo>
                  <a:pt x="423848" y="119895"/>
                  <a:pt x="424747" y="121814"/>
                  <a:pt x="426545" y="123310"/>
                </a:cubicBezTo>
                <a:cubicBezTo>
                  <a:pt x="428344" y="124806"/>
                  <a:pt x="431270" y="125554"/>
                  <a:pt x="435324" y="125554"/>
                </a:cubicBezTo>
                <a:lnTo>
                  <a:pt x="452294" y="125358"/>
                </a:lnTo>
                <a:cubicBezTo>
                  <a:pt x="466026" y="125358"/>
                  <a:pt x="475475" y="126865"/>
                  <a:pt x="480641" y="129879"/>
                </a:cubicBezTo>
                <a:cubicBezTo>
                  <a:pt x="488031" y="134070"/>
                  <a:pt x="491725" y="140523"/>
                  <a:pt x="491725" y="149236"/>
                </a:cubicBezTo>
                <a:cubicBezTo>
                  <a:pt x="491725" y="154805"/>
                  <a:pt x="490025" y="159865"/>
                  <a:pt x="486625" y="164418"/>
                </a:cubicBezTo>
                <a:cubicBezTo>
                  <a:pt x="483224" y="168971"/>
                  <a:pt x="478745" y="172329"/>
                  <a:pt x="473187" y="174491"/>
                </a:cubicBezTo>
                <a:cubicBezTo>
                  <a:pt x="464751" y="177701"/>
                  <a:pt x="455040" y="179306"/>
                  <a:pt x="444054" y="179306"/>
                </a:cubicBezTo>
                <a:cubicBezTo>
                  <a:pt x="435815" y="179306"/>
                  <a:pt x="428295" y="178505"/>
                  <a:pt x="421494" y="176903"/>
                </a:cubicBezTo>
                <a:cubicBezTo>
                  <a:pt x="414693" y="175301"/>
                  <a:pt x="409821" y="173077"/>
                  <a:pt x="406879" y="170230"/>
                </a:cubicBezTo>
                <a:cubicBezTo>
                  <a:pt x="403936" y="167386"/>
                  <a:pt x="402465" y="164393"/>
                  <a:pt x="402465" y="161252"/>
                </a:cubicBezTo>
                <a:cubicBezTo>
                  <a:pt x="402465" y="158244"/>
                  <a:pt x="403593" y="155545"/>
                  <a:pt x="405849" y="153157"/>
                </a:cubicBezTo>
                <a:cubicBezTo>
                  <a:pt x="408105" y="150770"/>
                  <a:pt x="412306" y="148759"/>
                  <a:pt x="418453" y="147124"/>
                </a:cubicBezTo>
                <a:cubicBezTo>
                  <a:pt x="409952" y="142939"/>
                  <a:pt x="405702" y="137120"/>
                  <a:pt x="405702" y="129667"/>
                </a:cubicBezTo>
                <a:cubicBezTo>
                  <a:pt x="405702" y="125155"/>
                  <a:pt x="407434" y="120775"/>
                  <a:pt x="410900" y="116527"/>
                </a:cubicBezTo>
                <a:cubicBezTo>
                  <a:pt x="414366" y="112276"/>
                  <a:pt x="419859" y="108581"/>
                  <a:pt x="427379" y="105442"/>
                </a:cubicBezTo>
                <a:cubicBezTo>
                  <a:pt x="418617" y="102234"/>
                  <a:pt x="412273" y="98010"/>
                  <a:pt x="408350" y="92771"/>
                </a:cubicBezTo>
                <a:cubicBezTo>
                  <a:pt x="404426" y="87531"/>
                  <a:pt x="402465" y="81473"/>
                  <a:pt x="402465" y="74597"/>
                </a:cubicBezTo>
                <a:cubicBezTo>
                  <a:pt x="402465" y="65626"/>
                  <a:pt x="406127" y="57849"/>
                  <a:pt x="413451" y="51267"/>
                </a:cubicBezTo>
                <a:cubicBezTo>
                  <a:pt x="420774" y="44685"/>
                  <a:pt x="430191" y="41394"/>
                  <a:pt x="441700" y="41394"/>
                </a:cubicBezTo>
                <a:cubicBezTo>
                  <a:pt x="447782" y="41394"/>
                  <a:pt x="454059" y="42701"/>
                  <a:pt x="460533" y="45317"/>
                </a:cubicBezTo>
                <a:moveTo>
                  <a:pt x="443564" y="47671"/>
                </a:moveTo>
                <a:cubicBezTo>
                  <a:pt x="439771" y="47671"/>
                  <a:pt x="436567" y="49581"/>
                  <a:pt x="433951" y="53400"/>
                </a:cubicBezTo>
                <a:cubicBezTo>
                  <a:pt x="431335" y="57217"/>
                  <a:pt x="430028" y="65132"/>
                  <a:pt x="430028" y="77144"/>
                </a:cubicBezTo>
                <a:cubicBezTo>
                  <a:pt x="430028" y="86869"/>
                  <a:pt x="431319" y="93543"/>
                  <a:pt x="433902" y="97166"/>
                </a:cubicBezTo>
                <a:cubicBezTo>
                  <a:pt x="436485" y="100789"/>
                  <a:pt x="439542" y="102601"/>
                  <a:pt x="443073" y="102601"/>
                </a:cubicBezTo>
                <a:cubicBezTo>
                  <a:pt x="446997" y="102601"/>
                  <a:pt x="450267" y="100806"/>
                  <a:pt x="452882" y="97215"/>
                </a:cubicBezTo>
                <a:cubicBezTo>
                  <a:pt x="455498" y="93625"/>
                  <a:pt x="456806" y="86640"/>
                  <a:pt x="456806" y="76261"/>
                </a:cubicBezTo>
                <a:cubicBezTo>
                  <a:pt x="456806" y="64578"/>
                  <a:pt x="455334" y="56615"/>
                  <a:pt x="452392" y="52370"/>
                </a:cubicBezTo>
                <a:cubicBezTo>
                  <a:pt x="450299" y="49238"/>
                  <a:pt x="447357" y="47671"/>
                  <a:pt x="443564" y="47671"/>
                </a:cubicBezTo>
                <a:moveTo>
                  <a:pt x="437777" y="149487"/>
                </a:moveTo>
                <a:cubicBezTo>
                  <a:pt x="431107" y="149487"/>
                  <a:pt x="426693" y="150041"/>
                  <a:pt x="424535" y="151149"/>
                </a:cubicBezTo>
                <a:cubicBezTo>
                  <a:pt x="420807" y="153166"/>
                  <a:pt x="418943" y="155900"/>
                  <a:pt x="418943" y="159352"/>
                </a:cubicBezTo>
                <a:cubicBezTo>
                  <a:pt x="418943" y="162672"/>
                  <a:pt x="420873" y="165683"/>
                  <a:pt x="424731" y="168385"/>
                </a:cubicBezTo>
                <a:cubicBezTo>
                  <a:pt x="428589" y="171088"/>
                  <a:pt x="435847" y="172440"/>
                  <a:pt x="446506" y="172440"/>
                </a:cubicBezTo>
                <a:cubicBezTo>
                  <a:pt x="455596" y="172440"/>
                  <a:pt x="462740" y="171236"/>
                  <a:pt x="467939" y="168826"/>
                </a:cubicBezTo>
                <a:cubicBezTo>
                  <a:pt x="473138" y="166417"/>
                  <a:pt x="475737" y="163031"/>
                  <a:pt x="475737" y="158668"/>
                </a:cubicBezTo>
                <a:cubicBezTo>
                  <a:pt x="475737" y="157041"/>
                  <a:pt x="475247" y="155674"/>
                  <a:pt x="474266" y="154567"/>
                </a:cubicBezTo>
                <a:cubicBezTo>
                  <a:pt x="472500" y="152613"/>
                  <a:pt x="469835" y="151278"/>
                  <a:pt x="466271" y="150560"/>
                </a:cubicBezTo>
                <a:cubicBezTo>
                  <a:pt x="462707" y="149845"/>
                  <a:pt x="453209" y="149487"/>
                  <a:pt x="437777" y="149487"/>
                </a:cubicBezTo>
                <a:close/>
                <a:moveTo>
                  <a:pt x="545601" y="41394"/>
                </a:moveTo>
                <a:cubicBezTo>
                  <a:pt x="553579" y="41394"/>
                  <a:pt x="561001" y="43455"/>
                  <a:pt x="567867" y="47579"/>
                </a:cubicBezTo>
                <a:cubicBezTo>
                  <a:pt x="574733" y="51703"/>
                  <a:pt x="579949" y="57562"/>
                  <a:pt x="583512" y="65156"/>
                </a:cubicBezTo>
                <a:cubicBezTo>
                  <a:pt x="587076" y="72749"/>
                  <a:pt x="588858" y="81062"/>
                  <a:pt x="588858" y="90095"/>
                </a:cubicBezTo>
                <a:cubicBezTo>
                  <a:pt x="588858" y="103120"/>
                  <a:pt x="585556" y="114019"/>
                  <a:pt x="578951" y="122792"/>
                </a:cubicBezTo>
                <a:cubicBezTo>
                  <a:pt x="570973" y="133396"/>
                  <a:pt x="559955" y="138698"/>
                  <a:pt x="545895" y="138698"/>
                </a:cubicBezTo>
                <a:cubicBezTo>
                  <a:pt x="532097" y="138698"/>
                  <a:pt x="521471" y="133854"/>
                  <a:pt x="514016" y="124165"/>
                </a:cubicBezTo>
                <a:cubicBezTo>
                  <a:pt x="506562" y="114477"/>
                  <a:pt x="502834" y="103251"/>
                  <a:pt x="502834" y="90487"/>
                </a:cubicBezTo>
                <a:cubicBezTo>
                  <a:pt x="502834" y="77331"/>
                  <a:pt x="506643" y="65860"/>
                  <a:pt x="514262" y="56073"/>
                </a:cubicBezTo>
                <a:cubicBezTo>
                  <a:pt x="521880" y="46287"/>
                  <a:pt x="532326" y="41394"/>
                  <a:pt x="545601" y="41394"/>
                </a:cubicBezTo>
                <a:moveTo>
                  <a:pt x="545993" y="48260"/>
                </a:moveTo>
                <a:cubicBezTo>
                  <a:pt x="542658" y="48260"/>
                  <a:pt x="539797" y="49521"/>
                  <a:pt x="537411" y="52042"/>
                </a:cubicBezTo>
                <a:cubicBezTo>
                  <a:pt x="535024" y="54562"/>
                  <a:pt x="533454" y="59537"/>
                  <a:pt x="532702" y="66967"/>
                </a:cubicBezTo>
                <a:cubicBezTo>
                  <a:pt x="531950" y="74397"/>
                  <a:pt x="531574" y="84725"/>
                  <a:pt x="531574" y="97951"/>
                </a:cubicBezTo>
                <a:cubicBezTo>
                  <a:pt x="531574" y="104956"/>
                  <a:pt x="532032" y="111504"/>
                  <a:pt x="532948" y="117593"/>
                </a:cubicBezTo>
                <a:cubicBezTo>
                  <a:pt x="533667" y="122240"/>
                  <a:pt x="535204" y="125775"/>
                  <a:pt x="537558" y="128199"/>
                </a:cubicBezTo>
                <a:cubicBezTo>
                  <a:pt x="539912" y="130621"/>
                  <a:pt x="542593" y="131831"/>
                  <a:pt x="545601" y="131831"/>
                </a:cubicBezTo>
                <a:cubicBezTo>
                  <a:pt x="548544" y="131831"/>
                  <a:pt x="550996" y="131013"/>
                  <a:pt x="552958" y="129376"/>
                </a:cubicBezTo>
                <a:cubicBezTo>
                  <a:pt x="555508" y="127151"/>
                  <a:pt x="557208" y="124041"/>
                  <a:pt x="558058" y="120045"/>
                </a:cubicBezTo>
                <a:cubicBezTo>
                  <a:pt x="559366" y="113827"/>
                  <a:pt x="560020" y="101257"/>
                  <a:pt x="560020" y="82336"/>
                </a:cubicBezTo>
                <a:cubicBezTo>
                  <a:pt x="560020" y="71207"/>
                  <a:pt x="559399" y="63565"/>
                  <a:pt x="558156" y="59408"/>
                </a:cubicBezTo>
                <a:cubicBezTo>
                  <a:pt x="556914" y="55250"/>
                  <a:pt x="555083" y="52221"/>
                  <a:pt x="552663" y="50323"/>
                </a:cubicBezTo>
                <a:cubicBezTo>
                  <a:pt x="550963" y="48947"/>
                  <a:pt x="548740" y="48260"/>
                  <a:pt x="545993" y="48260"/>
                </a:cubicBezTo>
                <a:close/>
                <a:moveTo>
                  <a:pt x="641066" y="44140"/>
                </a:moveTo>
                <a:lnTo>
                  <a:pt x="641066" y="64935"/>
                </a:lnTo>
                <a:cubicBezTo>
                  <a:pt x="647148" y="55453"/>
                  <a:pt x="652477" y="49159"/>
                  <a:pt x="657055" y="46053"/>
                </a:cubicBezTo>
                <a:cubicBezTo>
                  <a:pt x="661632" y="42947"/>
                  <a:pt x="666046" y="41394"/>
                  <a:pt x="670297" y="41394"/>
                </a:cubicBezTo>
                <a:cubicBezTo>
                  <a:pt x="673959" y="41394"/>
                  <a:pt x="676885" y="42526"/>
                  <a:pt x="679076" y="44790"/>
                </a:cubicBezTo>
                <a:cubicBezTo>
                  <a:pt x="681266" y="47054"/>
                  <a:pt x="682362" y="50253"/>
                  <a:pt x="682362" y="54387"/>
                </a:cubicBezTo>
                <a:cubicBezTo>
                  <a:pt x="682362" y="58785"/>
                  <a:pt x="681299" y="62199"/>
                  <a:pt x="679174" y="64628"/>
                </a:cubicBezTo>
                <a:cubicBezTo>
                  <a:pt x="677049" y="67056"/>
                  <a:pt x="674482" y="68270"/>
                  <a:pt x="671474" y="68270"/>
                </a:cubicBezTo>
                <a:cubicBezTo>
                  <a:pt x="668008" y="68270"/>
                  <a:pt x="665000" y="67158"/>
                  <a:pt x="662450" y="64935"/>
                </a:cubicBezTo>
                <a:cubicBezTo>
                  <a:pt x="659899" y="62711"/>
                  <a:pt x="658395" y="61469"/>
                  <a:pt x="657938" y="61207"/>
                </a:cubicBezTo>
                <a:cubicBezTo>
                  <a:pt x="657284" y="60815"/>
                  <a:pt x="656532" y="60619"/>
                  <a:pt x="655682" y="60619"/>
                </a:cubicBezTo>
                <a:cubicBezTo>
                  <a:pt x="653785" y="60619"/>
                  <a:pt x="651987" y="61338"/>
                  <a:pt x="650287" y="62777"/>
                </a:cubicBezTo>
                <a:cubicBezTo>
                  <a:pt x="647606" y="65000"/>
                  <a:pt x="645578" y="68172"/>
                  <a:pt x="644205" y="72291"/>
                </a:cubicBezTo>
                <a:cubicBezTo>
                  <a:pt x="642113" y="78635"/>
                  <a:pt x="641066" y="85632"/>
                  <a:pt x="641066" y="93283"/>
                </a:cubicBezTo>
                <a:lnTo>
                  <a:pt x="641066" y="114372"/>
                </a:lnTo>
                <a:lnTo>
                  <a:pt x="641164" y="119865"/>
                </a:lnTo>
                <a:cubicBezTo>
                  <a:pt x="641164" y="123592"/>
                  <a:pt x="641393" y="125979"/>
                  <a:pt x="641851" y="127025"/>
                </a:cubicBezTo>
                <a:cubicBezTo>
                  <a:pt x="642636" y="128791"/>
                  <a:pt x="643797" y="130082"/>
                  <a:pt x="645333" y="130900"/>
                </a:cubicBezTo>
                <a:cubicBezTo>
                  <a:pt x="646870" y="131717"/>
                  <a:pt x="649469" y="132224"/>
                  <a:pt x="653131" y="132420"/>
                </a:cubicBezTo>
                <a:lnTo>
                  <a:pt x="653131" y="135951"/>
                </a:lnTo>
                <a:lnTo>
                  <a:pt x="603596" y="135951"/>
                </a:lnTo>
                <a:lnTo>
                  <a:pt x="603596" y="132420"/>
                </a:lnTo>
                <a:cubicBezTo>
                  <a:pt x="607585" y="132093"/>
                  <a:pt x="610283" y="130998"/>
                  <a:pt x="611689" y="129134"/>
                </a:cubicBezTo>
                <a:cubicBezTo>
                  <a:pt x="613095" y="127270"/>
                  <a:pt x="613798" y="122350"/>
                  <a:pt x="613798" y="114372"/>
                </a:cubicBezTo>
                <a:lnTo>
                  <a:pt x="613798" y="63562"/>
                </a:lnTo>
                <a:cubicBezTo>
                  <a:pt x="613798" y="58297"/>
                  <a:pt x="613536" y="54942"/>
                  <a:pt x="613013" y="53495"/>
                </a:cubicBezTo>
                <a:cubicBezTo>
                  <a:pt x="612359" y="51652"/>
                  <a:pt x="611411" y="50303"/>
                  <a:pt x="610168" y="49449"/>
                </a:cubicBezTo>
                <a:cubicBezTo>
                  <a:pt x="608926" y="48593"/>
                  <a:pt x="606735" y="48000"/>
                  <a:pt x="603596" y="47671"/>
                </a:cubicBezTo>
                <a:lnTo>
                  <a:pt x="603596" y="44140"/>
                </a:lnTo>
                <a:lnTo>
                  <a:pt x="641066" y="44140"/>
                </a:lnTo>
                <a:close/>
                <a:moveTo>
                  <a:pt x="735105" y="139767"/>
                </a:moveTo>
                <a:lnTo>
                  <a:pt x="705482" y="71632"/>
                </a:lnTo>
                <a:cubicBezTo>
                  <a:pt x="701035" y="61313"/>
                  <a:pt x="697749" y="54970"/>
                  <a:pt x="695624" y="52603"/>
                </a:cubicBezTo>
                <a:cubicBezTo>
                  <a:pt x="693499" y="50235"/>
                  <a:pt x="690932" y="48591"/>
                  <a:pt x="687924" y="47671"/>
                </a:cubicBezTo>
                <a:lnTo>
                  <a:pt x="687924" y="44140"/>
                </a:lnTo>
                <a:lnTo>
                  <a:pt x="736674" y="44140"/>
                </a:lnTo>
                <a:lnTo>
                  <a:pt x="736674" y="47671"/>
                </a:lnTo>
                <a:cubicBezTo>
                  <a:pt x="733470" y="47802"/>
                  <a:pt x="731214" y="48426"/>
                  <a:pt x="729906" y="49544"/>
                </a:cubicBezTo>
                <a:cubicBezTo>
                  <a:pt x="728598" y="50660"/>
                  <a:pt x="727944" y="52007"/>
                  <a:pt x="727944" y="53584"/>
                </a:cubicBezTo>
                <a:cubicBezTo>
                  <a:pt x="727944" y="56079"/>
                  <a:pt x="729579" y="61006"/>
                  <a:pt x="732849" y="68365"/>
                </a:cubicBezTo>
                <a:lnTo>
                  <a:pt x="748543" y="104434"/>
                </a:lnTo>
                <a:lnTo>
                  <a:pt x="759235" y="76561"/>
                </a:lnTo>
                <a:cubicBezTo>
                  <a:pt x="763093" y="66636"/>
                  <a:pt x="765022" y="59734"/>
                  <a:pt x="765022" y="55855"/>
                </a:cubicBezTo>
                <a:cubicBezTo>
                  <a:pt x="765022" y="53424"/>
                  <a:pt x="764221" y="51484"/>
                  <a:pt x="762619" y="50038"/>
                </a:cubicBezTo>
                <a:cubicBezTo>
                  <a:pt x="761017" y="48591"/>
                  <a:pt x="758189" y="47802"/>
                  <a:pt x="754134" y="47671"/>
                </a:cubicBezTo>
                <a:lnTo>
                  <a:pt x="754134" y="44140"/>
                </a:lnTo>
                <a:lnTo>
                  <a:pt x="784836" y="44140"/>
                </a:lnTo>
                <a:lnTo>
                  <a:pt x="784836" y="47671"/>
                </a:lnTo>
                <a:cubicBezTo>
                  <a:pt x="781828" y="48000"/>
                  <a:pt x="779376" y="49167"/>
                  <a:pt x="777479" y="51172"/>
                </a:cubicBezTo>
                <a:cubicBezTo>
                  <a:pt x="775583" y="53176"/>
                  <a:pt x="772411" y="59997"/>
                  <a:pt x="767965" y="71632"/>
                </a:cubicBezTo>
                <a:lnTo>
                  <a:pt x="741775" y="139679"/>
                </a:lnTo>
                <a:cubicBezTo>
                  <a:pt x="735170" y="156681"/>
                  <a:pt x="730266" y="167143"/>
                  <a:pt x="727062" y="171067"/>
                </a:cubicBezTo>
                <a:cubicBezTo>
                  <a:pt x="722550" y="176560"/>
                  <a:pt x="716893" y="179306"/>
                  <a:pt x="710092" y="179306"/>
                </a:cubicBezTo>
                <a:cubicBezTo>
                  <a:pt x="704665" y="179306"/>
                  <a:pt x="700267" y="177753"/>
                  <a:pt x="696899" y="174647"/>
                </a:cubicBezTo>
                <a:cubicBezTo>
                  <a:pt x="693532" y="171541"/>
                  <a:pt x="691848" y="167797"/>
                  <a:pt x="691848" y="163416"/>
                </a:cubicBezTo>
                <a:cubicBezTo>
                  <a:pt x="691848" y="159623"/>
                  <a:pt x="693008" y="156484"/>
                  <a:pt x="695330" y="154000"/>
                </a:cubicBezTo>
                <a:cubicBezTo>
                  <a:pt x="697651" y="151515"/>
                  <a:pt x="700512" y="150272"/>
                  <a:pt x="703913" y="150272"/>
                </a:cubicBezTo>
                <a:cubicBezTo>
                  <a:pt x="707182" y="150272"/>
                  <a:pt x="709814" y="151312"/>
                  <a:pt x="711809" y="153393"/>
                </a:cubicBezTo>
                <a:cubicBezTo>
                  <a:pt x="713803" y="155475"/>
                  <a:pt x="714833" y="158696"/>
                  <a:pt x="714899" y="163054"/>
                </a:cubicBezTo>
                <a:cubicBezTo>
                  <a:pt x="714964" y="165527"/>
                  <a:pt x="715258" y="167121"/>
                  <a:pt x="715781" y="167836"/>
                </a:cubicBezTo>
                <a:cubicBezTo>
                  <a:pt x="716305" y="168551"/>
                  <a:pt x="717057" y="168909"/>
                  <a:pt x="718038" y="168909"/>
                </a:cubicBezTo>
                <a:cubicBezTo>
                  <a:pt x="719607" y="168909"/>
                  <a:pt x="721274" y="167965"/>
                  <a:pt x="723040" y="166077"/>
                </a:cubicBezTo>
                <a:cubicBezTo>
                  <a:pt x="725656" y="163343"/>
                  <a:pt x="728729" y="157093"/>
                  <a:pt x="732260" y="147329"/>
                </a:cubicBezTo>
                <a:lnTo>
                  <a:pt x="735105" y="139767"/>
                </a:lnTo>
                <a:close/>
                <a:moveTo>
                  <a:pt x="848991" y="99854"/>
                </a:moveTo>
                <a:lnTo>
                  <a:pt x="791805" y="99854"/>
                </a:lnTo>
                <a:lnTo>
                  <a:pt x="791805" y="79452"/>
                </a:lnTo>
                <a:lnTo>
                  <a:pt x="848991" y="79452"/>
                </a:lnTo>
                <a:lnTo>
                  <a:pt x="848991" y="99854"/>
                </a:lnTo>
                <a:close/>
                <a:moveTo>
                  <a:pt x="980269" y="89261"/>
                </a:moveTo>
                <a:lnTo>
                  <a:pt x="975266" y="135951"/>
                </a:lnTo>
                <a:lnTo>
                  <a:pt x="857167" y="135951"/>
                </a:lnTo>
                <a:lnTo>
                  <a:pt x="857167" y="132420"/>
                </a:lnTo>
                <a:lnTo>
                  <a:pt x="861581" y="132420"/>
                </a:lnTo>
                <a:cubicBezTo>
                  <a:pt x="865439" y="132420"/>
                  <a:pt x="868546" y="131730"/>
                  <a:pt x="870900" y="130351"/>
                </a:cubicBezTo>
                <a:cubicBezTo>
                  <a:pt x="872600" y="129429"/>
                  <a:pt x="873908" y="127852"/>
                  <a:pt x="874823" y="125618"/>
                </a:cubicBezTo>
                <a:cubicBezTo>
                  <a:pt x="875543" y="124041"/>
                  <a:pt x="875902" y="119899"/>
                  <a:pt x="875902" y="113195"/>
                </a:cubicBezTo>
                <a:lnTo>
                  <a:pt x="875902" y="25699"/>
                </a:lnTo>
                <a:cubicBezTo>
                  <a:pt x="875902" y="18864"/>
                  <a:pt x="875543" y="14592"/>
                  <a:pt x="874823" y="12883"/>
                </a:cubicBezTo>
                <a:cubicBezTo>
                  <a:pt x="874104" y="11173"/>
                  <a:pt x="872649" y="9677"/>
                  <a:pt x="870458" y="8396"/>
                </a:cubicBezTo>
                <a:cubicBezTo>
                  <a:pt x="868268" y="7115"/>
                  <a:pt x="865309" y="6474"/>
                  <a:pt x="861581" y="6474"/>
                </a:cubicBezTo>
                <a:lnTo>
                  <a:pt x="857167" y="6474"/>
                </a:lnTo>
                <a:lnTo>
                  <a:pt x="857167" y="2943"/>
                </a:lnTo>
                <a:lnTo>
                  <a:pt x="928086" y="2943"/>
                </a:lnTo>
                <a:lnTo>
                  <a:pt x="928086" y="6474"/>
                </a:lnTo>
                <a:lnTo>
                  <a:pt x="922298" y="6474"/>
                </a:lnTo>
                <a:cubicBezTo>
                  <a:pt x="918440" y="6474"/>
                  <a:pt x="915334" y="7164"/>
                  <a:pt x="912980" y="8543"/>
                </a:cubicBezTo>
                <a:cubicBezTo>
                  <a:pt x="911280" y="9465"/>
                  <a:pt x="909939" y="11042"/>
                  <a:pt x="908958" y="13276"/>
                </a:cubicBezTo>
                <a:cubicBezTo>
                  <a:pt x="908239" y="14853"/>
                  <a:pt x="907879" y="18994"/>
                  <a:pt x="907879" y="25699"/>
                </a:cubicBezTo>
                <a:lnTo>
                  <a:pt x="907879" y="110448"/>
                </a:lnTo>
                <a:cubicBezTo>
                  <a:pt x="907879" y="117249"/>
                  <a:pt x="908272" y="121581"/>
                  <a:pt x="909056" y="123445"/>
                </a:cubicBezTo>
                <a:cubicBezTo>
                  <a:pt x="909841" y="125309"/>
                  <a:pt x="911378" y="126698"/>
                  <a:pt x="913666" y="127614"/>
                </a:cubicBezTo>
                <a:cubicBezTo>
                  <a:pt x="915301" y="128202"/>
                  <a:pt x="919258" y="128496"/>
                  <a:pt x="925535" y="128496"/>
                </a:cubicBezTo>
                <a:lnTo>
                  <a:pt x="936619" y="128496"/>
                </a:lnTo>
                <a:cubicBezTo>
                  <a:pt x="943682" y="128496"/>
                  <a:pt x="949567" y="127254"/>
                  <a:pt x="954275" y="124769"/>
                </a:cubicBezTo>
                <a:cubicBezTo>
                  <a:pt x="958984" y="122284"/>
                  <a:pt x="963054" y="118361"/>
                  <a:pt x="966487" y="112998"/>
                </a:cubicBezTo>
                <a:cubicBezTo>
                  <a:pt x="969920" y="107636"/>
                  <a:pt x="973174" y="99724"/>
                  <a:pt x="976247" y="89261"/>
                </a:cubicBezTo>
                <a:lnTo>
                  <a:pt x="980269" y="89261"/>
                </a:lnTo>
                <a:close/>
                <a:moveTo>
                  <a:pt x="1072769" y="86711"/>
                </a:moveTo>
                <a:lnTo>
                  <a:pt x="1022450" y="86711"/>
                </a:lnTo>
                <a:cubicBezTo>
                  <a:pt x="1023038" y="98906"/>
                  <a:pt x="1026275" y="108545"/>
                  <a:pt x="1032160" y="115625"/>
                </a:cubicBezTo>
                <a:cubicBezTo>
                  <a:pt x="1036673" y="121067"/>
                  <a:pt x="1042100" y="123788"/>
                  <a:pt x="1048443" y="123788"/>
                </a:cubicBezTo>
                <a:cubicBezTo>
                  <a:pt x="1052367" y="123788"/>
                  <a:pt x="1055931" y="122693"/>
                  <a:pt x="1059135" y="120502"/>
                </a:cubicBezTo>
                <a:cubicBezTo>
                  <a:pt x="1062339" y="118312"/>
                  <a:pt x="1065772" y="114372"/>
                  <a:pt x="1069434" y="108682"/>
                </a:cubicBezTo>
                <a:lnTo>
                  <a:pt x="1072769" y="110840"/>
                </a:lnTo>
                <a:cubicBezTo>
                  <a:pt x="1067799" y="120976"/>
                  <a:pt x="1062306" y="128153"/>
                  <a:pt x="1056290" y="132371"/>
                </a:cubicBezTo>
                <a:cubicBezTo>
                  <a:pt x="1050274" y="136589"/>
                  <a:pt x="1043310" y="138698"/>
                  <a:pt x="1035397" y="138698"/>
                </a:cubicBezTo>
                <a:cubicBezTo>
                  <a:pt x="1021796" y="138698"/>
                  <a:pt x="1011496" y="133461"/>
                  <a:pt x="1004499" y="122988"/>
                </a:cubicBezTo>
                <a:cubicBezTo>
                  <a:pt x="998876" y="114544"/>
                  <a:pt x="996064" y="104071"/>
                  <a:pt x="996064" y="91569"/>
                </a:cubicBezTo>
                <a:cubicBezTo>
                  <a:pt x="996064" y="76251"/>
                  <a:pt x="1000200" y="64059"/>
                  <a:pt x="1008472" y="54994"/>
                </a:cubicBezTo>
                <a:cubicBezTo>
                  <a:pt x="1016744" y="45927"/>
                  <a:pt x="1026439" y="41394"/>
                  <a:pt x="1037555" y="41394"/>
                </a:cubicBezTo>
                <a:cubicBezTo>
                  <a:pt x="1046841" y="41394"/>
                  <a:pt x="1054901" y="45203"/>
                  <a:pt x="1061734" y="52821"/>
                </a:cubicBezTo>
                <a:cubicBezTo>
                  <a:pt x="1068568" y="60439"/>
                  <a:pt x="1072246" y="71736"/>
                  <a:pt x="1072769" y="86711"/>
                </a:cubicBezTo>
                <a:moveTo>
                  <a:pt x="1048639" y="80237"/>
                </a:moveTo>
                <a:cubicBezTo>
                  <a:pt x="1048639" y="69708"/>
                  <a:pt x="1048067" y="62483"/>
                  <a:pt x="1046923" y="58559"/>
                </a:cubicBezTo>
                <a:cubicBezTo>
                  <a:pt x="1045778" y="54635"/>
                  <a:pt x="1043997" y="51660"/>
                  <a:pt x="1041577" y="49633"/>
                </a:cubicBezTo>
                <a:cubicBezTo>
                  <a:pt x="1040204" y="48456"/>
                  <a:pt x="1038373" y="47867"/>
                  <a:pt x="1036084" y="47867"/>
                </a:cubicBezTo>
                <a:cubicBezTo>
                  <a:pt x="1032684" y="47867"/>
                  <a:pt x="1029904" y="49535"/>
                  <a:pt x="1027746" y="52870"/>
                </a:cubicBezTo>
                <a:cubicBezTo>
                  <a:pt x="1023888" y="58690"/>
                  <a:pt x="1021959" y="66668"/>
                  <a:pt x="1021959" y="76804"/>
                </a:cubicBezTo>
                <a:lnTo>
                  <a:pt x="1021959" y="80237"/>
                </a:lnTo>
                <a:lnTo>
                  <a:pt x="1048639" y="80237"/>
                </a:lnTo>
                <a:close/>
                <a:moveTo>
                  <a:pt x="1126353" y="138698"/>
                </a:moveTo>
                <a:lnTo>
                  <a:pt x="1095455" y="67540"/>
                </a:lnTo>
                <a:cubicBezTo>
                  <a:pt x="1091728" y="58906"/>
                  <a:pt x="1088818" y="53437"/>
                  <a:pt x="1086725" y="51132"/>
                </a:cubicBezTo>
                <a:cubicBezTo>
                  <a:pt x="1085221" y="49417"/>
                  <a:pt x="1082998" y="48264"/>
                  <a:pt x="1080055" y="47671"/>
                </a:cubicBezTo>
                <a:lnTo>
                  <a:pt x="1080055" y="44140"/>
                </a:lnTo>
                <a:lnTo>
                  <a:pt x="1128806" y="44140"/>
                </a:lnTo>
                <a:lnTo>
                  <a:pt x="1128806" y="47671"/>
                </a:lnTo>
                <a:cubicBezTo>
                  <a:pt x="1125732" y="47671"/>
                  <a:pt x="1123640" y="48230"/>
                  <a:pt x="1122528" y="49348"/>
                </a:cubicBezTo>
                <a:cubicBezTo>
                  <a:pt x="1120958" y="50797"/>
                  <a:pt x="1120174" y="52507"/>
                  <a:pt x="1120174" y="54479"/>
                </a:cubicBezTo>
                <a:cubicBezTo>
                  <a:pt x="1120174" y="56913"/>
                  <a:pt x="1121612" y="61485"/>
                  <a:pt x="1124490" y="68196"/>
                </a:cubicBezTo>
                <a:lnTo>
                  <a:pt x="1139595" y="102662"/>
                </a:lnTo>
                <a:lnTo>
                  <a:pt x="1151660" y="72911"/>
                </a:lnTo>
                <a:cubicBezTo>
                  <a:pt x="1155126" y="64367"/>
                  <a:pt x="1156859" y="58320"/>
                  <a:pt x="1156859" y="54770"/>
                </a:cubicBezTo>
                <a:cubicBezTo>
                  <a:pt x="1156859" y="52733"/>
                  <a:pt x="1156123" y="51074"/>
                  <a:pt x="1154652" y="49792"/>
                </a:cubicBezTo>
                <a:cubicBezTo>
                  <a:pt x="1153181" y="48509"/>
                  <a:pt x="1150581" y="47802"/>
                  <a:pt x="1146854" y="47671"/>
                </a:cubicBezTo>
                <a:lnTo>
                  <a:pt x="1146854" y="44140"/>
                </a:lnTo>
                <a:lnTo>
                  <a:pt x="1176869" y="44140"/>
                </a:lnTo>
                <a:lnTo>
                  <a:pt x="1176869" y="47671"/>
                </a:lnTo>
                <a:cubicBezTo>
                  <a:pt x="1173992" y="48066"/>
                  <a:pt x="1171638" y="49150"/>
                  <a:pt x="1169807" y="50923"/>
                </a:cubicBezTo>
                <a:cubicBezTo>
                  <a:pt x="1167976" y="52697"/>
                  <a:pt x="1165229" y="57919"/>
                  <a:pt x="1161567" y="66590"/>
                </a:cubicBezTo>
                <a:lnTo>
                  <a:pt x="1130964" y="138698"/>
                </a:lnTo>
                <a:lnTo>
                  <a:pt x="1126353" y="138698"/>
                </a:lnTo>
                <a:close/>
                <a:moveTo>
                  <a:pt x="1263370" y="86711"/>
                </a:moveTo>
                <a:lnTo>
                  <a:pt x="1213051" y="86711"/>
                </a:lnTo>
                <a:cubicBezTo>
                  <a:pt x="1213639" y="98906"/>
                  <a:pt x="1216876" y="108545"/>
                  <a:pt x="1222761" y="115625"/>
                </a:cubicBezTo>
                <a:cubicBezTo>
                  <a:pt x="1227274" y="121067"/>
                  <a:pt x="1232701" y="123788"/>
                  <a:pt x="1239044" y="123788"/>
                </a:cubicBezTo>
                <a:cubicBezTo>
                  <a:pt x="1242968" y="123788"/>
                  <a:pt x="1246532" y="122693"/>
                  <a:pt x="1249736" y="120502"/>
                </a:cubicBezTo>
                <a:cubicBezTo>
                  <a:pt x="1252940" y="118312"/>
                  <a:pt x="1256373" y="114372"/>
                  <a:pt x="1260035" y="108682"/>
                </a:cubicBezTo>
                <a:lnTo>
                  <a:pt x="1263370" y="110840"/>
                </a:lnTo>
                <a:cubicBezTo>
                  <a:pt x="1258400" y="120976"/>
                  <a:pt x="1252907" y="128153"/>
                  <a:pt x="1246891" y="132371"/>
                </a:cubicBezTo>
                <a:cubicBezTo>
                  <a:pt x="1240875" y="136589"/>
                  <a:pt x="1233911" y="138698"/>
                  <a:pt x="1225998" y="138698"/>
                </a:cubicBezTo>
                <a:cubicBezTo>
                  <a:pt x="1212397" y="138698"/>
                  <a:pt x="1202097" y="133461"/>
                  <a:pt x="1195100" y="122988"/>
                </a:cubicBezTo>
                <a:cubicBezTo>
                  <a:pt x="1189477" y="114544"/>
                  <a:pt x="1186665" y="104071"/>
                  <a:pt x="1186665" y="91569"/>
                </a:cubicBezTo>
                <a:cubicBezTo>
                  <a:pt x="1186665" y="76251"/>
                  <a:pt x="1190801" y="64059"/>
                  <a:pt x="1199073" y="54994"/>
                </a:cubicBezTo>
                <a:cubicBezTo>
                  <a:pt x="1207345" y="45927"/>
                  <a:pt x="1217040" y="41394"/>
                  <a:pt x="1228156" y="41394"/>
                </a:cubicBezTo>
                <a:cubicBezTo>
                  <a:pt x="1237442" y="41394"/>
                  <a:pt x="1245502" y="45203"/>
                  <a:pt x="1252335" y="52821"/>
                </a:cubicBezTo>
                <a:cubicBezTo>
                  <a:pt x="1259169" y="60439"/>
                  <a:pt x="1262847" y="71736"/>
                  <a:pt x="1263370" y="86711"/>
                </a:cubicBezTo>
                <a:moveTo>
                  <a:pt x="1239240" y="80237"/>
                </a:moveTo>
                <a:cubicBezTo>
                  <a:pt x="1239240" y="69708"/>
                  <a:pt x="1238668" y="62483"/>
                  <a:pt x="1237524" y="58559"/>
                </a:cubicBezTo>
                <a:cubicBezTo>
                  <a:pt x="1236379" y="54635"/>
                  <a:pt x="1234598" y="51660"/>
                  <a:pt x="1232178" y="49633"/>
                </a:cubicBezTo>
                <a:cubicBezTo>
                  <a:pt x="1230805" y="48456"/>
                  <a:pt x="1228974" y="47867"/>
                  <a:pt x="1226685" y="47867"/>
                </a:cubicBezTo>
                <a:cubicBezTo>
                  <a:pt x="1223285" y="47867"/>
                  <a:pt x="1220505" y="49535"/>
                  <a:pt x="1218347" y="52870"/>
                </a:cubicBezTo>
                <a:cubicBezTo>
                  <a:pt x="1214489" y="58690"/>
                  <a:pt x="1212560" y="66668"/>
                  <a:pt x="1212560" y="76804"/>
                </a:cubicBezTo>
                <a:lnTo>
                  <a:pt x="1212560" y="80237"/>
                </a:lnTo>
                <a:lnTo>
                  <a:pt x="1239240" y="80237"/>
                </a:lnTo>
                <a:close/>
                <a:moveTo>
                  <a:pt x="1311460" y="2943"/>
                </a:moveTo>
                <a:lnTo>
                  <a:pt x="1311460" y="116922"/>
                </a:lnTo>
                <a:cubicBezTo>
                  <a:pt x="1311460" y="123396"/>
                  <a:pt x="1312212" y="127532"/>
                  <a:pt x="1313716" y="129330"/>
                </a:cubicBezTo>
                <a:cubicBezTo>
                  <a:pt x="1315220" y="131128"/>
                  <a:pt x="1318163" y="132158"/>
                  <a:pt x="1322544" y="132420"/>
                </a:cubicBezTo>
                <a:lnTo>
                  <a:pt x="1322544" y="135951"/>
                </a:lnTo>
                <a:lnTo>
                  <a:pt x="1273009" y="135951"/>
                </a:lnTo>
                <a:lnTo>
                  <a:pt x="1273009" y="132420"/>
                </a:lnTo>
                <a:cubicBezTo>
                  <a:pt x="1277064" y="132289"/>
                  <a:pt x="1280072" y="131112"/>
                  <a:pt x="1282034" y="128889"/>
                </a:cubicBezTo>
                <a:cubicBezTo>
                  <a:pt x="1283341" y="127385"/>
                  <a:pt x="1283995" y="123396"/>
                  <a:pt x="1283995" y="116922"/>
                </a:cubicBezTo>
                <a:lnTo>
                  <a:pt x="1283995" y="21972"/>
                </a:lnTo>
                <a:cubicBezTo>
                  <a:pt x="1283995" y="15523"/>
                  <a:pt x="1283243" y="11394"/>
                  <a:pt x="1281739" y="9585"/>
                </a:cubicBezTo>
                <a:cubicBezTo>
                  <a:pt x="1280235" y="7775"/>
                  <a:pt x="1277325" y="6737"/>
                  <a:pt x="1273009" y="6474"/>
                </a:cubicBezTo>
                <a:lnTo>
                  <a:pt x="1273009" y="2943"/>
                </a:lnTo>
                <a:lnTo>
                  <a:pt x="1311460" y="29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85418551e49da"/>
          <a:stretch xmlns:a="http://schemas.openxmlformats.org/drawingml/2006/main"/>
        </p:blipFill>
        <p:spPr>
          <a:xfrm xmlns:a="http://schemas.openxmlformats.org/drawingml/2006/main">
            <a:off x="10353579" y="291710"/>
            <a:ext cx="1738919" cy="583825"/>
          </a:xfrm>
          <a:prstGeom xmlns:a="http://schemas.openxmlformats.org/drawingml/2006/main" prst="rect">
            <a:avLst/>
          </a:prstGeom>
        </p:spPr>
      </p:pic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cd24b598a413c"/>
          <a:stretch xmlns:a="http://schemas.openxmlformats.org/drawingml/2006/main"/>
        </p:blipFill>
        <p:spPr>
          <a:xfrm xmlns:a="http://schemas.openxmlformats.org/drawingml/2006/main">
            <a:off x="10485411" y="341933"/>
            <a:ext cx="1478395" cy="543020"/>
          </a:xfrm>
          <a:prstGeom xmlns:a="http://schemas.openxmlformats.org/drawingml/2006/main" prst="rect">
            <a:avLst/>
          </a:prstGeom>
        </p:spPr>
      </p:pic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7E8C1-8136-4AEB-9758-7D095A9C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3659" y="321007"/>
            <a:ext cx="1619643" cy="464547"/>
          </a:xfrm>
          <a:custGeom xmlns:a="http://schemas.openxmlformats.org/drawingml/2006/main">
            <a:pathLst>
              <a:path w="1619643" h="464547">
                <a:moveTo>
                  <a:pt x="0" y="77425"/>
                </a:moveTo>
                <a:cubicBezTo>
                  <a:pt x="0" y="34664"/>
                  <a:pt x="34665" y="0"/>
                  <a:pt x="77426" y="0"/>
                </a:cubicBezTo>
                <a:lnTo>
                  <a:pt x="1542219" y="0"/>
                </a:lnTo>
                <a:cubicBezTo>
                  <a:pt x="1584979" y="0"/>
                  <a:pt x="1619643" y="34664"/>
                  <a:pt x="1619643" y="77425"/>
                </a:cubicBezTo>
                <a:lnTo>
                  <a:pt x="1619643" y="387123"/>
                </a:lnTo>
                <a:cubicBezTo>
                  <a:pt x="1619643" y="429883"/>
                  <a:pt x="1584979" y="464547"/>
                  <a:pt x="1542219" y="464547"/>
                </a:cubicBezTo>
                <a:lnTo>
                  <a:pt x="77426" y="464547"/>
                </a:lnTo>
                <a:cubicBezTo>
                  <a:pt x="34665" y="464547"/>
                  <a:pt x="0" y="429883"/>
                  <a:pt x="0" y="387123"/>
                </a:cubicBezTo>
                <a:lnTo>
                  <a:pt x="0" y="77425"/>
                </a:lnTo>
                <a:close/>
              </a:path>
            </a:pathLst>
          </a:custGeom>
          <a:solidFill xmlns:a="http://schemas.openxmlformats.org/drawingml/2006/main">
            <a:srgbClr val="E4E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Perf">
            <a:extLst xmlns:a="http://schemas.openxmlformats.org/drawingml/2006/main">
              <a:ext uri="{FF2B5EF4-FFF2-40B4-BE49-F238E27FC236}">
                <a16:creationId xmlns:a16="http://schemas.microsoft.com/office/drawing/2014/main" id="{D5B097A9-AC93-4A9D-A9A1-1BF22D84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536" y="491615"/>
            <a:ext cx="378859" cy="138698"/>
          </a:xfrm>
          <a:custGeom xmlns:a="http://schemas.openxmlformats.org/drawingml/2006/main">
            <a:pathLst>
              <a:path w="378859" h="138698">
                <a:moveTo>
                  <a:pt x="49143" y="75725"/>
                </a:moveTo>
                <a:lnTo>
                  <a:pt x="49143" y="112606"/>
                </a:lnTo>
                <a:cubicBezTo>
                  <a:pt x="49143" y="119836"/>
                  <a:pt x="49584" y="124388"/>
                  <a:pt x="50467" y="126262"/>
                </a:cubicBezTo>
                <a:cubicBezTo>
                  <a:pt x="51350" y="128134"/>
                  <a:pt x="52919" y="129629"/>
                  <a:pt x="55175" y="130746"/>
                </a:cubicBezTo>
                <a:cubicBezTo>
                  <a:pt x="57431" y="131862"/>
                  <a:pt x="61567" y="132420"/>
                  <a:pt x="67583" y="132420"/>
                </a:cubicBezTo>
                <a:lnTo>
                  <a:pt x="67583" y="135951"/>
                </a:lnTo>
                <a:lnTo>
                  <a:pt x="0" y="135951"/>
                </a:lnTo>
                <a:lnTo>
                  <a:pt x="0" y="132420"/>
                </a:lnTo>
                <a:cubicBezTo>
                  <a:pt x="6147" y="132420"/>
                  <a:pt x="10316" y="131845"/>
                  <a:pt x="12506" y="130694"/>
                </a:cubicBezTo>
                <a:cubicBezTo>
                  <a:pt x="14697" y="129544"/>
                  <a:pt x="16234" y="128049"/>
                  <a:pt x="17117" y="126210"/>
                </a:cubicBezTo>
                <a:cubicBezTo>
                  <a:pt x="17999" y="124371"/>
                  <a:pt x="18441" y="119836"/>
                  <a:pt x="18441" y="112606"/>
                </a:cubicBezTo>
                <a:lnTo>
                  <a:pt x="18441" y="26288"/>
                </a:lnTo>
                <a:cubicBezTo>
                  <a:pt x="18441" y="19058"/>
                  <a:pt x="17999" y="14507"/>
                  <a:pt x="17117" y="12635"/>
                </a:cubicBezTo>
                <a:cubicBezTo>
                  <a:pt x="16234" y="10761"/>
                  <a:pt x="14681" y="9266"/>
                  <a:pt x="12457" y="8151"/>
                </a:cubicBezTo>
                <a:cubicBezTo>
                  <a:pt x="10234" y="7033"/>
                  <a:pt x="6082" y="6474"/>
                  <a:pt x="0" y="6474"/>
                </a:cubicBezTo>
                <a:lnTo>
                  <a:pt x="0" y="2943"/>
                </a:lnTo>
                <a:lnTo>
                  <a:pt x="57971" y="2943"/>
                </a:lnTo>
                <a:cubicBezTo>
                  <a:pt x="77065" y="2943"/>
                  <a:pt x="90765" y="6343"/>
                  <a:pt x="99070" y="13144"/>
                </a:cubicBezTo>
                <a:cubicBezTo>
                  <a:pt x="107375" y="19945"/>
                  <a:pt x="111527" y="28446"/>
                  <a:pt x="111527" y="38647"/>
                </a:cubicBezTo>
                <a:cubicBezTo>
                  <a:pt x="111527" y="47279"/>
                  <a:pt x="108846" y="54668"/>
                  <a:pt x="103484" y="60815"/>
                </a:cubicBezTo>
                <a:cubicBezTo>
                  <a:pt x="98122" y="66962"/>
                  <a:pt x="90732" y="71147"/>
                  <a:pt x="81316" y="73370"/>
                </a:cubicBezTo>
                <a:cubicBezTo>
                  <a:pt x="74973" y="74940"/>
                  <a:pt x="64248" y="75725"/>
                  <a:pt x="49143" y="75725"/>
                </a:cubicBezTo>
                <a:moveTo>
                  <a:pt x="49143" y="10594"/>
                </a:moveTo>
                <a:lnTo>
                  <a:pt x="49143" y="68074"/>
                </a:lnTo>
                <a:cubicBezTo>
                  <a:pt x="51300" y="68204"/>
                  <a:pt x="52935" y="68270"/>
                  <a:pt x="54047" y="68270"/>
                </a:cubicBezTo>
                <a:cubicBezTo>
                  <a:pt x="62025" y="68270"/>
                  <a:pt x="68172" y="65899"/>
                  <a:pt x="72488" y="61158"/>
                </a:cubicBezTo>
                <a:cubicBezTo>
                  <a:pt x="76804" y="56417"/>
                  <a:pt x="78962" y="49077"/>
                  <a:pt x="78962" y="39137"/>
                </a:cubicBezTo>
                <a:cubicBezTo>
                  <a:pt x="78962" y="29263"/>
                  <a:pt x="76804" y="22037"/>
                  <a:pt x="72488" y="17460"/>
                </a:cubicBezTo>
                <a:cubicBezTo>
                  <a:pt x="68172" y="12882"/>
                  <a:pt x="61731" y="10594"/>
                  <a:pt x="53164" y="10594"/>
                </a:cubicBezTo>
                <a:lnTo>
                  <a:pt x="49143" y="10594"/>
                </a:lnTo>
                <a:close/>
                <a:moveTo>
                  <a:pt x="201633" y="86711"/>
                </a:moveTo>
                <a:lnTo>
                  <a:pt x="151314" y="86711"/>
                </a:lnTo>
                <a:cubicBezTo>
                  <a:pt x="151902" y="98906"/>
                  <a:pt x="155139" y="108545"/>
                  <a:pt x="161024" y="115625"/>
                </a:cubicBezTo>
                <a:cubicBezTo>
                  <a:pt x="165536" y="121067"/>
                  <a:pt x="170964" y="123788"/>
                  <a:pt x="177307" y="123788"/>
                </a:cubicBezTo>
                <a:cubicBezTo>
                  <a:pt x="181231" y="123788"/>
                  <a:pt x="184795" y="122693"/>
                  <a:pt x="187999" y="120502"/>
                </a:cubicBezTo>
                <a:cubicBezTo>
                  <a:pt x="191203" y="118312"/>
                  <a:pt x="194636" y="114372"/>
                  <a:pt x="198298" y="108682"/>
                </a:cubicBezTo>
                <a:lnTo>
                  <a:pt x="201633" y="110840"/>
                </a:lnTo>
                <a:cubicBezTo>
                  <a:pt x="196663" y="120976"/>
                  <a:pt x="191170" y="128153"/>
                  <a:pt x="185154" y="132371"/>
                </a:cubicBezTo>
                <a:cubicBezTo>
                  <a:pt x="179138" y="136589"/>
                  <a:pt x="172174" y="138698"/>
                  <a:pt x="164261" y="138698"/>
                </a:cubicBezTo>
                <a:cubicBezTo>
                  <a:pt x="150660" y="138698"/>
                  <a:pt x="140360" y="133461"/>
                  <a:pt x="133363" y="122988"/>
                </a:cubicBezTo>
                <a:cubicBezTo>
                  <a:pt x="127740" y="114544"/>
                  <a:pt x="124928" y="104071"/>
                  <a:pt x="124928" y="91569"/>
                </a:cubicBezTo>
                <a:cubicBezTo>
                  <a:pt x="124928" y="76251"/>
                  <a:pt x="129064" y="64059"/>
                  <a:pt x="137336" y="54994"/>
                </a:cubicBezTo>
                <a:cubicBezTo>
                  <a:pt x="145608" y="45927"/>
                  <a:pt x="155303" y="41394"/>
                  <a:pt x="166419" y="41394"/>
                </a:cubicBezTo>
                <a:cubicBezTo>
                  <a:pt x="175705" y="41394"/>
                  <a:pt x="183765" y="45203"/>
                  <a:pt x="190598" y="52821"/>
                </a:cubicBezTo>
                <a:cubicBezTo>
                  <a:pt x="197432" y="60439"/>
                  <a:pt x="201110" y="71736"/>
                  <a:pt x="201633" y="86711"/>
                </a:cubicBezTo>
                <a:moveTo>
                  <a:pt x="177503" y="80237"/>
                </a:moveTo>
                <a:cubicBezTo>
                  <a:pt x="177503" y="69708"/>
                  <a:pt x="176931" y="62483"/>
                  <a:pt x="175787" y="58559"/>
                </a:cubicBezTo>
                <a:cubicBezTo>
                  <a:pt x="174642" y="54635"/>
                  <a:pt x="172860" y="51660"/>
                  <a:pt x="170441" y="49633"/>
                </a:cubicBezTo>
                <a:cubicBezTo>
                  <a:pt x="169068" y="48456"/>
                  <a:pt x="167237" y="47867"/>
                  <a:pt x="164948" y="47867"/>
                </a:cubicBezTo>
                <a:cubicBezTo>
                  <a:pt x="161548" y="47867"/>
                  <a:pt x="158768" y="49535"/>
                  <a:pt x="156610" y="52870"/>
                </a:cubicBezTo>
                <a:cubicBezTo>
                  <a:pt x="152752" y="58690"/>
                  <a:pt x="150823" y="66668"/>
                  <a:pt x="150823" y="76804"/>
                </a:cubicBezTo>
                <a:lnTo>
                  <a:pt x="150823" y="80237"/>
                </a:lnTo>
                <a:lnTo>
                  <a:pt x="177503" y="80237"/>
                </a:lnTo>
                <a:close/>
                <a:moveTo>
                  <a:pt x="251942" y="44140"/>
                </a:moveTo>
                <a:lnTo>
                  <a:pt x="251942" y="64935"/>
                </a:lnTo>
                <a:cubicBezTo>
                  <a:pt x="258024" y="55453"/>
                  <a:pt x="263353" y="49159"/>
                  <a:pt x="267931" y="46053"/>
                </a:cubicBezTo>
                <a:cubicBezTo>
                  <a:pt x="272508" y="42947"/>
                  <a:pt x="276922" y="41394"/>
                  <a:pt x="281173" y="41394"/>
                </a:cubicBezTo>
                <a:cubicBezTo>
                  <a:pt x="284835" y="41394"/>
                  <a:pt x="287761" y="42526"/>
                  <a:pt x="289952" y="44790"/>
                </a:cubicBezTo>
                <a:cubicBezTo>
                  <a:pt x="292142" y="47054"/>
                  <a:pt x="293238" y="50253"/>
                  <a:pt x="293238" y="54387"/>
                </a:cubicBezTo>
                <a:cubicBezTo>
                  <a:pt x="293238" y="58785"/>
                  <a:pt x="292175" y="62199"/>
                  <a:pt x="290050" y="64628"/>
                </a:cubicBezTo>
                <a:cubicBezTo>
                  <a:pt x="287925" y="67056"/>
                  <a:pt x="285358" y="68270"/>
                  <a:pt x="282350" y="68270"/>
                </a:cubicBezTo>
                <a:cubicBezTo>
                  <a:pt x="278884" y="68270"/>
                  <a:pt x="275876" y="67158"/>
                  <a:pt x="273326" y="64935"/>
                </a:cubicBezTo>
                <a:cubicBezTo>
                  <a:pt x="270775" y="62711"/>
                  <a:pt x="269271" y="61469"/>
                  <a:pt x="268814" y="61207"/>
                </a:cubicBezTo>
                <a:cubicBezTo>
                  <a:pt x="268160" y="60815"/>
                  <a:pt x="267408" y="60619"/>
                  <a:pt x="266557" y="60619"/>
                </a:cubicBezTo>
                <a:cubicBezTo>
                  <a:pt x="264661" y="60619"/>
                  <a:pt x="262863" y="61338"/>
                  <a:pt x="261163" y="62777"/>
                </a:cubicBezTo>
                <a:cubicBezTo>
                  <a:pt x="258481" y="65000"/>
                  <a:pt x="256454" y="68172"/>
                  <a:pt x="255081" y="72291"/>
                </a:cubicBezTo>
                <a:cubicBezTo>
                  <a:pt x="252989" y="78635"/>
                  <a:pt x="251942" y="85632"/>
                  <a:pt x="251942" y="93283"/>
                </a:cubicBezTo>
                <a:lnTo>
                  <a:pt x="251942" y="114372"/>
                </a:lnTo>
                <a:lnTo>
                  <a:pt x="252040" y="119865"/>
                </a:lnTo>
                <a:cubicBezTo>
                  <a:pt x="252040" y="123592"/>
                  <a:pt x="252269" y="125979"/>
                  <a:pt x="252727" y="127025"/>
                </a:cubicBezTo>
                <a:cubicBezTo>
                  <a:pt x="253512" y="128791"/>
                  <a:pt x="254672" y="130082"/>
                  <a:pt x="256209" y="130900"/>
                </a:cubicBezTo>
                <a:cubicBezTo>
                  <a:pt x="257746" y="131717"/>
                  <a:pt x="260345" y="132224"/>
                  <a:pt x="264007" y="132420"/>
                </a:cubicBezTo>
                <a:lnTo>
                  <a:pt x="264007" y="135951"/>
                </a:lnTo>
                <a:lnTo>
                  <a:pt x="214472" y="135951"/>
                </a:lnTo>
                <a:lnTo>
                  <a:pt x="214472" y="132420"/>
                </a:lnTo>
                <a:cubicBezTo>
                  <a:pt x="218461" y="132093"/>
                  <a:pt x="221159" y="130998"/>
                  <a:pt x="222565" y="129134"/>
                </a:cubicBezTo>
                <a:cubicBezTo>
                  <a:pt x="223971" y="127270"/>
                  <a:pt x="224674" y="122350"/>
                  <a:pt x="224674" y="114372"/>
                </a:cubicBezTo>
                <a:lnTo>
                  <a:pt x="224674" y="63562"/>
                </a:lnTo>
                <a:cubicBezTo>
                  <a:pt x="224674" y="58297"/>
                  <a:pt x="224412" y="54942"/>
                  <a:pt x="223889" y="53495"/>
                </a:cubicBezTo>
                <a:cubicBezTo>
                  <a:pt x="223235" y="51652"/>
                  <a:pt x="222287" y="50303"/>
                  <a:pt x="221044" y="49449"/>
                </a:cubicBezTo>
                <a:cubicBezTo>
                  <a:pt x="219802" y="48593"/>
                  <a:pt x="217611" y="48000"/>
                  <a:pt x="214472" y="47671"/>
                </a:cubicBezTo>
                <a:lnTo>
                  <a:pt x="214472" y="44140"/>
                </a:lnTo>
                <a:lnTo>
                  <a:pt x="251942" y="44140"/>
                </a:lnTo>
                <a:close/>
                <a:moveTo>
                  <a:pt x="344037" y="53753"/>
                </a:moveTo>
                <a:lnTo>
                  <a:pt x="344037" y="117510"/>
                </a:lnTo>
                <a:cubicBezTo>
                  <a:pt x="344037" y="123657"/>
                  <a:pt x="344691" y="127516"/>
                  <a:pt x="345999" y="129085"/>
                </a:cubicBezTo>
                <a:cubicBezTo>
                  <a:pt x="348091" y="131504"/>
                  <a:pt x="351950" y="132616"/>
                  <a:pt x="357573" y="132420"/>
                </a:cubicBezTo>
                <a:lnTo>
                  <a:pt x="357573" y="135951"/>
                </a:lnTo>
                <a:lnTo>
                  <a:pt x="303526" y="135951"/>
                </a:lnTo>
                <a:lnTo>
                  <a:pt x="303526" y="132420"/>
                </a:lnTo>
                <a:cubicBezTo>
                  <a:pt x="307646" y="132355"/>
                  <a:pt x="310572" y="131880"/>
                  <a:pt x="312305" y="130998"/>
                </a:cubicBezTo>
                <a:cubicBezTo>
                  <a:pt x="314038" y="130115"/>
                  <a:pt x="315232" y="128889"/>
                  <a:pt x="315886" y="127319"/>
                </a:cubicBezTo>
                <a:cubicBezTo>
                  <a:pt x="316540" y="125750"/>
                  <a:pt x="316867" y="122480"/>
                  <a:pt x="316867" y="117510"/>
                </a:cubicBezTo>
                <a:lnTo>
                  <a:pt x="316867" y="53753"/>
                </a:lnTo>
                <a:lnTo>
                  <a:pt x="303526" y="53753"/>
                </a:lnTo>
                <a:lnTo>
                  <a:pt x="303526" y="44140"/>
                </a:lnTo>
                <a:lnTo>
                  <a:pt x="316867" y="44140"/>
                </a:lnTo>
                <a:lnTo>
                  <a:pt x="316867" y="37403"/>
                </a:lnTo>
                <a:lnTo>
                  <a:pt x="316768" y="32811"/>
                </a:lnTo>
                <a:cubicBezTo>
                  <a:pt x="316768" y="23437"/>
                  <a:pt x="320218" y="15626"/>
                  <a:pt x="327117" y="9377"/>
                </a:cubicBezTo>
                <a:cubicBezTo>
                  <a:pt x="334016" y="3126"/>
                  <a:pt x="343351" y="0"/>
                  <a:pt x="355121" y="0"/>
                </a:cubicBezTo>
                <a:cubicBezTo>
                  <a:pt x="363164" y="0"/>
                  <a:pt x="369132" y="1510"/>
                  <a:pt x="373022" y="4530"/>
                </a:cubicBezTo>
                <a:cubicBezTo>
                  <a:pt x="376913" y="7549"/>
                  <a:pt x="378859" y="10896"/>
                  <a:pt x="378859" y="14572"/>
                </a:cubicBezTo>
                <a:cubicBezTo>
                  <a:pt x="378859" y="17527"/>
                  <a:pt x="377649" y="20088"/>
                  <a:pt x="375229" y="22254"/>
                </a:cubicBezTo>
                <a:cubicBezTo>
                  <a:pt x="372810" y="24420"/>
                  <a:pt x="369606" y="25503"/>
                  <a:pt x="365617" y="25503"/>
                </a:cubicBezTo>
                <a:cubicBezTo>
                  <a:pt x="362216" y="25503"/>
                  <a:pt x="359519" y="24620"/>
                  <a:pt x="357524" y="22855"/>
                </a:cubicBezTo>
                <a:cubicBezTo>
                  <a:pt x="355530" y="21089"/>
                  <a:pt x="354533" y="19127"/>
                  <a:pt x="354533" y="16969"/>
                </a:cubicBezTo>
                <a:cubicBezTo>
                  <a:pt x="354533" y="16381"/>
                  <a:pt x="354729" y="15171"/>
                  <a:pt x="355121" y="13340"/>
                </a:cubicBezTo>
                <a:cubicBezTo>
                  <a:pt x="355383" y="12228"/>
                  <a:pt x="355514" y="11182"/>
                  <a:pt x="355514" y="10201"/>
                </a:cubicBezTo>
                <a:cubicBezTo>
                  <a:pt x="355514" y="8828"/>
                  <a:pt x="355121" y="7814"/>
                  <a:pt x="354336" y="7160"/>
                </a:cubicBezTo>
                <a:cubicBezTo>
                  <a:pt x="353290" y="6180"/>
                  <a:pt x="352015" y="5689"/>
                  <a:pt x="350511" y="5689"/>
                </a:cubicBezTo>
                <a:cubicBezTo>
                  <a:pt x="348615" y="5689"/>
                  <a:pt x="347029" y="6468"/>
                  <a:pt x="345754" y="8025"/>
                </a:cubicBezTo>
                <a:cubicBezTo>
                  <a:pt x="344479" y="9582"/>
                  <a:pt x="343841" y="12080"/>
                  <a:pt x="343841" y="15519"/>
                </a:cubicBezTo>
                <a:lnTo>
                  <a:pt x="344037" y="32556"/>
                </a:lnTo>
                <a:lnTo>
                  <a:pt x="344037" y="44140"/>
                </a:lnTo>
                <a:lnTo>
                  <a:pt x="357573" y="44140"/>
                </a:lnTo>
                <a:lnTo>
                  <a:pt x="357573" y="53753"/>
                </a:lnTo>
                <a:lnTo>
                  <a:pt x="344037" y="537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ormance">
            <a:extLst xmlns:a="http://schemas.openxmlformats.org/drawingml/2006/main">
              <a:ext uri="{FF2B5EF4-FFF2-40B4-BE49-F238E27FC236}">
                <a16:creationId xmlns:a16="http://schemas.microsoft.com/office/drawing/2014/main" id="{8B598716-5A0C-4EF7-A799-A4D6DBE2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280" y="533009"/>
            <a:ext cx="737347" cy="97304"/>
          </a:xfrm>
          <a:custGeom xmlns:a="http://schemas.openxmlformats.org/drawingml/2006/main">
            <a:pathLst>
              <a:path w="737347" h="97304">
                <a:moveTo>
                  <a:pt x="42767" y="0"/>
                </a:moveTo>
                <a:cubicBezTo>
                  <a:pt x="50745" y="0"/>
                  <a:pt x="58167" y="2062"/>
                  <a:pt x="65033" y="6186"/>
                </a:cubicBezTo>
                <a:cubicBezTo>
                  <a:pt x="71899" y="10310"/>
                  <a:pt x="77114" y="16168"/>
                  <a:pt x="80678" y="23762"/>
                </a:cubicBezTo>
                <a:cubicBezTo>
                  <a:pt x="84242" y="31356"/>
                  <a:pt x="86024" y="39669"/>
                  <a:pt x="86024" y="48701"/>
                </a:cubicBezTo>
                <a:cubicBezTo>
                  <a:pt x="86024" y="61727"/>
                  <a:pt x="82722" y="72626"/>
                  <a:pt x="76117" y="81398"/>
                </a:cubicBezTo>
                <a:cubicBezTo>
                  <a:pt x="68139" y="92002"/>
                  <a:pt x="57120" y="97304"/>
                  <a:pt x="43061" y="97304"/>
                </a:cubicBezTo>
                <a:cubicBezTo>
                  <a:pt x="29263" y="97304"/>
                  <a:pt x="18637" y="92460"/>
                  <a:pt x="11182" y="82772"/>
                </a:cubicBezTo>
                <a:cubicBezTo>
                  <a:pt x="3727" y="73083"/>
                  <a:pt x="0" y="61857"/>
                  <a:pt x="0" y="49093"/>
                </a:cubicBezTo>
                <a:cubicBezTo>
                  <a:pt x="0" y="35937"/>
                  <a:pt x="3809" y="24466"/>
                  <a:pt x="11427" y="14680"/>
                </a:cubicBezTo>
                <a:cubicBezTo>
                  <a:pt x="19046" y="4893"/>
                  <a:pt x="29492" y="0"/>
                  <a:pt x="42767" y="0"/>
                </a:cubicBezTo>
                <a:moveTo>
                  <a:pt x="43159" y="6866"/>
                </a:moveTo>
                <a:cubicBezTo>
                  <a:pt x="39824" y="6866"/>
                  <a:pt x="36963" y="8127"/>
                  <a:pt x="34576" y="10649"/>
                </a:cubicBezTo>
                <a:cubicBezTo>
                  <a:pt x="32189" y="13168"/>
                  <a:pt x="30620" y="18143"/>
                  <a:pt x="29868" y="25574"/>
                </a:cubicBezTo>
                <a:cubicBezTo>
                  <a:pt x="29116" y="33004"/>
                  <a:pt x="28740" y="43332"/>
                  <a:pt x="28740" y="56557"/>
                </a:cubicBezTo>
                <a:cubicBezTo>
                  <a:pt x="28740" y="63563"/>
                  <a:pt x="29198" y="70110"/>
                  <a:pt x="30113" y="76200"/>
                </a:cubicBezTo>
                <a:cubicBezTo>
                  <a:pt x="30833" y="80847"/>
                  <a:pt x="32369" y="84382"/>
                  <a:pt x="34723" y="86806"/>
                </a:cubicBezTo>
                <a:cubicBezTo>
                  <a:pt x="37078" y="89227"/>
                  <a:pt x="39759" y="90438"/>
                  <a:pt x="42767" y="90438"/>
                </a:cubicBezTo>
                <a:cubicBezTo>
                  <a:pt x="45709" y="90438"/>
                  <a:pt x="48162" y="89620"/>
                  <a:pt x="50123" y="87983"/>
                </a:cubicBezTo>
                <a:cubicBezTo>
                  <a:pt x="52674" y="85757"/>
                  <a:pt x="54374" y="82647"/>
                  <a:pt x="55224" y="78652"/>
                </a:cubicBezTo>
                <a:cubicBezTo>
                  <a:pt x="56532" y="72434"/>
                  <a:pt x="57186" y="59864"/>
                  <a:pt x="57186" y="40943"/>
                </a:cubicBezTo>
                <a:cubicBezTo>
                  <a:pt x="57186" y="29814"/>
                  <a:pt x="56565" y="22171"/>
                  <a:pt x="55322" y="18015"/>
                </a:cubicBezTo>
                <a:cubicBezTo>
                  <a:pt x="54080" y="13856"/>
                  <a:pt x="52249" y="10828"/>
                  <a:pt x="49829" y="8929"/>
                </a:cubicBezTo>
                <a:cubicBezTo>
                  <a:pt x="48129" y="7554"/>
                  <a:pt x="45906" y="6866"/>
                  <a:pt x="43159" y="6866"/>
                </a:cubicBezTo>
                <a:close/>
                <a:moveTo>
                  <a:pt x="138352" y="2746"/>
                </a:moveTo>
                <a:lnTo>
                  <a:pt x="138352" y="23541"/>
                </a:lnTo>
                <a:cubicBezTo>
                  <a:pt x="144434" y="14059"/>
                  <a:pt x="149763" y="7765"/>
                  <a:pt x="154341" y="4659"/>
                </a:cubicBezTo>
                <a:cubicBezTo>
                  <a:pt x="158918" y="1553"/>
                  <a:pt x="163332" y="0"/>
                  <a:pt x="167583" y="0"/>
                </a:cubicBezTo>
                <a:cubicBezTo>
                  <a:pt x="171245" y="0"/>
                  <a:pt x="174171" y="1132"/>
                  <a:pt x="176362" y="3396"/>
                </a:cubicBezTo>
                <a:cubicBezTo>
                  <a:pt x="178552" y="5661"/>
                  <a:pt x="179648" y="8860"/>
                  <a:pt x="179648" y="12994"/>
                </a:cubicBezTo>
                <a:cubicBezTo>
                  <a:pt x="179648" y="17391"/>
                  <a:pt x="178585" y="20805"/>
                  <a:pt x="176460" y="23235"/>
                </a:cubicBezTo>
                <a:cubicBezTo>
                  <a:pt x="174335" y="25663"/>
                  <a:pt x="171768" y="26876"/>
                  <a:pt x="168760" y="26876"/>
                </a:cubicBezTo>
                <a:cubicBezTo>
                  <a:pt x="165294" y="26876"/>
                  <a:pt x="162286" y="25765"/>
                  <a:pt x="159736" y="23541"/>
                </a:cubicBezTo>
                <a:cubicBezTo>
                  <a:pt x="157185" y="21318"/>
                  <a:pt x="155681" y="20076"/>
                  <a:pt x="155224" y="19814"/>
                </a:cubicBezTo>
                <a:cubicBezTo>
                  <a:pt x="154570" y="19422"/>
                  <a:pt x="153818" y="19225"/>
                  <a:pt x="152968" y="19225"/>
                </a:cubicBezTo>
                <a:cubicBezTo>
                  <a:pt x="151071" y="19225"/>
                  <a:pt x="149273" y="19945"/>
                  <a:pt x="147573" y="21383"/>
                </a:cubicBezTo>
                <a:cubicBezTo>
                  <a:pt x="144892" y="23607"/>
                  <a:pt x="142864" y="26778"/>
                  <a:pt x="141491" y="30898"/>
                </a:cubicBezTo>
                <a:cubicBezTo>
                  <a:pt x="139399" y="37241"/>
                  <a:pt x="138352" y="44238"/>
                  <a:pt x="138352" y="51889"/>
                </a:cubicBezTo>
                <a:lnTo>
                  <a:pt x="138352" y="72978"/>
                </a:lnTo>
                <a:lnTo>
                  <a:pt x="138450" y="78471"/>
                </a:lnTo>
                <a:cubicBezTo>
                  <a:pt x="138450" y="82198"/>
                  <a:pt x="138679" y="84585"/>
                  <a:pt x="139137" y="85632"/>
                </a:cubicBezTo>
                <a:cubicBezTo>
                  <a:pt x="139922" y="87397"/>
                  <a:pt x="141082" y="88689"/>
                  <a:pt x="142619" y="89506"/>
                </a:cubicBezTo>
                <a:cubicBezTo>
                  <a:pt x="144156" y="90324"/>
                  <a:pt x="146755" y="90830"/>
                  <a:pt x="150417" y="91026"/>
                </a:cubicBezTo>
                <a:lnTo>
                  <a:pt x="150417" y="94558"/>
                </a:lnTo>
                <a:lnTo>
                  <a:pt x="100882" y="94558"/>
                </a:lnTo>
                <a:lnTo>
                  <a:pt x="100882" y="91026"/>
                </a:lnTo>
                <a:cubicBezTo>
                  <a:pt x="104871" y="90700"/>
                  <a:pt x="107569" y="89604"/>
                  <a:pt x="108975" y="87741"/>
                </a:cubicBezTo>
                <a:cubicBezTo>
                  <a:pt x="110381" y="85877"/>
                  <a:pt x="111084" y="80956"/>
                  <a:pt x="111084" y="72978"/>
                </a:cubicBezTo>
                <a:lnTo>
                  <a:pt x="111084" y="22168"/>
                </a:lnTo>
                <a:cubicBezTo>
                  <a:pt x="111084" y="16904"/>
                  <a:pt x="110822" y="13549"/>
                  <a:pt x="110299" y="12102"/>
                </a:cubicBezTo>
                <a:cubicBezTo>
                  <a:pt x="109645" y="10258"/>
                  <a:pt x="108697" y="8910"/>
                  <a:pt x="107454" y="8056"/>
                </a:cubicBezTo>
                <a:cubicBezTo>
                  <a:pt x="106212" y="7199"/>
                  <a:pt x="104021" y="6607"/>
                  <a:pt x="100882" y="6278"/>
                </a:cubicBezTo>
                <a:lnTo>
                  <a:pt x="100882" y="2746"/>
                </a:lnTo>
                <a:lnTo>
                  <a:pt x="138352" y="2746"/>
                </a:lnTo>
                <a:close/>
                <a:moveTo>
                  <a:pt x="228289" y="2746"/>
                </a:moveTo>
                <a:lnTo>
                  <a:pt x="228289" y="14910"/>
                </a:lnTo>
                <a:cubicBezTo>
                  <a:pt x="233325" y="9380"/>
                  <a:pt x="237984" y="5512"/>
                  <a:pt x="242267" y="3307"/>
                </a:cubicBezTo>
                <a:cubicBezTo>
                  <a:pt x="246550" y="1102"/>
                  <a:pt x="251242" y="0"/>
                  <a:pt x="256343" y="0"/>
                </a:cubicBezTo>
                <a:cubicBezTo>
                  <a:pt x="262228" y="0"/>
                  <a:pt x="267165" y="1381"/>
                  <a:pt x="271154" y="4144"/>
                </a:cubicBezTo>
                <a:cubicBezTo>
                  <a:pt x="275143" y="6907"/>
                  <a:pt x="278217" y="11117"/>
                  <a:pt x="280375" y="16773"/>
                </a:cubicBezTo>
                <a:cubicBezTo>
                  <a:pt x="285606" y="10853"/>
                  <a:pt x="290625" y="6578"/>
                  <a:pt x="295431" y="3948"/>
                </a:cubicBezTo>
                <a:cubicBezTo>
                  <a:pt x="300237" y="1316"/>
                  <a:pt x="305256" y="0"/>
                  <a:pt x="310488" y="0"/>
                </a:cubicBezTo>
                <a:cubicBezTo>
                  <a:pt x="316831" y="0"/>
                  <a:pt x="321882" y="1457"/>
                  <a:pt x="325643" y="4371"/>
                </a:cubicBezTo>
                <a:cubicBezTo>
                  <a:pt x="329403" y="7285"/>
                  <a:pt x="332018" y="10985"/>
                  <a:pt x="333490" y="15470"/>
                </a:cubicBezTo>
                <a:cubicBezTo>
                  <a:pt x="334961" y="19956"/>
                  <a:pt x="335697" y="27109"/>
                  <a:pt x="335697" y="36930"/>
                </a:cubicBezTo>
                <a:lnTo>
                  <a:pt x="335697" y="74548"/>
                </a:lnTo>
                <a:cubicBezTo>
                  <a:pt x="335697" y="81610"/>
                  <a:pt x="336334" y="85991"/>
                  <a:pt x="337609" y="87691"/>
                </a:cubicBezTo>
                <a:cubicBezTo>
                  <a:pt x="338885" y="89392"/>
                  <a:pt x="341549" y="90503"/>
                  <a:pt x="345604" y="91026"/>
                </a:cubicBezTo>
                <a:lnTo>
                  <a:pt x="345604" y="94558"/>
                </a:lnTo>
                <a:lnTo>
                  <a:pt x="298227" y="94558"/>
                </a:lnTo>
                <a:lnTo>
                  <a:pt x="298227" y="91026"/>
                </a:lnTo>
                <a:cubicBezTo>
                  <a:pt x="301954" y="90700"/>
                  <a:pt x="304701" y="89261"/>
                  <a:pt x="306466" y="86711"/>
                </a:cubicBezTo>
                <a:cubicBezTo>
                  <a:pt x="307643" y="84945"/>
                  <a:pt x="308232" y="80891"/>
                  <a:pt x="308232" y="74548"/>
                </a:cubicBezTo>
                <a:lnTo>
                  <a:pt x="308232" y="35116"/>
                </a:lnTo>
                <a:cubicBezTo>
                  <a:pt x="308232" y="26942"/>
                  <a:pt x="307905" y="21743"/>
                  <a:pt x="307251" y="19520"/>
                </a:cubicBezTo>
                <a:cubicBezTo>
                  <a:pt x="306597" y="17296"/>
                  <a:pt x="305567" y="15645"/>
                  <a:pt x="304161" y="14566"/>
                </a:cubicBezTo>
                <a:cubicBezTo>
                  <a:pt x="302755" y="13487"/>
                  <a:pt x="301104" y="12948"/>
                  <a:pt x="299208" y="12948"/>
                </a:cubicBezTo>
                <a:cubicBezTo>
                  <a:pt x="296396" y="12948"/>
                  <a:pt x="293551" y="13978"/>
                  <a:pt x="290674" y="16038"/>
                </a:cubicBezTo>
                <a:cubicBezTo>
                  <a:pt x="287797" y="18097"/>
                  <a:pt x="284887" y="21187"/>
                  <a:pt x="281944" y="25307"/>
                </a:cubicBezTo>
                <a:lnTo>
                  <a:pt x="281944" y="74548"/>
                </a:lnTo>
                <a:cubicBezTo>
                  <a:pt x="281944" y="81152"/>
                  <a:pt x="282500" y="85305"/>
                  <a:pt x="283611" y="87005"/>
                </a:cubicBezTo>
                <a:cubicBezTo>
                  <a:pt x="285115" y="89424"/>
                  <a:pt x="287993" y="90765"/>
                  <a:pt x="292243" y="91026"/>
                </a:cubicBezTo>
                <a:lnTo>
                  <a:pt x="292243" y="94558"/>
                </a:lnTo>
                <a:lnTo>
                  <a:pt x="244768" y="94558"/>
                </a:lnTo>
                <a:lnTo>
                  <a:pt x="244768" y="91026"/>
                </a:lnTo>
                <a:cubicBezTo>
                  <a:pt x="247319" y="90896"/>
                  <a:pt x="249329" y="90258"/>
                  <a:pt x="250801" y="89114"/>
                </a:cubicBezTo>
                <a:cubicBezTo>
                  <a:pt x="252272" y="87969"/>
                  <a:pt x="253253" y="86596"/>
                  <a:pt x="253743" y="84994"/>
                </a:cubicBezTo>
                <a:cubicBezTo>
                  <a:pt x="254234" y="83392"/>
                  <a:pt x="254479" y="79910"/>
                  <a:pt x="254479" y="74548"/>
                </a:cubicBezTo>
                <a:lnTo>
                  <a:pt x="254479" y="35055"/>
                </a:lnTo>
                <a:cubicBezTo>
                  <a:pt x="254479" y="26735"/>
                  <a:pt x="254152" y="21528"/>
                  <a:pt x="253498" y="19434"/>
                </a:cubicBezTo>
                <a:cubicBezTo>
                  <a:pt x="252844" y="17337"/>
                  <a:pt x="251749" y="15699"/>
                  <a:pt x="250212" y="14520"/>
                </a:cubicBezTo>
                <a:cubicBezTo>
                  <a:pt x="248675" y="13341"/>
                  <a:pt x="247024" y="12752"/>
                  <a:pt x="245259" y="12752"/>
                </a:cubicBezTo>
                <a:cubicBezTo>
                  <a:pt x="242643" y="12752"/>
                  <a:pt x="240256" y="13443"/>
                  <a:pt x="238098" y="14827"/>
                </a:cubicBezTo>
                <a:cubicBezTo>
                  <a:pt x="235025" y="16870"/>
                  <a:pt x="231755" y="20364"/>
                  <a:pt x="228289" y="25307"/>
                </a:cubicBezTo>
                <a:lnTo>
                  <a:pt x="228289" y="74548"/>
                </a:lnTo>
                <a:cubicBezTo>
                  <a:pt x="228289" y="81021"/>
                  <a:pt x="228927" y="85288"/>
                  <a:pt x="230202" y="87348"/>
                </a:cubicBezTo>
                <a:cubicBezTo>
                  <a:pt x="231477" y="89408"/>
                  <a:pt x="234142" y="90634"/>
                  <a:pt x="238196" y="91026"/>
                </a:cubicBezTo>
                <a:lnTo>
                  <a:pt x="238196" y="94558"/>
                </a:lnTo>
                <a:lnTo>
                  <a:pt x="190917" y="94558"/>
                </a:lnTo>
                <a:lnTo>
                  <a:pt x="190917" y="91026"/>
                </a:lnTo>
                <a:cubicBezTo>
                  <a:pt x="194776" y="90634"/>
                  <a:pt x="197522" y="89392"/>
                  <a:pt x="199157" y="87299"/>
                </a:cubicBezTo>
                <a:cubicBezTo>
                  <a:pt x="200269" y="85860"/>
                  <a:pt x="200824" y="81610"/>
                  <a:pt x="200824" y="74548"/>
                </a:cubicBezTo>
                <a:lnTo>
                  <a:pt x="200824" y="22757"/>
                </a:lnTo>
                <a:cubicBezTo>
                  <a:pt x="200824" y="15741"/>
                  <a:pt x="200187" y="11373"/>
                  <a:pt x="198912" y="9653"/>
                </a:cubicBezTo>
                <a:cubicBezTo>
                  <a:pt x="197637" y="7932"/>
                  <a:pt x="194972" y="6807"/>
                  <a:pt x="190917" y="6278"/>
                </a:cubicBezTo>
                <a:lnTo>
                  <a:pt x="190917" y="2746"/>
                </a:lnTo>
                <a:lnTo>
                  <a:pt x="228289" y="2746"/>
                </a:lnTo>
                <a:close/>
                <a:moveTo>
                  <a:pt x="408122" y="81021"/>
                </a:moveTo>
                <a:cubicBezTo>
                  <a:pt x="396939" y="90961"/>
                  <a:pt x="386902" y="95931"/>
                  <a:pt x="378008" y="95931"/>
                </a:cubicBezTo>
                <a:cubicBezTo>
                  <a:pt x="372777" y="95931"/>
                  <a:pt x="368428" y="94209"/>
                  <a:pt x="364962" y="90766"/>
                </a:cubicBezTo>
                <a:cubicBezTo>
                  <a:pt x="361497" y="87321"/>
                  <a:pt x="359764" y="83007"/>
                  <a:pt x="359764" y="77824"/>
                </a:cubicBezTo>
                <a:cubicBezTo>
                  <a:pt x="359764" y="70803"/>
                  <a:pt x="362772" y="64487"/>
                  <a:pt x="368788" y="58878"/>
                </a:cubicBezTo>
                <a:cubicBezTo>
                  <a:pt x="374804" y="53268"/>
                  <a:pt x="387915" y="45805"/>
                  <a:pt x="408122" y="36489"/>
                </a:cubicBezTo>
                <a:lnTo>
                  <a:pt x="408122" y="27269"/>
                </a:lnTo>
                <a:cubicBezTo>
                  <a:pt x="408122" y="20337"/>
                  <a:pt x="407746" y="15972"/>
                  <a:pt x="406994" y="14174"/>
                </a:cubicBezTo>
                <a:cubicBezTo>
                  <a:pt x="406242" y="12376"/>
                  <a:pt x="404819" y="10806"/>
                  <a:pt x="402727" y="9466"/>
                </a:cubicBezTo>
                <a:cubicBezTo>
                  <a:pt x="400634" y="8125"/>
                  <a:pt x="398280" y="7455"/>
                  <a:pt x="395664" y="7455"/>
                </a:cubicBezTo>
                <a:cubicBezTo>
                  <a:pt x="391414" y="7455"/>
                  <a:pt x="387915" y="8403"/>
                  <a:pt x="385169" y="10299"/>
                </a:cubicBezTo>
                <a:cubicBezTo>
                  <a:pt x="383469" y="11476"/>
                  <a:pt x="382618" y="12850"/>
                  <a:pt x="382618" y="14419"/>
                </a:cubicBezTo>
                <a:cubicBezTo>
                  <a:pt x="382618" y="15792"/>
                  <a:pt x="383534" y="17493"/>
                  <a:pt x="385365" y="19520"/>
                </a:cubicBezTo>
                <a:cubicBezTo>
                  <a:pt x="387850" y="22332"/>
                  <a:pt x="389092" y="25045"/>
                  <a:pt x="389092" y="27661"/>
                </a:cubicBezTo>
                <a:cubicBezTo>
                  <a:pt x="389092" y="30865"/>
                  <a:pt x="387899" y="33595"/>
                  <a:pt x="385512" y="35851"/>
                </a:cubicBezTo>
                <a:cubicBezTo>
                  <a:pt x="383125" y="38108"/>
                  <a:pt x="380003" y="39236"/>
                  <a:pt x="376145" y="39236"/>
                </a:cubicBezTo>
                <a:cubicBezTo>
                  <a:pt x="372025" y="39236"/>
                  <a:pt x="368575" y="37993"/>
                  <a:pt x="365796" y="35508"/>
                </a:cubicBezTo>
                <a:cubicBezTo>
                  <a:pt x="363017" y="33023"/>
                  <a:pt x="361627" y="30113"/>
                  <a:pt x="361627" y="26778"/>
                </a:cubicBezTo>
                <a:cubicBezTo>
                  <a:pt x="361627" y="22070"/>
                  <a:pt x="363491" y="17574"/>
                  <a:pt x="367219" y="13291"/>
                </a:cubicBezTo>
                <a:cubicBezTo>
                  <a:pt x="370946" y="9008"/>
                  <a:pt x="376145" y="5722"/>
                  <a:pt x="382815" y="3433"/>
                </a:cubicBezTo>
                <a:cubicBezTo>
                  <a:pt x="389485" y="1144"/>
                  <a:pt x="396416" y="0"/>
                  <a:pt x="403610" y="0"/>
                </a:cubicBezTo>
                <a:cubicBezTo>
                  <a:pt x="412307" y="0"/>
                  <a:pt x="419189" y="1852"/>
                  <a:pt x="424257" y="5557"/>
                </a:cubicBezTo>
                <a:cubicBezTo>
                  <a:pt x="429325" y="9260"/>
                  <a:pt x="432611" y="13275"/>
                  <a:pt x="434115" y="17601"/>
                </a:cubicBezTo>
                <a:cubicBezTo>
                  <a:pt x="435031" y="20353"/>
                  <a:pt x="435488" y="26678"/>
                  <a:pt x="435488" y="36575"/>
                </a:cubicBezTo>
                <a:lnTo>
                  <a:pt x="435488" y="72264"/>
                </a:lnTo>
                <a:cubicBezTo>
                  <a:pt x="435488" y="76459"/>
                  <a:pt x="435652" y="79098"/>
                  <a:pt x="435979" y="80182"/>
                </a:cubicBezTo>
                <a:cubicBezTo>
                  <a:pt x="436306" y="81263"/>
                  <a:pt x="436796" y="82066"/>
                  <a:pt x="437450" y="82591"/>
                </a:cubicBezTo>
                <a:cubicBezTo>
                  <a:pt x="438104" y="83114"/>
                  <a:pt x="438856" y="83376"/>
                  <a:pt x="439706" y="83376"/>
                </a:cubicBezTo>
                <a:cubicBezTo>
                  <a:pt x="441406" y="83376"/>
                  <a:pt x="443139" y="82166"/>
                  <a:pt x="444905" y="79746"/>
                </a:cubicBezTo>
                <a:lnTo>
                  <a:pt x="447848" y="82100"/>
                </a:lnTo>
                <a:cubicBezTo>
                  <a:pt x="444578" y="86939"/>
                  <a:pt x="441194" y="90454"/>
                  <a:pt x="437695" y="92645"/>
                </a:cubicBezTo>
                <a:cubicBezTo>
                  <a:pt x="434197" y="94836"/>
                  <a:pt x="430224" y="95931"/>
                  <a:pt x="425778" y="95931"/>
                </a:cubicBezTo>
                <a:cubicBezTo>
                  <a:pt x="420546" y="95931"/>
                  <a:pt x="416459" y="94697"/>
                  <a:pt x="413516" y="92228"/>
                </a:cubicBezTo>
                <a:cubicBezTo>
                  <a:pt x="410574" y="89759"/>
                  <a:pt x="408776" y="86024"/>
                  <a:pt x="408122" y="81021"/>
                </a:cubicBezTo>
                <a:moveTo>
                  <a:pt x="408122" y="73763"/>
                </a:moveTo>
                <a:lnTo>
                  <a:pt x="408122" y="43079"/>
                </a:lnTo>
                <a:cubicBezTo>
                  <a:pt x="400209" y="47745"/>
                  <a:pt x="394324" y="52739"/>
                  <a:pt x="390466" y="58062"/>
                </a:cubicBezTo>
                <a:cubicBezTo>
                  <a:pt x="387915" y="61610"/>
                  <a:pt x="386640" y="65191"/>
                  <a:pt x="386640" y="68806"/>
                </a:cubicBezTo>
                <a:cubicBezTo>
                  <a:pt x="386640" y="71829"/>
                  <a:pt x="387719" y="74490"/>
                  <a:pt x="389877" y="76791"/>
                </a:cubicBezTo>
                <a:cubicBezTo>
                  <a:pt x="391512" y="78565"/>
                  <a:pt x="393801" y="79452"/>
                  <a:pt x="396743" y="79452"/>
                </a:cubicBezTo>
                <a:cubicBezTo>
                  <a:pt x="400013" y="79452"/>
                  <a:pt x="403806" y="77556"/>
                  <a:pt x="408122" y="73763"/>
                </a:cubicBezTo>
                <a:close/>
                <a:moveTo>
                  <a:pt x="495763" y="2746"/>
                </a:moveTo>
                <a:lnTo>
                  <a:pt x="495763" y="14713"/>
                </a:lnTo>
                <a:cubicBezTo>
                  <a:pt x="500471" y="9578"/>
                  <a:pt x="504983" y="5842"/>
                  <a:pt x="509299" y="3507"/>
                </a:cubicBezTo>
                <a:cubicBezTo>
                  <a:pt x="513615" y="1169"/>
                  <a:pt x="518258" y="0"/>
                  <a:pt x="523228" y="0"/>
                </a:cubicBezTo>
                <a:cubicBezTo>
                  <a:pt x="529179" y="0"/>
                  <a:pt x="534116" y="1653"/>
                  <a:pt x="538039" y="4960"/>
                </a:cubicBezTo>
                <a:cubicBezTo>
                  <a:pt x="541963" y="8266"/>
                  <a:pt x="544579" y="12375"/>
                  <a:pt x="545887" y="17285"/>
                </a:cubicBezTo>
                <a:cubicBezTo>
                  <a:pt x="546933" y="21019"/>
                  <a:pt x="547456" y="28189"/>
                  <a:pt x="547456" y="38797"/>
                </a:cubicBezTo>
                <a:lnTo>
                  <a:pt x="547456" y="74548"/>
                </a:lnTo>
                <a:cubicBezTo>
                  <a:pt x="547456" y="81610"/>
                  <a:pt x="548094" y="86008"/>
                  <a:pt x="549369" y="87741"/>
                </a:cubicBezTo>
                <a:cubicBezTo>
                  <a:pt x="550644" y="89473"/>
                  <a:pt x="553309" y="90569"/>
                  <a:pt x="557363" y="91026"/>
                </a:cubicBezTo>
                <a:lnTo>
                  <a:pt x="557363" y="94558"/>
                </a:lnTo>
                <a:lnTo>
                  <a:pt x="510967" y="94558"/>
                </a:lnTo>
                <a:lnTo>
                  <a:pt x="510967" y="91026"/>
                </a:lnTo>
                <a:cubicBezTo>
                  <a:pt x="514433" y="90569"/>
                  <a:pt x="516918" y="89130"/>
                  <a:pt x="518422" y="86711"/>
                </a:cubicBezTo>
                <a:cubicBezTo>
                  <a:pt x="519468" y="85076"/>
                  <a:pt x="519991" y="81021"/>
                  <a:pt x="519991" y="74548"/>
                </a:cubicBezTo>
                <a:lnTo>
                  <a:pt x="519991" y="33743"/>
                </a:lnTo>
                <a:cubicBezTo>
                  <a:pt x="519991" y="26222"/>
                  <a:pt x="519697" y="21481"/>
                  <a:pt x="519108" y="19520"/>
                </a:cubicBezTo>
                <a:cubicBezTo>
                  <a:pt x="518520" y="17558"/>
                  <a:pt x="517523" y="16038"/>
                  <a:pt x="516117" y="14959"/>
                </a:cubicBezTo>
                <a:cubicBezTo>
                  <a:pt x="514711" y="13880"/>
                  <a:pt x="513158" y="13340"/>
                  <a:pt x="511457" y="13340"/>
                </a:cubicBezTo>
                <a:cubicBezTo>
                  <a:pt x="505834" y="13340"/>
                  <a:pt x="500602" y="17394"/>
                  <a:pt x="495763" y="25503"/>
                </a:cubicBezTo>
                <a:lnTo>
                  <a:pt x="495763" y="74548"/>
                </a:lnTo>
                <a:cubicBezTo>
                  <a:pt x="495763" y="81414"/>
                  <a:pt x="496401" y="85762"/>
                  <a:pt x="497676" y="87593"/>
                </a:cubicBezTo>
                <a:cubicBezTo>
                  <a:pt x="498951" y="89424"/>
                  <a:pt x="501322" y="90569"/>
                  <a:pt x="504787" y="91026"/>
                </a:cubicBezTo>
                <a:lnTo>
                  <a:pt x="504787" y="94558"/>
                </a:lnTo>
                <a:lnTo>
                  <a:pt x="458391" y="94558"/>
                </a:lnTo>
                <a:lnTo>
                  <a:pt x="458391" y="91026"/>
                </a:lnTo>
                <a:cubicBezTo>
                  <a:pt x="462249" y="90634"/>
                  <a:pt x="464996" y="89392"/>
                  <a:pt x="466631" y="87299"/>
                </a:cubicBezTo>
                <a:cubicBezTo>
                  <a:pt x="467742" y="85860"/>
                  <a:pt x="468298" y="81610"/>
                  <a:pt x="468298" y="74548"/>
                </a:cubicBezTo>
                <a:lnTo>
                  <a:pt x="468298" y="22757"/>
                </a:lnTo>
                <a:cubicBezTo>
                  <a:pt x="468298" y="15741"/>
                  <a:pt x="467661" y="11373"/>
                  <a:pt x="466386" y="9653"/>
                </a:cubicBezTo>
                <a:cubicBezTo>
                  <a:pt x="465110" y="7932"/>
                  <a:pt x="462446" y="6807"/>
                  <a:pt x="458391" y="6278"/>
                </a:cubicBezTo>
                <a:lnTo>
                  <a:pt x="458391" y="2746"/>
                </a:lnTo>
                <a:lnTo>
                  <a:pt x="495763" y="2746"/>
                </a:lnTo>
                <a:close/>
                <a:moveTo>
                  <a:pt x="644566" y="70842"/>
                </a:moveTo>
                <a:lnTo>
                  <a:pt x="647607" y="73193"/>
                </a:lnTo>
                <a:cubicBezTo>
                  <a:pt x="643291" y="81328"/>
                  <a:pt x="637912" y="87381"/>
                  <a:pt x="631471" y="91351"/>
                </a:cubicBezTo>
                <a:cubicBezTo>
                  <a:pt x="625030" y="95320"/>
                  <a:pt x="618180" y="97304"/>
                  <a:pt x="610921" y="97304"/>
                </a:cubicBezTo>
                <a:cubicBezTo>
                  <a:pt x="598693" y="97304"/>
                  <a:pt x="588917" y="92690"/>
                  <a:pt x="581593" y="83461"/>
                </a:cubicBezTo>
                <a:cubicBezTo>
                  <a:pt x="574269" y="74231"/>
                  <a:pt x="570607" y="63136"/>
                  <a:pt x="570607" y="50176"/>
                </a:cubicBezTo>
                <a:cubicBezTo>
                  <a:pt x="570607" y="37671"/>
                  <a:pt x="573942" y="26674"/>
                  <a:pt x="580612" y="17184"/>
                </a:cubicBezTo>
                <a:cubicBezTo>
                  <a:pt x="588655" y="5728"/>
                  <a:pt x="599739" y="0"/>
                  <a:pt x="613864" y="0"/>
                </a:cubicBezTo>
                <a:cubicBezTo>
                  <a:pt x="623346" y="0"/>
                  <a:pt x="630882" y="2394"/>
                  <a:pt x="636473" y="7182"/>
                </a:cubicBezTo>
                <a:cubicBezTo>
                  <a:pt x="642065" y="11968"/>
                  <a:pt x="644860" y="17312"/>
                  <a:pt x="644860" y="23213"/>
                </a:cubicBezTo>
                <a:cubicBezTo>
                  <a:pt x="644860" y="26951"/>
                  <a:pt x="643732" y="29934"/>
                  <a:pt x="641476" y="32164"/>
                </a:cubicBezTo>
                <a:cubicBezTo>
                  <a:pt x="639220" y="34393"/>
                  <a:pt x="636261" y="35508"/>
                  <a:pt x="632599" y="35508"/>
                </a:cubicBezTo>
                <a:cubicBezTo>
                  <a:pt x="628741" y="35508"/>
                  <a:pt x="625553" y="34229"/>
                  <a:pt x="623035" y="31670"/>
                </a:cubicBezTo>
                <a:cubicBezTo>
                  <a:pt x="620518" y="29110"/>
                  <a:pt x="618965" y="24549"/>
                  <a:pt x="618376" y="17987"/>
                </a:cubicBezTo>
                <a:cubicBezTo>
                  <a:pt x="617984" y="13853"/>
                  <a:pt x="617036" y="10966"/>
                  <a:pt x="615531" y="9325"/>
                </a:cubicBezTo>
                <a:cubicBezTo>
                  <a:pt x="614027" y="7686"/>
                  <a:pt x="612262" y="6866"/>
                  <a:pt x="610235" y="6866"/>
                </a:cubicBezTo>
                <a:cubicBezTo>
                  <a:pt x="607096" y="6866"/>
                  <a:pt x="604415" y="8534"/>
                  <a:pt x="602191" y="11869"/>
                </a:cubicBezTo>
                <a:cubicBezTo>
                  <a:pt x="598791" y="16904"/>
                  <a:pt x="597091" y="24620"/>
                  <a:pt x="597091" y="35018"/>
                </a:cubicBezTo>
                <a:cubicBezTo>
                  <a:pt x="597091" y="43650"/>
                  <a:pt x="598464" y="51905"/>
                  <a:pt x="601210" y="59785"/>
                </a:cubicBezTo>
                <a:cubicBezTo>
                  <a:pt x="603957" y="67665"/>
                  <a:pt x="607717" y="73534"/>
                  <a:pt x="612491" y="77392"/>
                </a:cubicBezTo>
                <a:cubicBezTo>
                  <a:pt x="616087" y="80204"/>
                  <a:pt x="620338" y="81610"/>
                  <a:pt x="625242" y="81610"/>
                </a:cubicBezTo>
                <a:cubicBezTo>
                  <a:pt x="628447" y="81610"/>
                  <a:pt x="631487" y="80860"/>
                  <a:pt x="634365" y="79360"/>
                </a:cubicBezTo>
                <a:cubicBezTo>
                  <a:pt x="637242" y="77858"/>
                  <a:pt x="640642" y="75019"/>
                  <a:pt x="644566" y="70842"/>
                </a:cubicBezTo>
                <a:close/>
                <a:moveTo>
                  <a:pt x="737347" y="45317"/>
                </a:moveTo>
                <a:lnTo>
                  <a:pt x="687028" y="45317"/>
                </a:lnTo>
                <a:cubicBezTo>
                  <a:pt x="687616" y="57513"/>
                  <a:pt x="690853" y="67151"/>
                  <a:pt x="696739" y="74232"/>
                </a:cubicBezTo>
                <a:cubicBezTo>
                  <a:pt x="701251" y="79674"/>
                  <a:pt x="706678" y="82395"/>
                  <a:pt x="713021" y="82395"/>
                </a:cubicBezTo>
                <a:cubicBezTo>
                  <a:pt x="716945" y="82395"/>
                  <a:pt x="720509" y="81299"/>
                  <a:pt x="723713" y="79109"/>
                </a:cubicBezTo>
                <a:cubicBezTo>
                  <a:pt x="726917" y="76918"/>
                  <a:pt x="730350" y="72978"/>
                  <a:pt x="734012" y="67289"/>
                </a:cubicBezTo>
                <a:lnTo>
                  <a:pt x="737347" y="69447"/>
                </a:lnTo>
                <a:cubicBezTo>
                  <a:pt x="732377" y="79583"/>
                  <a:pt x="726884" y="86760"/>
                  <a:pt x="720868" y="90977"/>
                </a:cubicBezTo>
                <a:cubicBezTo>
                  <a:pt x="714852" y="95195"/>
                  <a:pt x="707888" y="97304"/>
                  <a:pt x="699975" y="97304"/>
                </a:cubicBezTo>
                <a:cubicBezTo>
                  <a:pt x="686374" y="97304"/>
                  <a:pt x="676074" y="92068"/>
                  <a:pt x="669077" y="81595"/>
                </a:cubicBezTo>
                <a:cubicBezTo>
                  <a:pt x="663454" y="73151"/>
                  <a:pt x="660642" y="62678"/>
                  <a:pt x="660642" y="50176"/>
                </a:cubicBezTo>
                <a:cubicBezTo>
                  <a:pt x="660642" y="34857"/>
                  <a:pt x="664778" y="22666"/>
                  <a:pt x="673050" y="13601"/>
                </a:cubicBezTo>
                <a:cubicBezTo>
                  <a:pt x="681322" y="4534"/>
                  <a:pt x="691017" y="0"/>
                  <a:pt x="702133" y="0"/>
                </a:cubicBezTo>
                <a:cubicBezTo>
                  <a:pt x="711419" y="0"/>
                  <a:pt x="719479" y="3809"/>
                  <a:pt x="726312" y="11427"/>
                </a:cubicBezTo>
                <a:cubicBezTo>
                  <a:pt x="733146" y="19046"/>
                  <a:pt x="736824" y="30342"/>
                  <a:pt x="737347" y="45317"/>
                </a:cubicBezTo>
                <a:moveTo>
                  <a:pt x="713217" y="38843"/>
                </a:moveTo>
                <a:cubicBezTo>
                  <a:pt x="713217" y="28315"/>
                  <a:pt x="712645" y="21089"/>
                  <a:pt x="711501" y="17166"/>
                </a:cubicBezTo>
                <a:cubicBezTo>
                  <a:pt x="710357" y="13242"/>
                  <a:pt x="708575" y="10267"/>
                  <a:pt x="706155" y="8239"/>
                </a:cubicBezTo>
                <a:cubicBezTo>
                  <a:pt x="704782" y="7062"/>
                  <a:pt x="702951" y="6474"/>
                  <a:pt x="700662" y="6474"/>
                </a:cubicBezTo>
                <a:cubicBezTo>
                  <a:pt x="697262" y="6474"/>
                  <a:pt x="694482" y="8141"/>
                  <a:pt x="692325" y="11476"/>
                </a:cubicBezTo>
                <a:cubicBezTo>
                  <a:pt x="688466" y="17296"/>
                  <a:pt x="686537" y="25274"/>
                  <a:pt x="686537" y="35410"/>
                </a:cubicBezTo>
                <a:lnTo>
                  <a:pt x="686537" y="38843"/>
                </a:lnTo>
                <a:lnTo>
                  <a:pt x="713217" y="388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ef21c68ad4af6"/>
          <a:stretch xmlns:a="http://schemas.openxmlformats.org/drawingml/2006/main"/>
        </p:blipFill>
        <p:spPr>
          <a:xfrm xmlns:a="http://schemas.openxmlformats.org/drawingml/2006/main">
            <a:off x="8542466" y="288571"/>
            <a:ext cx="1694976" cy="583825"/>
          </a:xfrm>
          <a:prstGeom xmlns:a="http://schemas.openxmlformats.org/drawingml/2006/main" prst="rect">
            <a:avLst/>
          </a:prstGeom>
        </p:spPr>
      </p:pic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df8c4b25b471d"/>
          <a:stretch xmlns:a="http://schemas.openxmlformats.org/drawingml/2006/main"/>
        </p:blipFill>
        <p:spPr>
          <a:xfrm xmlns:a="http://schemas.openxmlformats.org/drawingml/2006/main">
            <a:off x="8636632" y="338793"/>
            <a:ext cx="1509784" cy="543020"/>
          </a:xfrm>
          <a:prstGeom xmlns:a="http://schemas.openxmlformats.org/drawingml/2006/main" prst="rect">
            <a:avLst/>
          </a:prstGeom>
        </p:spPr>
      </p:pic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EDD92-CEEC-4E23-A759-A729281A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48" y="317868"/>
            <a:ext cx="1575699" cy="464549"/>
          </a:xfrm>
          <a:custGeom xmlns:a="http://schemas.openxmlformats.org/drawingml/2006/main">
            <a:pathLst>
              <a:path w="1575699" h="464549">
                <a:moveTo>
                  <a:pt x="0" y="77426"/>
                </a:moveTo>
                <a:cubicBezTo>
                  <a:pt x="0" y="34664"/>
                  <a:pt x="34664" y="0"/>
                  <a:pt x="77425" y="0"/>
                </a:cubicBezTo>
                <a:lnTo>
                  <a:pt x="1498274" y="0"/>
                </a:lnTo>
                <a:cubicBezTo>
                  <a:pt x="1541035" y="0"/>
                  <a:pt x="1575699" y="34664"/>
                  <a:pt x="1575699" y="77426"/>
                </a:cubicBezTo>
                <a:lnTo>
                  <a:pt x="1575699" y="387123"/>
                </a:lnTo>
                <a:cubicBezTo>
                  <a:pt x="1575699" y="429883"/>
                  <a:pt x="1541035" y="464549"/>
                  <a:pt x="1498274" y="464549"/>
                </a:cubicBezTo>
                <a:lnTo>
                  <a:pt x="77425" y="464549"/>
                </a:lnTo>
                <a:cubicBezTo>
                  <a:pt x="34664" y="464549"/>
                  <a:pt x="0" y="429883"/>
                  <a:pt x="0" y="387123"/>
                </a:cubicBezTo>
                <a:lnTo>
                  <a:pt x="0" y="77426"/>
                </a:lnTo>
                <a:close/>
              </a:path>
            </a:pathLst>
          </a:custGeom>
          <a:solidFill xmlns:a="http://schemas.openxmlformats.org/drawingml/2006/main">
            <a:srgbClr val="E3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Functionality">
            <a:extLst xmlns:a="http://schemas.openxmlformats.org/drawingml/2006/main">
              <a:ext uri="{FF2B5EF4-FFF2-40B4-BE49-F238E27FC236}">
                <a16:creationId xmlns:a16="http://schemas.microsoft.com/office/drawing/2014/main" id="{1483635E-33F0-4429-8140-FB0CEA7E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457" y="488476"/>
            <a:ext cx="1142371" cy="179306"/>
          </a:xfrm>
          <a:custGeom xmlns:a="http://schemas.openxmlformats.org/drawingml/2006/main">
            <a:pathLst>
              <a:path w="1142371" h="179306">
                <a:moveTo>
                  <a:pt x="50712" y="10594"/>
                </a:moveTo>
                <a:lnTo>
                  <a:pt x="50712" y="65131"/>
                </a:lnTo>
                <a:lnTo>
                  <a:pt x="54537" y="65131"/>
                </a:lnTo>
                <a:cubicBezTo>
                  <a:pt x="60423" y="65131"/>
                  <a:pt x="65229" y="64245"/>
                  <a:pt x="68956" y="62473"/>
                </a:cubicBezTo>
                <a:cubicBezTo>
                  <a:pt x="72684" y="60702"/>
                  <a:pt x="75839" y="57716"/>
                  <a:pt x="78422" y="53517"/>
                </a:cubicBezTo>
                <a:cubicBezTo>
                  <a:pt x="81005" y="49317"/>
                  <a:pt x="82689" y="43641"/>
                  <a:pt x="83474" y="36489"/>
                </a:cubicBezTo>
                <a:lnTo>
                  <a:pt x="86907" y="36489"/>
                </a:lnTo>
                <a:lnTo>
                  <a:pt x="86907" y="103386"/>
                </a:lnTo>
                <a:lnTo>
                  <a:pt x="83474" y="103386"/>
                </a:lnTo>
                <a:cubicBezTo>
                  <a:pt x="82231" y="90765"/>
                  <a:pt x="78847" y="82444"/>
                  <a:pt x="73321" y="78422"/>
                </a:cubicBezTo>
                <a:cubicBezTo>
                  <a:pt x="67796" y="74400"/>
                  <a:pt x="61534" y="72390"/>
                  <a:pt x="54537" y="72390"/>
                </a:cubicBezTo>
                <a:lnTo>
                  <a:pt x="50712" y="72390"/>
                </a:lnTo>
                <a:lnTo>
                  <a:pt x="50712" y="113195"/>
                </a:lnTo>
                <a:cubicBezTo>
                  <a:pt x="50712" y="120030"/>
                  <a:pt x="51088" y="124303"/>
                  <a:pt x="51840" y="126014"/>
                </a:cubicBezTo>
                <a:cubicBezTo>
                  <a:pt x="52592" y="127722"/>
                  <a:pt x="54063" y="129217"/>
                  <a:pt x="56254" y="130498"/>
                </a:cubicBezTo>
                <a:cubicBezTo>
                  <a:pt x="58445" y="131779"/>
                  <a:pt x="61404" y="132420"/>
                  <a:pt x="65131" y="132420"/>
                </a:cubicBezTo>
                <a:lnTo>
                  <a:pt x="69545" y="132420"/>
                </a:lnTo>
                <a:lnTo>
                  <a:pt x="69545" y="135951"/>
                </a:lnTo>
                <a:lnTo>
                  <a:pt x="0" y="135951"/>
                </a:lnTo>
                <a:lnTo>
                  <a:pt x="0" y="132420"/>
                </a:lnTo>
                <a:lnTo>
                  <a:pt x="4414" y="132420"/>
                </a:lnTo>
                <a:cubicBezTo>
                  <a:pt x="8272" y="132420"/>
                  <a:pt x="11378" y="131730"/>
                  <a:pt x="13732" y="130351"/>
                </a:cubicBezTo>
                <a:cubicBezTo>
                  <a:pt x="15433" y="129429"/>
                  <a:pt x="16741" y="127852"/>
                  <a:pt x="17656" y="125618"/>
                </a:cubicBezTo>
                <a:cubicBezTo>
                  <a:pt x="18375" y="124041"/>
                  <a:pt x="18735" y="119899"/>
                  <a:pt x="18735" y="113195"/>
                </a:cubicBezTo>
                <a:lnTo>
                  <a:pt x="18735" y="25699"/>
                </a:lnTo>
                <a:cubicBezTo>
                  <a:pt x="18735" y="18864"/>
                  <a:pt x="18375" y="14592"/>
                  <a:pt x="17656" y="12883"/>
                </a:cubicBezTo>
                <a:cubicBezTo>
                  <a:pt x="16937" y="11173"/>
                  <a:pt x="15482" y="9677"/>
                  <a:pt x="13291" y="8396"/>
                </a:cubicBezTo>
                <a:cubicBezTo>
                  <a:pt x="11100" y="7115"/>
                  <a:pt x="8141" y="6474"/>
                  <a:pt x="4414" y="6474"/>
                </a:cubicBezTo>
                <a:lnTo>
                  <a:pt x="0" y="6474"/>
                </a:lnTo>
                <a:lnTo>
                  <a:pt x="0" y="2943"/>
                </a:lnTo>
                <a:lnTo>
                  <a:pt x="112214" y="2943"/>
                </a:lnTo>
                <a:lnTo>
                  <a:pt x="112214" y="41197"/>
                </a:lnTo>
                <a:lnTo>
                  <a:pt x="108192" y="41197"/>
                </a:lnTo>
                <a:cubicBezTo>
                  <a:pt x="107277" y="32210"/>
                  <a:pt x="104939" y="25551"/>
                  <a:pt x="101179" y="21221"/>
                </a:cubicBezTo>
                <a:cubicBezTo>
                  <a:pt x="97419" y="16891"/>
                  <a:pt x="91975" y="13841"/>
                  <a:pt x="84847" y="12071"/>
                </a:cubicBezTo>
                <a:cubicBezTo>
                  <a:pt x="80923" y="11086"/>
                  <a:pt x="73665" y="10594"/>
                  <a:pt x="63071" y="10594"/>
                </a:cubicBezTo>
                <a:lnTo>
                  <a:pt x="50712" y="10594"/>
                </a:lnTo>
                <a:close/>
                <a:moveTo>
                  <a:pt x="213109" y="44140"/>
                </a:moveTo>
                <a:lnTo>
                  <a:pt x="213109" y="115941"/>
                </a:lnTo>
                <a:cubicBezTo>
                  <a:pt x="213109" y="122981"/>
                  <a:pt x="213763" y="127372"/>
                  <a:pt x="215071" y="129116"/>
                </a:cubicBezTo>
                <a:cubicBezTo>
                  <a:pt x="216379" y="130859"/>
                  <a:pt x="219027" y="131960"/>
                  <a:pt x="223016" y="132420"/>
                </a:cubicBezTo>
                <a:lnTo>
                  <a:pt x="223016" y="135951"/>
                </a:lnTo>
                <a:lnTo>
                  <a:pt x="185644" y="135951"/>
                </a:lnTo>
                <a:lnTo>
                  <a:pt x="185644" y="123690"/>
                </a:lnTo>
                <a:cubicBezTo>
                  <a:pt x="181263" y="128921"/>
                  <a:pt x="176882" y="132731"/>
                  <a:pt x="172501" y="135117"/>
                </a:cubicBezTo>
                <a:cubicBezTo>
                  <a:pt x="168119" y="137504"/>
                  <a:pt x="163215" y="138698"/>
                  <a:pt x="157787" y="138698"/>
                </a:cubicBezTo>
                <a:cubicBezTo>
                  <a:pt x="152621" y="138698"/>
                  <a:pt x="148027" y="137112"/>
                  <a:pt x="144006" y="133940"/>
                </a:cubicBezTo>
                <a:cubicBezTo>
                  <a:pt x="139984" y="130769"/>
                  <a:pt x="137287" y="127058"/>
                  <a:pt x="135913" y="122807"/>
                </a:cubicBezTo>
                <a:cubicBezTo>
                  <a:pt x="134540" y="118557"/>
                  <a:pt x="133853" y="111135"/>
                  <a:pt x="133853" y="100541"/>
                </a:cubicBezTo>
                <a:lnTo>
                  <a:pt x="133853" y="64150"/>
                </a:lnTo>
                <a:cubicBezTo>
                  <a:pt x="133853" y="57135"/>
                  <a:pt x="133216" y="52767"/>
                  <a:pt x="131941" y="51046"/>
                </a:cubicBezTo>
                <a:cubicBezTo>
                  <a:pt x="130666" y="49325"/>
                  <a:pt x="128001" y="48200"/>
                  <a:pt x="123947" y="47671"/>
                </a:cubicBezTo>
                <a:lnTo>
                  <a:pt x="123947" y="44140"/>
                </a:lnTo>
                <a:lnTo>
                  <a:pt x="161318" y="44140"/>
                </a:lnTo>
                <a:lnTo>
                  <a:pt x="161318" y="106895"/>
                </a:lnTo>
                <a:cubicBezTo>
                  <a:pt x="161318" y="113443"/>
                  <a:pt x="161629" y="117666"/>
                  <a:pt x="162250" y="119564"/>
                </a:cubicBezTo>
                <a:cubicBezTo>
                  <a:pt x="162871" y="121463"/>
                  <a:pt x="163852" y="122903"/>
                  <a:pt x="165193" y="123886"/>
                </a:cubicBezTo>
                <a:cubicBezTo>
                  <a:pt x="166533" y="124867"/>
                  <a:pt x="168087" y="125358"/>
                  <a:pt x="169852" y="125358"/>
                </a:cubicBezTo>
                <a:cubicBezTo>
                  <a:pt x="172206" y="125358"/>
                  <a:pt x="174331" y="124736"/>
                  <a:pt x="176228" y="123494"/>
                </a:cubicBezTo>
                <a:cubicBezTo>
                  <a:pt x="178844" y="121794"/>
                  <a:pt x="181982" y="118361"/>
                  <a:pt x="185644" y="113195"/>
                </a:cubicBezTo>
                <a:lnTo>
                  <a:pt x="185644" y="64150"/>
                </a:lnTo>
                <a:cubicBezTo>
                  <a:pt x="185644" y="57135"/>
                  <a:pt x="185007" y="52767"/>
                  <a:pt x="183732" y="51046"/>
                </a:cubicBezTo>
                <a:cubicBezTo>
                  <a:pt x="182457" y="49325"/>
                  <a:pt x="179792" y="48200"/>
                  <a:pt x="175737" y="47671"/>
                </a:cubicBezTo>
                <a:lnTo>
                  <a:pt x="175737" y="44140"/>
                </a:lnTo>
                <a:lnTo>
                  <a:pt x="213109" y="44140"/>
                </a:lnTo>
                <a:close/>
                <a:moveTo>
                  <a:pt x="273437" y="44140"/>
                </a:moveTo>
                <a:lnTo>
                  <a:pt x="273437" y="56107"/>
                </a:lnTo>
                <a:cubicBezTo>
                  <a:pt x="278145" y="50971"/>
                  <a:pt x="282657" y="47236"/>
                  <a:pt x="286973" y="44900"/>
                </a:cubicBezTo>
                <a:cubicBezTo>
                  <a:pt x="291289" y="42562"/>
                  <a:pt x="295932" y="41394"/>
                  <a:pt x="300902" y="41394"/>
                </a:cubicBezTo>
                <a:cubicBezTo>
                  <a:pt x="306852" y="41394"/>
                  <a:pt x="311789" y="43047"/>
                  <a:pt x="315713" y="46353"/>
                </a:cubicBezTo>
                <a:cubicBezTo>
                  <a:pt x="319636" y="49660"/>
                  <a:pt x="322252" y="53768"/>
                  <a:pt x="323560" y="58679"/>
                </a:cubicBezTo>
                <a:cubicBezTo>
                  <a:pt x="324606" y="62412"/>
                  <a:pt x="325129" y="69583"/>
                  <a:pt x="325129" y="80191"/>
                </a:cubicBezTo>
                <a:lnTo>
                  <a:pt x="325129" y="115941"/>
                </a:lnTo>
                <a:cubicBezTo>
                  <a:pt x="325129" y="123003"/>
                  <a:pt x="325767" y="127401"/>
                  <a:pt x="327042" y="129134"/>
                </a:cubicBezTo>
                <a:cubicBezTo>
                  <a:pt x="328317" y="130867"/>
                  <a:pt x="330982" y="131962"/>
                  <a:pt x="335036" y="132420"/>
                </a:cubicBezTo>
                <a:lnTo>
                  <a:pt x="335036" y="135951"/>
                </a:lnTo>
                <a:lnTo>
                  <a:pt x="288640" y="135951"/>
                </a:lnTo>
                <a:lnTo>
                  <a:pt x="288640" y="132420"/>
                </a:lnTo>
                <a:cubicBezTo>
                  <a:pt x="292106" y="131962"/>
                  <a:pt x="294591" y="130524"/>
                  <a:pt x="296095" y="128104"/>
                </a:cubicBezTo>
                <a:cubicBezTo>
                  <a:pt x="297141" y="126469"/>
                  <a:pt x="297665" y="122415"/>
                  <a:pt x="297665" y="115941"/>
                </a:cubicBezTo>
                <a:lnTo>
                  <a:pt x="297665" y="75136"/>
                </a:lnTo>
                <a:cubicBezTo>
                  <a:pt x="297665" y="67616"/>
                  <a:pt x="297370" y="62875"/>
                  <a:pt x="296782" y="60913"/>
                </a:cubicBezTo>
                <a:cubicBezTo>
                  <a:pt x="296193" y="58951"/>
                  <a:pt x="295196" y="57431"/>
                  <a:pt x="293790" y="56352"/>
                </a:cubicBezTo>
                <a:cubicBezTo>
                  <a:pt x="292384" y="55273"/>
                  <a:pt x="290831" y="54734"/>
                  <a:pt x="289131" y="54734"/>
                </a:cubicBezTo>
                <a:cubicBezTo>
                  <a:pt x="283507" y="54734"/>
                  <a:pt x="278276" y="58788"/>
                  <a:pt x="273437" y="66897"/>
                </a:cubicBezTo>
                <a:lnTo>
                  <a:pt x="273437" y="115941"/>
                </a:lnTo>
                <a:cubicBezTo>
                  <a:pt x="273437" y="122807"/>
                  <a:pt x="274074" y="127156"/>
                  <a:pt x="275349" y="128987"/>
                </a:cubicBezTo>
                <a:cubicBezTo>
                  <a:pt x="276625" y="130818"/>
                  <a:pt x="278995" y="131962"/>
                  <a:pt x="282461" y="132420"/>
                </a:cubicBezTo>
                <a:lnTo>
                  <a:pt x="282461" y="135951"/>
                </a:lnTo>
                <a:lnTo>
                  <a:pt x="236065" y="135951"/>
                </a:lnTo>
                <a:lnTo>
                  <a:pt x="236065" y="132420"/>
                </a:lnTo>
                <a:cubicBezTo>
                  <a:pt x="239923" y="132028"/>
                  <a:pt x="242669" y="130785"/>
                  <a:pt x="244304" y="128693"/>
                </a:cubicBezTo>
                <a:cubicBezTo>
                  <a:pt x="245416" y="127254"/>
                  <a:pt x="245972" y="123003"/>
                  <a:pt x="245972" y="115941"/>
                </a:cubicBezTo>
                <a:lnTo>
                  <a:pt x="245972" y="64150"/>
                </a:lnTo>
                <a:cubicBezTo>
                  <a:pt x="245972" y="57135"/>
                  <a:pt x="245334" y="52767"/>
                  <a:pt x="244059" y="51046"/>
                </a:cubicBezTo>
                <a:cubicBezTo>
                  <a:pt x="242784" y="49325"/>
                  <a:pt x="240119" y="48200"/>
                  <a:pt x="236065" y="47671"/>
                </a:cubicBezTo>
                <a:lnTo>
                  <a:pt x="236065" y="44140"/>
                </a:lnTo>
                <a:lnTo>
                  <a:pt x="273437" y="44140"/>
                </a:lnTo>
                <a:close/>
                <a:moveTo>
                  <a:pt x="422240" y="112235"/>
                </a:moveTo>
                <a:lnTo>
                  <a:pt x="425280" y="114586"/>
                </a:lnTo>
                <a:cubicBezTo>
                  <a:pt x="420964" y="122721"/>
                  <a:pt x="415586" y="128774"/>
                  <a:pt x="409145" y="132745"/>
                </a:cubicBezTo>
                <a:cubicBezTo>
                  <a:pt x="402704" y="136713"/>
                  <a:pt x="395854" y="138698"/>
                  <a:pt x="388595" y="138698"/>
                </a:cubicBezTo>
                <a:cubicBezTo>
                  <a:pt x="376367" y="138698"/>
                  <a:pt x="366590" y="134083"/>
                  <a:pt x="359267" y="124855"/>
                </a:cubicBezTo>
                <a:cubicBezTo>
                  <a:pt x="351943" y="115624"/>
                  <a:pt x="348281" y="104529"/>
                  <a:pt x="348281" y="91569"/>
                </a:cubicBezTo>
                <a:cubicBezTo>
                  <a:pt x="348281" y="79065"/>
                  <a:pt x="351616" y="68068"/>
                  <a:pt x="358286" y="58577"/>
                </a:cubicBezTo>
                <a:cubicBezTo>
                  <a:pt x="366329" y="47121"/>
                  <a:pt x="377413" y="41394"/>
                  <a:pt x="391538" y="41394"/>
                </a:cubicBezTo>
                <a:cubicBezTo>
                  <a:pt x="401020" y="41394"/>
                  <a:pt x="408556" y="43787"/>
                  <a:pt x="414147" y="48575"/>
                </a:cubicBezTo>
                <a:cubicBezTo>
                  <a:pt x="419738" y="53361"/>
                  <a:pt x="422534" y="58705"/>
                  <a:pt x="422534" y="64607"/>
                </a:cubicBezTo>
                <a:cubicBezTo>
                  <a:pt x="422534" y="68344"/>
                  <a:pt x="421406" y="71328"/>
                  <a:pt x="419150" y="73557"/>
                </a:cubicBezTo>
                <a:cubicBezTo>
                  <a:pt x="416894" y="75787"/>
                  <a:pt x="413935" y="76902"/>
                  <a:pt x="410273" y="76902"/>
                </a:cubicBezTo>
                <a:cubicBezTo>
                  <a:pt x="406415" y="76902"/>
                  <a:pt x="403227" y="75622"/>
                  <a:pt x="400709" y="73064"/>
                </a:cubicBezTo>
                <a:cubicBezTo>
                  <a:pt x="398191" y="70503"/>
                  <a:pt x="396638" y="65942"/>
                  <a:pt x="396050" y="59381"/>
                </a:cubicBezTo>
                <a:cubicBezTo>
                  <a:pt x="395657" y="55247"/>
                  <a:pt x="394709" y="52359"/>
                  <a:pt x="393205" y="50718"/>
                </a:cubicBezTo>
                <a:cubicBezTo>
                  <a:pt x="391701" y="49079"/>
                  <a:pt x="389936" y="48260"/>
                  <a:pt x="387908" y="48260"/>
                </a:cubicBezTo>
                <a:cubicBezTo>
                  <a:pt x="384770" y="48260"/>
                  <a:pt x="382089" y="49927"/>
                  <a:pt x="379865" y="53262"/>
                </a:cubicBezTo>
                <a:cubicBezTo>
                  <a:pt x="376465" y="58297"/>
                  <a:pt x="374765" y="66014"/>
                  <a:pt x="374765" y="76411"/>
                </a:cubicBezTo>
                <a:cubicBezTo>
                  <a:pt x="374765" y="85043"/>
                  <a:pt x="376138" y="93299"/>
                  <a:pt x="378884" y="101179"/>
                </a:cubicBezTo>
                <a:cubicBezTo>
                  <a:pt x="381631" y="109058"/>
                  <a:pt x="385391" y="114927"/>
                  <a:pt x="390165" y="118786"/>
                </a:cubicBezTo>
                <a:cubicBezTo>
                  <a:pt x="393761" y="121598"/>
                  <a:pt x="398012" y="123003"/>
                  <a:pt x="402916" y="123003"/>
                </a:cubicBezTo>
                <a:cubicBezTo>
                  <a:pt x="406120" y="123003"/>
                  <a:pt x="409161" y="122253"/>
                  <a:pt x="412038" y="120754"/>
                </a:cubicBezTo>
                <a:cubicBezTo>
                  <a:pt x="414916" y="119252"/>
                  <a:pt x="418316" y="116412"/>
                  <a:pt x="422240" y="112235"/>
                </a:cubicBezTo>
                <a:close/>
                <a:moveTo>
                  <a:pt x="473726" y="10397"/>
                </a:moveTo>
                <a:lnTo>
                  <a:pt x="473726" y="44140"/>
                </a:lnTo>
                <a:lnTo>
                  <a:pt x="495501" y="44140"/>
                </a:lnTo>
                <a:lnTo>
                  <a:pt x="495501" y="53753"/>
                </a:lnTo>
                <a:lnTo>
                  <a:pt x="473726" y="53753"/>
                </a:lnTo>
                <a:lnTo>
                  <a:pt x="473726" y="110503"/>
                </a:lnTo>
                <a:cubicBezTo>
                  <a:pt x="473726" y="115814"/>
                  <a:pt x="473971" y="119240"/>
                  <a:pt x="474461" y="120781"/>
                </a:cubicBezTo>
                <a:cubicBezTo>
                  <a:pt x="474952" y="122322"/>
                  <a:pt x="475818" y="123568"/>
                  <a:pt x="477061" y="124521"/>
                </a:cubicBezTo>
                <a:cubicBezTo>
                  <a:pt x="478303" y="125471"/>
                  <a:pt x="479448" y="125946"/>
                  <a:pt x="480494" y="125946"/>
                </a:cubicBezTo>
                <a:cubicBezTo>
                  <a:pt x="484744" y="125946"/>
                  <a:pt x="488766" y="122676"/>
                  <a:pt x="492559" y="116137"/>
                </a:cubicBezTo>
                <a:lnTo>
                  <a:pt x="495501" y="118317"/>
                </a:lnTo>
                <a:cubicBezTo>
                  <a:pt x="490205" y="130988"/>
                  <a:pt x="481605" y="137324"/>
                  <a:pt x="469704" y="137324"/>
                </a:cubicBezTo>
                <a:cubicBezTo>
                  <a:pt x="463884" y="137324"/>
                  <a:pt x="458963" y="135701"/>
                  <a:pt x="454942" y="132454"/>
                </a:cubicBezTo>
                <a:cubicBezTo>
                  <a:pt x="450920" y="129205"/>
                  <a:pt x="448353" y="125578"/>
                  <a:pt x="447242" y="121575"/>
                </a:cubicBezTo>
                <a:cubicBezTo>
                  <a:pt x="446588" y="119344"/>
                  <a:pt x="446261" y="113306"/>
                  <a:pt x="446261" y="103462"/>
                </a:cubicBezTo>
                <a:lnTo>
                  <a:pt x="446261" y="53753"/>
                </a:lnTo>
                <a:lnTo>
                  <a:pt x="434294" y="53753"/>
                </a:lnTo>
                <a:lnTo>
                  <a:pt x="434294" y="50310"/>
                </a:lnTo>
                <a:cubicBezTo>
                  <a:pt x="442533" y="44478"/>
                  <a:pt x="449547" y="38351"/>
                  <a:pt x="455334" y="31928"/>
                </a:cubicBezTo>
                <a:cubicBezTo>
                  <a:pt x="461121" y="25505"/>
                  <a:pt x="466173" y="18328"/>
                  <a:pt x="470489" y="10397"/>
                </a:cubicBezTo>
                <a:lnTo>
                  <a:pt x="473726" y="10397"/>
                </a:lnTo>
                <a:close/>
                <a:moveTo>
                  <a:pt x="525838" y="0"/>
                </a:moveTo>
                <a:cubicBezTo>
                  <a:pt x="530088" y="0"/>
                  <a:pt x="533685" y="1493"/>
                  <a:pt x="536628" y="4478"/>
                </a:cubicBezTo>
                <a:cubicBezTo>
                  <a:pt x="539570" y="7462"/>
                  <a:pt x="541042" y="11053"/>
                  <a:pt x="541042" y="15253"/>
                </a:cubicBezTo>
                <a:cubicBezTo>
                  <a:pt x="541042" y="19452"/>
                  <a:pt x="539554" y="23028"/>
                  <a:pt x="536579" y="25981"/>
                </a:cubicBezTo>
                <a:cubicBezTo>
                  <a:pt x="533603" y="28932"/>
                  <a:pt x="530023" y="30408"/>
                  <a:pt x="525838" y="30408"/>
                </a:cubicBezTo>
                <a:cubicBezTo>
                  <a:pt x="521653" y="30408"/>
                  <a:pt x="518089" y="28932"/>
                  <a:pt x="515146" y="25981"/>
                </a:cubicBezTo>
                <a:cubicBezTo>
                  <a:pt x="512204" y="23028"/>
                  <a:pt x="510732" y="19452"/>
                  <a:pt x="510732" y="15253"/>
                </a:cubicBezTo>
                <a:cubicBezTo>
                  <a:pt x="510732" y="11053"/>
                  <a:pt x="512204" y="7462"/>
                  <a:pt x="515146" y="4478"/>
                </a:cubicBezTo>
                <a:cubicBezTo>
                  <a:pt x="518089" y="1493"/>
                  <a:pt x="521653" y="0"/>
                  <a:pt x="525838" y="0"/>
                </a:cubicBezTo>
                <a:moveTo>
                  <a:pt x="539570" y="44140"/>
                </a:moveTo>
                <a:lnTo>
                  <a:pt x="539570" y="116922"/>
                </a:lnTo>
                <a:cubicBezTo>
                  <a:pt x="539570" y="123396"/>
                  <a:pt x="540322" y="127532"/>
                  <a:pt x="541826" y="129330"/>
                </a:cubicBezTo>
                <a:cubicBezTo>
                  <a:pt x="543330" y="131128"/>
                  <a:pt x="546273" y="132158"/>
                  <a:pt x="550654" y="132420"/>
                </a:cubicBezTo>
                <a:lnTo>
                  <a:pt x="550654" y="135951"/>
                </a:lnTo>
                <a:lnTo>
                  <a:pt x="501119" y="135951"/>
                </a:lnTo>
                <a:lnTo>
                  <a:pt x="501119" y="132420"/>
                </a:lnTo>
                <a:cubicBezTo>
                  <a:pt x="505174" y="132289"/>
                  <a:pt x="508182" y="131112"/>
                  <a:pt x="510144" y="128889"/>
                </a:cubicBezTo>
                <a:cubicBezTo>
                  <a:pt x="511451" y="127385"/>
                  <a:pt x="512105" y="123396"/>
                  <a:pt x="512105" y="116922"/>
                </a:cubicBezTo>
                <a:lnTo>
                  <a:pt x="512105" y="63365"/>
                </a:lnTo>
                <a:cubicBezTo>
                  <a:pt x="512105" y="56810"/>
                  <a:pt x="511353" y="52622"/>
                  <a:pt x="509849" y="50801"/>
                </a:cubicBezTo>
                <a:cubicBezTo>
                  <a:pt x="508345" y="48980"/>
                  <a:pt x="505435" y="47937"/>
                  <a:pt x="501119" y="47671"/>
                </a:cubicBezTo>
                <a:lnTo>
                  <a:pt x="501119" y="44140"/>
                </a:lnTo>
                <a:lnTo>
                  <a:pt x="539570" y="44140"/>
                </a:lnTo>
                <a:close/>
                <a:moveTo>
                  <a:pt x="602811" y="41394"/>
                </a:moveTo>
                <a:cubicBezTo>
                  <a:pt x="610789" y="41394"/>
                  <a:pt x="618211" y="43455"/>
                  <a:pt x="625077" y="47579"/>
                </a:cubicBezTo>
                <a:cubicBezTo>
                  <a:pt x="631944" y="51703"/>
                  <a:pt x="637159" y="57562"/>
                  <a:pt x="640723" y="65156"/>
                </a:cubicBezTo>
                <a:cubicBezTo>
                  <a:pt x="644286" y="72749"/>
                  <a:pt x="646068" y="81062"/>
                  <a:pt x="646068" y="90095"/>
                </a:cubicBezTo>
                <a:cubicBezTo>
                  <a:pt x="646068" y="103120"/>
                  <a:pt x="642766" y="114019"/>
                  <a:pt x="636161" y="122792"/>
                </a:cubicBezTo>
                <a:cubicBezTo>
                  <a:pt x="628184" y="133396"/>
                  <a:pt x="617165" y="138698"/>
                  <a:pt x="603105" y="138698"/>
                </a:cubicBezTo>
                <a:cubicBezTo>
                  <a:pt x="589308" y="138698"/>
                  <a:pt x="578681" y="133854"/>
                  <a:pt x="571227" y="124165"/>
                </a:cubicBezTo>
                <a:cubicBezTo>
                  <a:pt x="563772" y="114477"/>
                  <a:pt x="560044" y="103251"/>
                  <a:pt x="560044" y="90487"/>
                </a:cubicBezTo>
                <a:cubicBezTo>
                  <a:pt x="560044" y="77331"/>
                  <a:pt x="563854" y="65860"/>
                  <a:pt x="571472" y="56073"/>
                </a:cubicBezTo>
                <a:cubicBezTo>
                  <a:pt x="579090" y="46287"/>
                  <a:pt x="589536" y="41394"/>
                  <a:pt x="602811" y="41394"/>
                </a:cubicBezTo>
                <a:moveTo>
                  <a:pt x="603204" y="48260"/>
                </a:moveTo>
                <a:cubicBezTo>
                  <a:pt x="599869" y="48260"/>
                  <a:pt x="597008" y="49521"/>
                  <a:pt x="594621" y="52042"/>
                </a:cubicBezTo>
                <a:cubicBezTo>
                  <a:pt x="592234" y="54562"/>
                  <a:pt x="590665" y="59537"/>
                  <a:pt x="589912" y="66967"/>
                </a:cubicBezTo>
                <a:cubicBezTo>
                  <a:pt x="589160" y="74397"/>
                  <a:pt x="588784" y="84725"/>
                  <a:pt x="588784" y="97951"/>
                </a:cubicBezTo>
                <a:cubicBezTo>
                  <a:pt x="588784" y="104956"/>
                  <a:pt x="589242" y="111504"/>
                  <a:pt x="590158" y="117593"/>
                </a:cubicBezTo>
                <a:cubicBezTo>
                  <a:pt x="590877" y="122240"/>
                  <a:pt x="592414" y="125775"/>
                  <a:pt x="594768" y="128199"/>
                </a:cubicBezTo>
                <a:cubicBezTo>
                  <a:pt x="597122" y="130621"/>
                  <a:pt x="599803" y="131831"/>
                  <a:pt x="602811" y="131831"/>
                </a:cubicBezTo>
                <a:cubicBezTo>
                  <a:pt x="605754" y="131831"/>
                  <a:pt x="608206" y="131013"/>
                  <a:pt x="610168" y="129376"/>
                </a:cubicBezTo>
                <a:cubicBezTo>
                  <a:pt x="612718" y="127151"/>
                  <a:pt x="614418" y="124041"/>
                  <a:pt x="615268" y="120045"/>
                </a:cubicBezTo>
                <a:cubicBezTo>
                  <a:pt x="616576" y="113827"/>
                  <a:pt x="617230" y="101257"/>
                  <a:pt x="617230" y="82336"/>
                </a:cubicBezTo>
                <a:cubicBezTo>
                  <a:pt x="617230" y="71207"/>
                  <a:pt x="616609" y="63565"/>
                  <a:pt x="615367" y="59408"/>
                </a:cubicBezTo>
                <a:cubicBezTo>
                  <a:pt x="614124" y="55250"/>
                  <a:pt x="612293" y="52221"/>
                  <a:pt x="609874" y="50323"/>
                </a:cubicBezTo>
                <a:cubicBezTo>
                  <a:pt x="608173" y="48947"/>
                  <a:pt x="605950" y="48260"/>
                  <a:pt x="603204" y="48260"/>
                </a:cubicBezTo>
                <a:close/>
                <a:moveTo>
                  <a:pt x="697808" y="44140"/>
                </a:moveTo>
                <a:lnTo>
                  <a:pt x="697808" y="56107"/>
                </a:lnTo>
                <a:cubicBezTo>
                  <a:pt x="702516" y="50971"/>
                  <a:pt x="707028" y="47236"/>
                  <a:pt x="711344" y="44900"/>
                </a:cubicBezTo>
                <a:cubicBezTo>
                  <a:pt x="715660" y="42562"/>
                  <a:pt x="720303" y="41394"/>
                  <a:pt x="725273" y="41394"/>
                </a:cubicBezTo>
                <a:cubicBezTo>
                  <a:pt x="731224" y="41394"/>
                  <a:pt x="736161" y="43047"/>
                  <a:pt x="740084" y="46353"/>
                </a:cubicBezTo>
                <a:cubicBezTo>
                  <a:pt x="744008" y="49660"/>
                  <a:pt x="746624" y="53768"/>
                  <a:pt x="747931" y="58679"/>
                </a:cubicBezTo>
                <a:cubicBezTo>
                  <a:pt x="748978" y="62412"/>
                  <a:pt x="749501" y="69583"/>
                  <a:pt x="749501" y="80191"/>
                </a:cubicBezTo>
                <a:lnTo>
                  <a:pt x="749501" y="115941"/>
                </a:lnTo>
                <a:cubicBezTo>
                  <a:pt x="749501" y="123003"/>
                  <a:pt x="750138" y="127401"/>
                  <a:pt x="751414" y="129134"/>
                </a:cubicBezTo>
                <a:cubicBezTo>
                  <a:pt x="752689" y="130867"/>
                  <a:pt x="755353" y="131962"/>
                  <a:pt x="759408" y="132420"/>
                </a:cubicBezTo>
                <a:lnTo>
                  <a:pt x="759408" y="135951"/>
                </a:lnTo>
                <a:lnTo>
                  <a:pt x="713012" y="135951"/>
                </a:lnTo>
                <a:lnTo>
                  <a:pt x="713012" y="132420"/>
                </a:lnTo>
                <a:cubicBezTo>
                  <a:pt x="716478" y="131962"/>
                  <a:pt x="718962" y="130524"/>
                  <a:pt x="720466" y="128104"/>
                </a:cubicBezTo>
                <a:cubicBezTo>
                  <a:pt x="721513" y="126469"/>
                  <a:pt x="722036" y="122415"/>
                  <a:pt x="722036" y="115941"/>
                </a:cubicBezTo>
                <a:lnTo>
                  <a:pt x="722036" y="75136"/>
                </a:lnTo>
                <a:cubicBezTo>
                  <a:pt x="722036" y="67616"/>
                  <a:pt x="721742" y="62875"/>
                  <a:pt x="721153" y="60913"/>
                </a:cubicBezTo>
                <a:cubicBezTo>
                  <a:pt x="720565" y="58951"/>
                  <a:pt x="719567" y="57431"/>
                  <a:pt x="718161" y="56352"/>
                </a:cubicBezTo>
                <a:cubicBezTo>
                  <a:pt x="716755" y="55273"/>
                  <a:pt x="715202" y="54734"/>
                  <a:pt x="713502" y="54734"/>
                </a:cubicBezTo>
                <a:cubicBezTo>
                  <a:pt x="707878" y="54734"/>
                  <a:pt x="702647" y="58788"/>
                  <a:pt x="697808" y="66897"/>
                </a:cubicBezTo>
                <a:lnTo>
                  <a:pt x="697808" y="115941"/>
                </a:lnTo>
                <a:cubicBezTo>
                  <a:pt x="697808" y="122807"/>
                  <a:pt x="698446" y="127156"/>
                  <a:pt x="699721" y="128987"/>
                </a:cubicBezTo>
                <a:cubicBezTo>
                  <a:pt x="700996" y="130818"/>
                  <a:pt x="703366" y="131962"/>
                  <a:pt x="706832" y="132420"/>
                </a:cubicBezTo>
                <a:lnTo>
                  <a:pt x="706832" y="135951"/>
                </a:lnTo>
                <a:lnTo>
                  <a:pt x="660436" y="135951"/>
                </a:lnTo>
                <a:lnTo>
                  <a:pt x="660436" y="132420"/>
                </a:lnTo>
                <a:cubicBezTo>
                  <a:pt x="664294" y="132028"/>
                  <a:pt x="667041" y="130785"/>
                  <a:pt x="668676" y="128693"/>
                </a:cubicBezTo>
                <a:cubicBezTo>
                  <a:pt x="669787" y="127254"/>
                  <a:pt x="670343" y="123003"/>
                  <a:pt x="670343" y="115941"/>
                </a:cubicBezTo>
                <a:lnTo>
                  <a:pt x="670343" y="64150"/>
                </a:lnTo>
                <a:cubicBezTo>
                  <a:pt x="670343" y="57135"/>
                  <a:pt x="669705" y="52767"/>
                  <a:pt x="668430" y="51046"/>
                </a:cubicBezTo>
                <a:cubicBezTo>
                  <a:pt x="667155" y="49325"/>
                  <a:pt x="664490" y="48200"/>
                  <a:pt x="660436" y="47671"/>
                </a:cubicBezTo>
                <a:lnTo>
                  <a:pt x="660436" y="44140"/>
                </a:lnTo>
                <a:lnTo>
                  <a:pt x="697808" y="44140"/>
                </a:lnTo>
                <a:close/>
                <a:moveTo>
                  <a:pt x="822384" y="122415"/>
                </a:moveTo>
                <a:cubicBezTo>
                  <a:pt x="811202" y="132355"/>
                  <a:pt x="801164" y="137324"/>
                  <a:pt x="792271" y="137324"/>
                </a:cubicBezTo>
                <a:cubicBezTo>
                  <a:pt x="787039" y="137324"/>
                  <a:pt x="782690" y="135603"/>
                  <a:pt x="779225" y="132159"/>
                </a:cubicBezTo>
                <a:cubicBezTo>
                  <a:pt x="775759" y="128714"/>
                  <a:pt x="774026" y="124400"/>
                  <a:pt x="774026" y="119218"/>
                </a:cubicBezTo>
                <a:cubicBezTo>
                  <a:pt x="774026" y="112196"/>
                  <a:pt x="777034" y="105881"/>
                  <a:pt x="783050" y="100271"/>
                </a:cubicBezTo>
                <a:cubicBezTo>
                  <a:pt x="789066" y="94662"/>
                  <a:pt x="802177" y="87199"/>
                  <a:pt x="822384" y="77883"/>
                </a:cubicBezTo>
                <a:lnTo>
                  <a:pt x="822384" y="68662"/>
                </a:lnTo>
                <a:cubicBezTo>
                  <a:pt x="822384" y="61731"/>
                  <a:pt x="822008" y="57366"/>
                  <a:pt x="821256" y="55567"/>
                </a:cubicBezTo>
                <a:cubicBezTo>
                  <a:pt x="820504" y="53769"/>
                  <a:pt x="819081" y="52200"/>
                  <a:pt x="816989" y="50859"/>
                </a:cubicBezTo>
                <a:cubicBezTo>
                  <a:pt x="814896" y="49519"/>
                  <a:pt x="812542" y="48848"/>
                  <a:pt x="809927" y="48848"/>
                </a:cubicBezTo>
                <a:cubicBezTo>
                  <a:pt x="805676" y="48848"/>
                  <a:pt x="802177" y="49796"/>
                  <a:pt x="799431" y="51693"/>
                </a:cubicBezTo>
                <a:cubicBezTo>
                  <a:pt x="797731" y="52870"/>
                  <a:pt x="796881" y="54243"/>
                  <a:pt x="796881" y="55813"/>
                </a:cubicBezTo>
                <a:cubicBezTo>
                  <a:pt x="796881" y="57186"/>
                  <a:pt x="797796" y="58886"/>
                  <a:pt x="799627" y="60913"/>
                </a:cubicBezTo>
                <a:cubicBezTo>
                  <a:pt x="802112" y="63725"/>
                  <a:pt x="803355" y="66439"/>
                  <a:pt x="803355" y="69055"/>
                </a:cubicBezTo>
                <a:cubicBezTo>
                  <a:pt x="803355" y="72259"/>
                  <a:pt x="802161" y="74989"/>
                  <a:pt x="799774" y="77245"/>
                </a:cubicBezTo>
                <a:cubicBezTo>
                  <a:pt x="797387" y="79501"/>
                  <a:pt x="794265" y="80629"/>
                  <a:pt x="790407" y="80629"/>
                </a:cubicBezTo>
                <a:cubicBezTo>
                  <a:pt x="786287" y="80629"/>
                  <a:pt x="782838" y="79387"/>
                  <a:pt x="780058" y="76902"/>
                </a:cubicBezTo>
                <a:cubicBezTo>
                  <a:pt x="777279" y="74417"/>
                  <a:pt x="775890" y="71507"/>
                  <a:pt x="775890" y="68172"/>
                </a:cubicBezTo>
                <a:cubicBezTo>
                  <a:pt x="775890" y="63464"/>
                  <a:pt x="777753" y="58968"/>
                  <a:pt x="781481" y="54685"/>
                </a:cubicBezTo>
                <a:cubicBezTo>
                  <a:pt x="785208" y="50401"/>
                  <a:pt x="790407" y="47115"/>
                  <a:pt x="797077" y="44827"/>
                </a:cubicBezTo>
                <a:cubicBezTo>
                  <a:pt x="803747" y="42538"/>
                  <a:pt x="810679" y="41394"/>
                  <a:pt x="817872" y="41394"/>
                </a:cubicBezTo>
                <a:cubicBezTo>
                  <a:pt x="826569" y="41394"/>
                  <a:pt x="833451" y="43246"/>
                  <a:pt x="838519" y="46951"/>
                </a:cubicBezTo>
                <a:cubicBezTo>
                  <a:pt x="843587" y="50654"/>
                  <a:pt x="846873" y="54668"/>
                  <a:pt x="848377" y="58994"/>
                </a:cubicBezTo>
                <a:cubicBezTo>
                  <a:pt x="849293" y="61747"/>
                  <a:pt x="849751" y="68072"/>
                  <a:pt x="849751" y="77968"/>
                </a:cubicBezTo>
                <a:lnTo>
                  <a:pt x="849751" y="113657"/>
                </a:lnTo>
                <a:cubicBezTo>
                  <a:pt x="849751" y="117853"/>
                  <a:pt x="849914" y="120492"/>
                  <a:pt x="850241" y="121575"/>
                </a:cubicBezTo>
                <a:cubicBezTo>
                  <a:pt x="850568" y="122656"/>
                  <a:pt x="851058" y="123459"/>
                  <a:pt x="851712" y="123984"/>
                </a:cubicBezTo>
                <a:cubicBezTo>
                  <a:pt x="852366" y="124507"/>
                  <a:pt x="853118" y="124769"/>
                  <a:pt x="853968" y="124769"/>
                </a:cubicBezTo>
                <a:cubicBezTo>
                  <a:pt x="855669" y="124769"/>
                  <a:pt x="857402" y="123559"/>
                  <a:pt x="859167" y="121140"/>
                </a:cubicBezTo>
                <a:lnTo>
                  <a:pt x="862110" y="123494"/>
                </a:lnTo>
                <a:cubicBezTo>
                  <a:pt x="858840" y="128333"/>
                  <a:pt x="855456" y="131848"/>
                  <a:pt x="851958" y="134038"/>
                </a:cubicBezTo>
                <a:cubicBezTo>
                  <a:pt x="848459" y="136229"/>
                  <a:pt x="844486" y="137324"/>
                  <a:pt x="840040" y="137324"/>
                </a:cubicBezTo>
                <a:cubicBezTo>
                  <a:pt x="834808" y="137324"/>
                  <a:pt x="830721" y="136090"/>
                  <a:pt x="827779" y="133622"/>
                </a:cubicBezTo>
                <a:cubicBezTo>
                  <a:pt x="824836" y="131153"/>
                  <a:pt x="823038" y="127417"/>
                  <a:pt x="822384" y="122415"/>
                </a:cubicBezTo>
                <a:moveTo>
                  <a:pt x="822384" y="115156"/>
                </a:moveTo>
                <a:lnTo>
                  <a:pt x="822384" y="84473"/>
                </a:lnTo>
                <a:cubicBezTo>
                  <a:pt x="814471" y="89138"/>
                  <a:pt x="808586" y="94133"/>
                  <a:pt x="804728" y="99456"/>
                </a:cubicBezTo>
                <a:cubicBezTo>
                  <a:pt x="802177" y="103004"/>
                  <a:pt x="800902" y="106585"/>
                  <a:pt x="800902" y="110200"/>
                </a:cubicBezTo>
                <a:cubicBezTo>
                  <a:pt x="800902" y="113222"/>
                  <a:pt x="801981" y="115884"/>
                  <a:pt x="804139" y="118185"/>
                </a:cubicBezTo>
                <a:cubicBezTo>
                  <a:pt x="805774" y="119959"/>
                  <a:pt x="808063" y="120845"/>
                  <a:pt x="811005" y="120845"/>
                </a:cubicBezTo>
                <a:cubicBezTo>
                  <a:pt x="814275" y="120845"/>
                  <a:pt x="818068" y="118949"/>
                  <a:pt x="822384" y="115156"/>
                </a:cubicBezTo>
                <a:close/>
                <a:moveTo>
                  <a:pt x="908455" y="2943"/>
                </a:moveTo>
                <a:lnTo>
                  <a:pt x="908455" y="116922"/>
                </a:lnTo>
                <a:cubicBezTo>
                  <a:pt x="908455" y="123396"/>
                  <a:pt x="909207" y="127532"/>
                  <a:pt x="910711" y="129330"/>
                </a:cubicBezTo>
                <a:cubicBezTo>
                  <a:pt x="912215" y="131128"/>
                  <a:pt x="915158" y="132158"/>
                  <a:pt x="919539" y="132420"/>
                </a:cubicBezTo>
                <a:lnTo>
                  <a:pt x="919539" y="135951"/>
                </a:lnTo>
                <a:lnTo>
                  <a:pt x="870004" y="135951"/>
                </a:lnTo>
                <a:lnTo>
                  <a:pt x="870004" y="132420"/>
                </a:lnTo>
                <a:cubicBezTo>
                  <a:pt x="874058" y="132289"/>
                  <a:pt x="877066" y="131112"/>
                  <a:pt x="879028" y="128889"/>
                </a:cubicBezTo>
                <a:cubicBezTo>
                  <a:pt x="880336" y="127385"/>
                  <a:pt x="880990" y="123396"/>
                  <a:pt x="880990" y="116922"/>
                </a:cubicBezTo>
                <a:lnTo>
                  <a:pt x="880990" y="21972"/>
                </a:lnTo>
                <a:cubicBezTo>
                  <a:pt x="880990" y="15523"/>
                  <a:pt x="880238" y="11394"/>
                  <a:pt x="878734" y="9585"/>
                </a:cubicBezTo>
                <a:cubicBezTo>
                  <a:pt x="877230" y="7775"/>
                  <a:pt x="874320" y="6737"/>
                  <a:pt x="870004" y="6474"/>
                </a:cubicBezTo>
                <a:lnTo>
                  <a:pt x="870004" y="2943"/>
                </a:lnTo>
                <a:lnTo>
                  <a:pt x="908455" y="2943"/>
                </a:lnTo>
                <a:close/>
                <a:moveTo>
                  <a:pt x="950410" y="0"/>
                </a:moveTo>
                <a:cubicBezTo>
                  <a:pt x="954661" y="0"/>
                  <a:pt x="958257" y="1493"/>
                  <a:pt x="961200" y="4478"/>
                </a:cubicBezTo>
                <a:cubicBezTo>
                  <a:pt x="964143" y="7462"/>
                  <a:pt x="965614" y="11053"/>
                  <a:pt x="965614" y="15253"/>
                </a:cubicBezTo>
                <a:cubicBezTo>
                  <a:pt x="965614" y="19452"/>
                  <a:pt x="964126" y="23028"/>
                  <a:pt x="961151" y="25981"/>
                </a:cubicBezTo>
                <a:cubicBezTo>
                  <a:pt x="958176" y="28932"/>
                  <a:pt x="954595" y="30408"/>
                  <a:pt x="950410" y="30408"/>
                </a:cubicBezTo>
                <a:cubicBezTo>
                  <a:pt x="946225" y="30408"/>
                  <a:pt x="942661" y="28932"/>
                  <a:pt x="939719" y="25981"/>
                </a:cubicBezTo>
                <a:cubicBezTo>
                  <a:pt x="936776" y="23028"/>
                  <a:pt x="935305" y="19452"/>
                  <a:pt x="935305" y="15253"/>
                </a:cubicBezTo>
                <a:cubicBezTo>
                  <a:pt x="935305" y="11053"/>
                  <a:pt x="936776" y="7462"/>
                  <a:pt x="939719" y="4478"/>
                </a:cubicBezTo>
                <a:cubicBezTo>
                  <a:pt x="942661" y="1493"/>
                  <a:pt x="946225" y="0"/>
                  <a:pt x="950410" y="0"/>
                </a:cubicBezTo>
                <a:moveTo>
                  <a:pt x="964143" y="44140"/>
                </a:moveTo>
                <a:lnTo>
                  <a:pt x="964143" y="116922"/>
                </a:lnTo>
                <a:cubicBezTo>
                  <a:pt x="964143" y="123396"/>
                  <a:pt x="964895" y="127532"/>
                  <a:pt x="966399" y="129330"/>
                </a:cubicBezTo>
                <a:cubicBezTo>
                  <a:pt x="967903" y="131128"/>
                  <a:pt x="970846" y="132158"/>
                  <a:pt x="975227" y="132420"/>
                </a:cubicBezTo>
                <a:lnTo>
                  <a:pt x="975227" y="135951"/>
                </a:lnTo>
                <a:lnTo>
                  <a:pt x="925692" y="135951"/>
                </a:lnTo>
                <a:lnTo>
                  <a:pt x="925692" y="132420"/>
                </a:lnTo>
                <a:cubicBezTo>
                  <a:pt x="929746" y="132289"/>
                  <a:pt x="932754" y="131112"/>
                  <a:pt x="934716" y="128889"/>
                </a:cubicBezTo>
                <a:cubicBezTo>
                  <a:pt x="936024" y="127385"/>
                  <a:pt x="936678" y="123396"/>
                  <a:pt x="936678" y="116922"/>
                </a:cubicBezTo>
                <a:lnTo>
                  <a:pt x="936678" y="63365"/>
                </a:lnTo>
                <a:cubicBezTo>
                  <a:pt x="936678" y="56810"/>
                  <a:pt x="935926" y="52622"/>
                  <a:pt x="934422" y="50801"/>
                </a:cubicBezTo>
                <a:cubicBezTo>
                  <a:pt x="932918" y="48980"/>
                  <a:pt x="930008" y="47937"/>
                  <a:pt x="925692" y="47671"/>
                </a:cubicBezTo>
                <a:lnTo>
                  <a:pt x="925692" y="44140"/>
                </a:lnTo>
                <a:lnTo>
                  <a:pt x="964143" y="44140"/>
                </a:lnTo>
                <a:close/>
                <a:moveTo>
                  <a:pt x="1020517" y="10397"/>
                </a:moveTo>
                <a:lnTo>
                  <a:pt x="1020517" y="44140"/>
                </a:lnTo>
                <a:lnTo>
                  <a:pt x="1042293" y="44140"/>
                </a:lnTo>
                <a:lnTo>
                  <a:pt x="1042293" y="53753"/>
                </a:lnTo>
                <a:lnTo>
                  <a:pt x="1020517" y="53753"/>
                </a:lnTo>
                <a:lnTo>
                  <a:pt x="1020517" y="110503"/>
                </a:lnTo>
                <a:cubicBezTo>
                  <a:pt x="1020517" y="115814"/>
                  <a:pt x="1020762" y="119240"/>
                  <a:pt x="1021253" y="120781"/>
                </a:cubicBezTo>
                <a:cubicBezTo>
                  <a:pt x="1021743" y="122322"/>
                  <a:pt x="1022609" y="123568"/>
                  <a:pt x="1023852" y="124521"/>
                </a:cubicBezTo>
                <a:cubicBezTo>
                  <a:pt x="1025094" y="125471"/>
                  <a:pt x="1026239" y="125946"/>
                  <a:pt x="1027285" y="125946"/>
                </a:cubicBezTo>
                <a:cubicBezTo>
                  <a:pt x="1031536" y="125946"/>
                  <a:pt x="1035557" y="122676"/>
                  <a:pt x="1039350" y="116137"/>
                </a:cubicBezTo>
                <a:lnTo>
                  <a:pt x="1042293" y="118317"/>
                </a:lnTo>
                <a:cubicBezTo>
                  <a:pt x="1036996" y="130988"/>
                  <a:pt x="1028397" y="137324"/>
                  <a:pt x="1016495" y="137324"/>
                </a:cubicBezTo>
                <a:cubicBezTo>
                  <a:pt x="1010675" y="137324"/>
                  <a:pt x="1005755" y="135701"/>
                  <a:pt x="1001733" y="132454"/>
                </a:cubicBezTo>
                <a:cubicBezTo>
                  <a:pt x="997711" y="129205"/>
                  <a:pt x="995145" y="125578"/>
                  <a:pt x="994033" y="121575"/>
                </a:cubicBezTo>
                <a:cubicBezTo>
                  <a:pt x="993379" y="119344"/>
                  <a:pt x="993052" y="113306"/>
                  <a:pt x="993052" y="103462"/>
                </a:cubicBezTo>
                <a:lnTo>
                  <a:pt x="993052" y="53753"/>
                </a:lnTo>
                <a:lnTo>
                  <a:pt x="981085" y="53753"/>
                </a:lnTo>
                <a:lnTo>
                  <a:pt x="981085" y="50310"/>
                </a:lnTo>
                <a:cubicBezTo>
                  <a:pt x="989325" y="44478"/>
                  <a:pt x="996338" y="38351"/>
                  <a:pt x="1002125" y="31928"/>
                </a:cubicBezTo>
                <a:cubicBezTo>
                  <a:pt x="1007912" y="25505"/>
                  <a:pt x="1012964" y="18328"/>
                  <a:pt x="1017280" y="10397"/>
                </a:cubicBezTo>
                <a:lnTo>
                  <a:pt x="1020517" y="10397"/>
                </a:lnTo>
                <a:close/>
                <a:moveTo>
                  <a:pt x="1092639" y="139767"/>
                </a:moveTo>
                <a:lnTo>
                  <a:pt x="1063017" y="71632"/>
                </a:lnTo>
                <a:cubicBezTo>
                  <a:pt x="1058570" y="61313"/>
                  <a:pt x="1055284" y="54970"/>
                  <a:pt x="1053159" y="52603"/>
                </a:cubicBezTo>
                <a:cubicBezTo>
                  <a:pt x="1051033" y="50235"/>
                  <a:pt x="1048467" y="48591"/>
                  <a:pt x="1045459" y="47671"/>
                </a:cubicBezTo>
                <a:lnTo>
                  <a:pt x="1045459" y="44140"/>
                </a:lnTo>
                <a:lnTo>
                  <a:pt x="1094209" y="44140"/>
                </a:lnTo>
                <a:lnTo>
                  <a:pt x="1094209" y="47671"/>
                </a:lnTo>
                <a:cubicBezTo>
                  <a:pt x="1091005" y="47802"/>
                  <a:pt x="1088749" y="48426"/>
                  <a:pt x="1087441" y="49544"/>
                </a:cubicBezTo>
                <a:cubicBezTo>
                  <a:pt x="1086133" y="50660"/>
                  <a:pt x="1085479" y="52007"/>
                  <a:pt x="1085479" y="53584"/>
                </a:cubicBezTo>
                <a:cubicBezTo>
                  <a:pt x="1085479" y="56079"/>
                  <a:pt x="1087114" y="61006"/>
                  <a:pt x="1090383" y="68365"/>
                </a:cubicBezTo>
                <a:lnTo>
                  <a:pt x="1106078" y="104434"/>
                </a:lnTo>
                <a:lnTo>
                  <a:pt x="1116769" y="76561"/>
                </a:lnTo>
                <a:cubicBezTo>
                  <a:pt x="1120628" y="66636"/>
                  <a:pt x="1122557" y="59734"/>
                  <a:pt x="1122557" y="55855"/>
                </a:cubicBezTo>
                <a:cubicBezTo>
                  <a:pt x="1122557" y="53424"/>
                  <a:pt x="1121756" y="51484"/>
                  <a:pt x="1120153" y="50038"/>
                </a:cubicBezTo>
                <a:cubicBezTo>
                  <a:pt x="1118551" y="48591"/>
                  <a:pt x="1115723" y="47802"/>
                  <a:pt x="1111669" y="47671"/>
                </a:cubicBezTo>
                <a:lnTo>
                  <a:pt x="1111669" y="44140"/>
                </a:lnTo>
                <a:lnTo>
                  <a:pt x="1142371" y="44140"/>
                </a:lnTo>
                <a:lnTo>
                  <a:pt x="1142371" y="47671"/>
                </a:lnTo>
                <a:cubicBezTo>
                  <a:pt x="1139362" y="48000"/>
                  <a:pt x="1136910" y="49167"/>
                  <a:pt x="1135014" y="51172"/>
                </a:cubicBezTo>
                <a:cubicBezTo>
                  <a:pt x="1133117" y="53176"/>
                  <a:pt x="1129946" y="59997"/>
                  <a:pt x="1125499" y="71632"/>
                </a:cubicBezTo>
                <a:lnTo>
                  <a:pt x="1099310" y="139679"/>
                </a:lnTo>
                <a:cubicBezTo>
                  <a:pt x="1092705" y="156681"/>
                  <a:pt x="1087800" y="167143"/>
                  <a:pt x="1084596" y="171067"/>
                </a:cubicBezTo>
                <a:cubicBezTo>
                  <a:pt x="1080084" y="176560"/>
                  <a:pt x="1074428" y="179306"/>
                  <a:pt x="1067627" y="179306"/>
                </a:cubicBezTo>
                <a:cubicBezTo>
                  <a:pt x="1062199" y="179306"/>
                  <a:pt x="1057802" y="177753"/>
                  <a:pt x="1054434" y="174647"/>
                </a:cubicBezTo>
                <a:cubicBezTo>
                  <a:pt x="1051066" y="171541"/>
                  <a:pt x="1049382" y="167797"/>
                  <a:pt x="1049382" y="163416"/>
                </a:cubicBezTo>
                <a:cubicBezTo>
                  <a:pt x="1049382" y="159623"/>
                  <a:pt x="1050543" y="156484"/>
                  <a:pt x="1052864" y="154000"/>
                </a:cubicBezTo>
                <a:cubicBezTo>
                  <a:pt x="1055186" y="151515"/>
                  <a:pt x="1058047" y="150272"/>
                  <a:pt x="1061447" y="150272"/>
                </a:cubicBezTo>
                <a:cubicBezTo>
                  <a:pt x="1064717" y="150272"/>
                  <a:pt x="1067349" y="151312"/>
                  <a:pt x="1069343" y="153393"/>
                </a:cubicBezTo>
                <a:cubicBezTo>
                  <a:pt x="1071338" y="155475"/>
                  <a:pt x="1072368" y="158696"/>
                  <a:pt x="1072433" y="163054"/>
                </a:cubicBezTo>
                <a:cubicBezTo>
                  <a:pt x="1072499" y="165527"/>
                  <a:pt x="1072793" y="167121"/>
                  <a:pt x="1073316" y="167836"/>
                </a:cubicBezTo>
                <a:cubicBezTo>
                  <a:pt x="1073839" y="168551"/>
                  <a:pt x="1074591" y="168909"/>
                  <a:pt x="1075572" y="168909"/>
                </a:cubicBezTo>
                <a:cubicBezTo>
                  <a:pt x="1077141" y="168909"/>
                  <a:pt x="1078809" y="167965"/>
                  <a:pt x="1080575" y="166077"/>
                </a:cubicBezTo>
                <a:cubicBezTo>
                  <a:pt x="1083190" y="163343"/>
                  <a:pt x="1086264" y="157093"/>
                  <a:pt x="1089795" y="147329"/>
                </a:cubicBezTo>
                <a:lnTo>
                  <a:pt x="1092639" y="1397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ab911b0634bc1"/>
          <a:stretch xmlns:a="http://schemas.openxmlformats.org/drawingml/2006/main"/>
        </p:blipFill>
        <p:spPr>
          <a:xfrm xmlns:a="http://schemas.openxmlformats.org/drawingml/2006/main">
            <a:off x="12255720" y="329377"/>
            <a:ext cx="1509784" cy="643463"/>
          </a:xfrm>
          <a:prstGeom xmlns:a="http://schemas.openxmlformats.org/drawingml/2006/main" prst="rect">
            <a:avLst/>
          </a:prstGeom>
        </p:spPr>
      </p:pic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7a3283a754895"/>
          <a:stretch xmlns:a="http://schemas.openxmlformats.org/drawingml/2006/main"/>
        </p:blipFill>
        <p:spPr>
          <a:xfrm xmlns:a="http://schemas.openxmlformats.org/drawingml/2006/main">
            <a:off x="12434634" y="291711"/>
            <a:ext cx="1155094" cy="781572"/>
          </a:xfrm>
          <a:prstGeom xmlns:a="http://schemas.openxmlformats.org/drawingml/2006/main" prst="rect">
            <a:avLst/>
          </a:prstGeom>
        </p:spPr>
      </p:pic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0C5D7C-6DA4-494B-B9D1-74EAA92B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5799" y="358673"/>
            <a:ext cx="1390509" cy="524186"/>
          </a:xfrm>
          <a:custGeom xmlns:a="http://schemas.openxmlformats.org/drawingml/2006/main">
            <a:pathLst>
              <a:path w="1390509" h="524186">
                <a:moveTo>
                  <a:pt x="0" y="87366"/>
                </a:moveTo>
                <a:cubicBezTo>
                  <a:pt x="0" y="39115"/>
                  <a:pt x="39115" y="0"/>
                  <a:pt x="87366" y="0"/>
                </a:cubicBezTo>
                <a:lnTo>
                  <a:pt x="1303142" y="0"/>
                </a:lnTo>
                <a:cubicBezTo>
                  <a:pt x="1351394" y="0"/>
                  <a:pt x="1390509" y="39115"/>
                  <a:pt x="1390509" y="87366"/>
                </a:cubicBezTo>
                <a:lnTo>
                  <a:pt x="1390509" y="436821"/>
                </a:lnTo>
                <a:cubicBezTo>
                  <a:pt x="1390509" y="485071"/>
                  <a:pt x="1351394" y="524186"/>
                  <a:pt x="1303142" y="524186"/>
                </a:cubicBezTo>
                <a:lnTo>
                  <a:pt x="87366" y="524186"/>
                </a:lnTo>
                <a:cubicBezTo>
                  <a:pt x="39115" y="524186"/>
                  <a:pt x="0" y="485071"/>
                  <a:pt x="0" y="436821"/>
                </a:cubicBezTo>
                <a:lnTo>
                  <a:pt x="0" y="87366"/>
                </a:lnTo>
                <a:close/>
              </a:path>
            </a:pathLst>
          </a:custGeom>
          <a:solidFill xmlns:a="http://schemas.openxmlformats.org/drawingml/2006/main">
            <a:srgbClr val="FFFC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Other">
            <a:extLst xmlns:a="http://schemas.openxmlformats.org/drawingml/2006/main">
              <a:ext uri="{FF2B5EF4-FFF2-40B4-BE49-F238E27FC236}">
                <a16:creationId xmlns:a16="http://schemas.microsoft.com/office/drawing/2014/main" id="{E33BF2FB-2DDF-4EFB-9DAA-7B6C9FF0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380" y="438451"/>
            <a:ext cx="502587" cy="138698"/>
          </a:xfrm>
          <a:custGeom xmlns:a="http://schemas.openxmlformats.org/drawingml/2006/main">
            <a:pathLst>
              <a:path w="502587" h="138698">
                <a:moveTo>
                  <a:pt x="69741" y="785"/>
                </a:moveTo>
                <a:cubicBezTo>
                  <a:pt x="90928" y="0"/>
                  <a:pt x="108143" y="6180"/>
                  <a:pt x="121385" y="19324"/>
                </a:cubicBezTo>
                <a:cubicBezTo>
                  <a:pt x="134627" y="32467"/>
                  <a:pt x="141248" y="48914"/>
                  <a:pt x="141248" y="68662"/>
                </a:cubicBezTo>
                <a:cubicBezTo>
                  <a:pt x="141248" y="85534"/>
                  <a:pt x="136311" y="100378"/>
                  <a:pt x="126437" y="113195"/>
                </a:cubicBezTo>
                <a:cubicBezTo>
                  <a:pt x="113358" y="130197"/>
                  <a:pt x="94885" y="138698"/>
                  <a:pt x="71016" y="138698"/>
                </a:cubicBezTo>
                <a:cubicBezTo>
                  <a:pt x="47083" y="138698"/>
                  <a:pt x="28577" y="130589"/>
                  <a:pt x="15498" y="114372"/>
                </a:cubicBezTo>
                <a:cubicBezTo>
                  <a:pt x="5166" y="101555"/>
                  <a:pt x="0" y="86351"/>
                  <a:pt x="0" y="68760"/>
                </a:cubicBezTo>
                <a:cubicBezTo>
                  <a:pt x="0" y="49012"/>
                  <a:pt x="6719" y="32549"/>
                  <a:pt x="20157" y="19373"/>
                </a:cubicBezTo>
                <a:cubicBezTo>
                  <a:pt x="33595" y="6196"/>
                  <a:pt x="50123" y="0"/>
                  <a:pt x="69741" y="785"/>
                </a:cubicBezTo>
                <a:moveTo>
                  <a:pt x="70918" y="7062"/>
                </a:moveTo>
                <a:cubicBezTo>
                  <a:pt x="58755" y="7062"/>
                  <a:pt x="49502" y="13270"/>
                  <a:pt x="43159" y="25684"/>
                </a:cubicBezTo>
                <a:cubicBezTo>
                  <a:pt x="37993" y="35877"/>
                  <a:pt x="35410" y="50514"/>
                  <a:pt x="35410" y="69594"/>
                </a:cubicBezTo>
                <a:cubicBezTo>
                  <a:pt x="35410" y="92267"/>
                  <a:pt x="39399" y="109027"/>
                  <a:pt x="47377" y="119874"/>
                </a:cubicBezTo>
                <a:cubicBezTo>
                  <a:pt x="52935" y="127453"/>
                  <a:pt x="60717" y="131243"/>
                  <a:pt x="70722" y="131243"/>
                </a:cubicBezTo>
                <a:cubicBezTo>
                  <a:pt x="77458" y="131243"/>
                  <a:pt x="83081" y="129609"/>
                  <a:pt x="87593" y="126342"/>
                </a:cubicBezTo>
                <a:cubicBezTo>
                  <a:pt x="93348" y="122161"/>
                  <a:pt x="97827" y="115480"/>
                  <a:pt x="101032" y="106301"/>
                </a:cubicBezTo>
                <a:cubicBezTo>
                  <a:pt x="104236" y="97119"/>
                  <a:pt x="105838" y="85145"/>
                  <a:pt x="105838" y="70379"/>
                </a:cubicBezTo>
                <a:cubicBezTo>
                  <a:pt x="105838" y="52800"/>
                  <a:pt x="104203" y="39650"/>
                  <a:pt x="100933" y="30929"/>
                </a:cubicBezTo>
                <a:cubicBezTo>
                  <a:pt x="97664" y="22205"/>
                  <a:pt x="93495" y="16047"/>
                  <a:pt x="88427" y="12454"/>
                </a:cubicBezTo>
                <a:cubicBezTo>
                  <a:pt x="83359" y="8860"/>
                  <a:pt x="77523" y="7062"/>
                  <a:pt x="70918" y="7062"/>
                </a:cubicBezTo>
                <a:close/>
                <a:moveTo>
                  <a:pt x="191762" y="10201"/>
                </a:moveTo>
                <a:lnTo>
                  <a:pt x="191762" y="43944"/>
                </a:lnTo>
                <a:lnTo>
                  <a:pt x="213538" y="43944"/>
                </a:lnTo>
                <a:lnTo>
                  <a:pt x="213538" y="53557"/>
                </a:lnTo>
                <a:lnTo>
                  <a:pt x="191762" y="53557"/>
                </a:lnTo>
                <a:lnTo>
                  <a:pt x="191762" y="110307"/>
                </a:lnTo>
                <a:cubicBezTo>
                  <a:pt x="191762" y="115618"/>
                  <a:pt x="192007" y="119044"/>
                  <a:pt x="192498" y="120585"/>
                </a:cubicBezTo>
                <a:cubicBezTo>
                  <a:pt x="192988" y="122126"/>
                  <a:pt x="193855" y="123372"/>
                  <a:pt x="195097" y="124325"/>
                </a:cubicBezTo>
                <a:cubicBezTo>
                  <a:pt x="196340" y="125275"/>
                  <a:pt x="197484" y="125750"/>
                  <a:pt x="198530" y="125750"/>
                </a:cubicBezTo>
                <a:cubicBezTo>
                  <a:pt x="202781" y="125750"/>
                  <a:pt x="206802" y="122480"/>
                  <a:pt x="210595" y="115941"/>
                </a:cubicBezTo>
                <a:lnTo>
                  <a:pt x="213538" y="118120"/>
                </a:lnTo>
                <a:cubicBezTo>
                  <a:pt x="208241" y="130792"/>
                  <a:pt x="199642" y="137128"/>
                  <a:pt x="187740" y="137128"/>
                </a:cubicBezTo>
                <a:cubicBezTo>
                  <a:pt x="181921" y="137128"/>
                  <a:pt x="177000" y="135505"/>
                  <a:pt x="172978" y="132258"/>
                </a:cubicBezTo>
                <a:cubicBezTo>
                  <a:pt x="168956" y="129008"/>
                  <a:pt x="166390" y="125382"/>
                  <a:pt x="165278" y="121379"/>
                </a:cubicBezTo>
                <a:cubicBezTo>
                  <a:pt x="164624" y="119147"/>
                  <a:pt x="164297" y="113110"/>
                  <a:pt x="164297" y="103266"/>
                </a:cubicBezTo>
                <a:lnTo>
                  <a:pt x="164297" y="53557"/>
                </a:lnTo>
                <a:lnTo>
                  <a:pt x="152330" y="53557"/>
                </a:lnTo>
                <a:lnTo>
                  <a:pt x="152330" y="50114"/>
                </a:lnTo>
                <a:cubicBezTo>
                  <a:pt x="160570" y="44282"/>
                  <a:pt x="167583" y="38155"/>
                  <a:pt x="173370" y="31732"/>
                </a:cubicBezTo>
                <a:cubicBezTo>
                  <a:pt x="179158" y="25309"/>
                  <a:pt x="184209" y="18132"/>
                  <a:pt x="188525" y="10201"/>
                </a:cubicBezTo>
                <a:lnTo>
                  <a:pt x="191762" y="10201"/>
                </a:lnTo>
                <a:close/>
                <a:moveTo>
                  <a:pt x="259293" y="2746"/>
                </a:moveTo>
                <a:lnTo>
                  <a:pt x="259293" y="55813"/>
                </a:lnTo>
                <a:cubicBezTo>
                  <a:pt x="264329" y="50479"/>
                  <a:pt x="268939" y="46710"/>
                  <a:pt x="273124" y="44505"/>
                </a:cubicBezTo>
                <a:cubicBezTo>
                  <a:pt x="277309" y="42300"/>
                  <a:pt x="281658" y="41197"/>
                  <a:pt x="286170" y="41197"/>
                </a:cubicBezTo>
                <a:cubicBezTo>
                  <a:pt x="291924" y="41197"/>
                  <a:pt x="296845" y="42832"/>
                  <a:pt x="300932" y="46102"/>
                </a:cubicBezTo>
                <a:cubicBezTo>
                  <a:pt x="305019" y="49371"/>
                  <a:pt x="307733" y="53213"/>
                  <a:pt x="309074" y="57627"/>
                </a:cubicBezTo>
                <a:cubicBezTo>
                  <a:pt x="310414" y="62041"/>
                  <a:pt x="311084" y="69480"/>
                  <a:pt x="311084" y="79942"/>
                </a:cubicBezTo>
                <a:lnTo>
                  <a:pt x="311084" y="115745"/>
                </a:lnTo>
                <a:cubicBezTo>
                  <a:pt x="311084" y="122785"/>
                  <a:pt x="311738" y="127176"/>
                  <a:pt x="313046" y="128919"/>
                </a:cubicBezTo>
                <a:cubicBezTo>
                  <a:pt x="314354" y="130663"/>
                  <a:pt x="317002" y="131764"/>
                  <a:pt x="320991" y="132224"/>
                </a:cubicBezTo>
                <a:lnTo>
                  <a:pt x="320991" y="135755"/>
                </a:lnTo>
                <a:lnTo>
                  <a:pt x="274497" y="135755"/>
                </a:lnTo>
                <a:lnTo>
                  <a:pt x="274497" y="132224"/>
                </a:lnTo>
                <a:cubicBezTo>
                  <a:pt x="277767" y="131764"/>
                  <a:pt x="280219" y="130448"/>
                  <a:pt x="281854" y="128276"/>
                </a:cubicBezTo>
                <a:cubicBezTo>
                  <a:pt x="283031" y="126565"/>
                  <a:pt x="283619" y="122388"/>
                  <a:pt x="283619" y="115745"/>
                </a:cubicBezTo>
                <a:lnTo>
                  <a:pt x="283619" y="74906"/>
                </a:lnTo>
                <a:cubicBezTo>
                  <a:pt x="283619" y="67333"/>
                  <a:pt x="283325" y="62584"/>
                  <a:pt x="282737" y="60659"/>
                </a:cubicBezTo>
                <a:cubicBezTo>
                  <a:pt x="282148" y="58732"/>
                  <a:pt x="281151" y="57230"/>
                  <a:pt x="279745" y="56153"/>
                </a:cubicBezTo>
                <a:cubicBezTo>
                  <a:pt x="278339" y="55076"/>
                  <a:pt x="276753" y="54537"/>
                  <a:pt x="274988" y="54537"/>
                </a:cubicBezTo>
                <a:cubicBezTo>
                  <a:pt x="272372" y="54537"/>
                  <a:pt x="269822" y="55437"/>
                  <a:pt x="267337" y="57235"/>
                </a:cubicBezTo>
                <a:cubicBezTo>
                  <a:pt x="264852" y="59033"/>
                  <a:pt x="262171" y="62188"/>
                  <a:pt x="259293" y="66700"/>
                </a:cubicBezTo>
                <a:lnTo>
                  <a:pt x="259293" y="115745"/>
                </a:lnTo>
                <a:cubicBezTo>
                  <a:pt x="259293" y="122323"/>
                  <a:pt x="259784" y="126435"/>
                  <a:pt x="260765" y="128080"/>
                </a:cubicBezTo>
                <a:cubicBezTo>
                  <a:pt x="262007" y="130315"/>
                  <a:pt x="264558" y="131697"/>
                  <a:pt x="268416" y="132224"/>
                </a:cubicBezTo>
                <a:lnTo>
                  <a:pt x="268416" y="135755"/>
                </a:lnTo>
                <a:lnTo>
                  <a:pt x="221922" y="135755"/>
                </a:lnTo>
                <a:lnTo>
                  <a:pt x="221922" y="132224"/>
                </a:lnTo>
                <a:cubicBezTo>
                  <a:pt x="225780" y="131829"/>
                  <a:pt x="228526" y="130580"/>
                  <a:pt x="230161" y="128475"/>
                </a:cubicBezTo>
                <a:cubicBezTo>
                  <a:pt x="231273" y="127028"/>
                  <a:pt x="231829" y="122785"/>
                  <a:pt x="231829" y="115745"/>
                </a:cubicBezTo>
                <a:lnTo>
                  <a:pt x="231829" y="22757"/>
                </a:lnTo>
                <a:cubicBezTo>
                  <a:pt x="231829" y="15741"/>
                  <a:pt x="231191" y="11373"/>
                  <a:pt x="229916" y="9653"/>
                </a:cubicBezTo>
                <a:cubicBezTo>
                  <a:pt x="228641" y="7932"/>
                  <a:pt x="225976" y="6807"/>
                  <a:pt x="221922" y="6278"/>
                </a:cubicBezTo>
                <a:lnTo>
                  <a:pt x="221922" y="2746"/>
                </a:lnTo>
                <a:lnTo>
                  <a:pt x="259293" y="2746"/>
                </a:lnTo>
                <a:close/>
                <a:moveTo>
                  <a:pt x="410962" y="86514"/>
                </a:moveTo>
                <a:lnTo>
                  <a:pt x="360643" y="86514"/>
                </a:lnTo>
                <a:cubicBezTo>
                  <a:pt x="361231" y="98710"/>
                  <a:pt x="364468" y="108348"/>
                  <a:pt x="370354" y="115429"/>
                </a:cubicBezTo>
                <a:cubicBezTo>
                  <a:pt x="374866" y="120871"/>
                  <a:pt x="380293" y="123592"/>
                  <a:pt x="386636" y="123592"/>
                </a:cubicBezTo>
                <a:cubicBezTo>
                  <a:pt x="390560" y="123592"/>
                  <a:pt x="394124" y="122497"/>
                  <a:pt x="397328" y="120306"/>
                </a:cubicBezTo>
                <a:cubicBezTo>
                  <a:pt x="400532" y="118115"/>
                  <a:pt x="403965" y="114175"/>
                  <a:pt x="407627" y="108486"/>
                </a:cubicBezTo>
                <a:lnTo>
                  <a:pt x="410962" y="110644"/>
                </a:lnTo>
                <a:cubicBezTo>
                  <a:pt x="405993" y="120780"/>
                  <a:pt x="400500" y="127957"/>
                  <a:pt x="394483" y="132175"/>
                </a:cubicBezTo>
                <a:cubicBezTo>
                  <a:pt x="388467" y="136393"/>
                  <a:pt x="381503" y="138501"/>
                  <a:pt x="373590" y="138501"/>
                </a:cubicBezTo>
                <a:cubicBezTo>
                  <a:pt x="359989" y="138501"/>
                  <a:pt x="349689" y="133265"/>
                  <a:pt x="342692" y="122792"/>
                </a:cubicBezTo>
                <a:cubicBezTo>
                  <a:pt x="337069" y="114348"/>
                  <a:pt x="334257" y="103875"/>
                  <a:pt x="334257" y="91373"/>
                </a:cubicBezTo>
                <a:cubicBezTo>
                  <a:pt x="334257" y="76055"/>
                  <a:pt x="338393" y="63863"/>
                  <a:pt x="346665" y="54798"/>
                </a:cubicBezTo>
                <a:cubicBezTo>
                  <a:pt x="354937" y="45731"/>
                  <a:pt x="364632" y="41197"/>
                  <a:pt x="375748" y="41197"/>
                </a:cubicBezTo>
                <a:cubicBezTo>
                  <a:pt x="385034" y="41197"/>
                  <a:pt x="393094" y="45006"/>
                  <a:pt x="399927" y="52625"/>
                </a:cubicBezTo>
                <a:cubicBezTo>
                  <a:pt x="406761" y="60243"/>
                  <a:pt x="410439" y="71539"/>
                  <a:pt x="410962" y="86514"/>
                </a:cubicBezTo>
                <a:moveTo>
                  <a:pt x="386832" y="80041"/>
                </a:moveTo>
                <a:cubicBezTo>
                  <a:pt x="386832" y="69512"/>
                  <a:pt x="386260" y="62286"/>
                  <a:pt x="385116" y="58363"/>
                </a:cubicBezTo>
                <a:cubicBezTo>
                  <a:pt x="383972" y="54439"/>
                  <a:pt x="382190" y="51464"/>
                  <a:pt x="379770" y="49437"/>
                </a:cubicBezTo>
                <a:cubicBezTo>
                  <a:pt x="378397" y="48260"/>
                  <a:pt x="376566" y="47671"/>
                  <a:pt x="374277" y="47671"/>
                </a:cubicBezTo>
                <a:cubicBezTo>
                  <a:pt x="370877" y="47671"/>
                  <a:pt x="368098" y="49339"/>
                  <a:pt x="365940" y="52674"/>
                </a:cubicBezTo>
                <a:cubicBezTo>
                  <a:pt x="362081" y="58494"/>
                  <a:pt x="360152" y="66472"/>
                  <a:pt x="360152" y="76607"/>
                </a:cubicBezTo>
                <a:lnTo>
                  <a:pt x="360152" y="80041"/>
                </a:lnTo>
                <a:lnTo>
                  <a:pt x="386832" y="80041"/>
                </a:lnTo>
                <a:close/>
                <a:moveTo>
                  <a:pt x="461291" y="43944"/>
                </a:moveTo>
                <a:lnTo>
                  <a:pt x="461291" y="64739"/>
                </a:lnTo>
                <a:cubicBezTo>
                  <a:pt x="467373" y="55257"/>
                  <a:pt x="472702" y="48963"/>
                  <a:pt x="477280" y="45857"/>
                </a:cubicBezTo>
                <a:cubicBezTo>
                  <a:pt x="481857" y="42750"/>
                  <a:pt x="486271" y="41197"/>
                  <a:pt x="490522" y="41197"/>
                </a:cubicBezTo>
                <a:cubicBezTo>
                  <a:pt x="494184" y="41197"/>
                  <a:pt x="497110" y="42329"/>
                  <a:pt x="499301" y="44594"/>
                </a:cubicBezTo>
                <a:cubicBezTo>
                  <a:pt x="501491" y="46858"/>
                  <a:pt x="502587" y="50057"/>
                  <a:pt x="502587" y="54191"/>
                </a:cubicBezTo>
                <a:cubicBezTo>
                  <a:pt x="502587" y="58589"/>
                  <a:pt x="501524" y="62002"/>
                  <a:pt x="499399" y="64432"/>
                </a:cubicBezTo>
                <a:cubicBezTo>
                  <a:pt x="497274" y="66860"/>
                  <a:pt x="494707" y="68074"/>
                  <a:pt x="491699" y="68074"/>
                </a:cubicBezTo>
                <a:cubicBezTo>
                  <a:pt x="488233" y="68074"/>
                  <a:pt x="485225" y="66962"/>
                  <a:pt x="482675" y="64739"/>
                </a:cubicBezTo>
                <a:cubicBezTo>
                  <a:pt x="480124" y="62515"/>
                  <a:pt x="478620" y="61273"/>
                  <a:pt x="478163" y="61011"/>
                </a:cubicBezTo>
                <a:cubicBezTo>
                  <a:pt x="477509" y="60619"/>
                  <a:pt x="476757" y="60423"/>
                  <a:pt x="475907" y="60423"/>
                </a:cubicBezTo>
                <a:cubicBezTo>
                  <a:pt x="474010" y="60423"/>
                  <a:pt x="472212" y="61142"/>
                  <a:pt x="470512" y="62581"/>
                </a:cubicBezTo>
                <a:cubicBezTo>
                  <a:pt x="467831" y="64804"/>
                  <a:pt x="465803" y="67976"/>
                  <a:pt x="464430" y="72095"/>
                </a:cubicBezTo>
                <a:cubicBezTo>
                  <a:pt x="462338" y="78438"/>
                  <a:pt x="461291" y="85435"/>
                  <a:pt x="461291" y="93086"/>
                </a:cubicBezTo>
                <a:lnTo>
                  <a:pt x="461291" y="114175"/>
                </a:lnTo>
                <a:lnTo>
                  <a:pt x="461389" y="119668"/>
                </a:lnTo>
                <a:cubicBezTo>
                  <a:pt x="461389" y="123396"/>
                  <a:pt x="461618" y="125783"/>
                  <a:pt x="462076" y="126829"/>
                </a:cubicBezTo>
                <a:cubicBezTo>
                  <a:pt x="462861" y="128595"/>
                  <a:pt x="464022" y="129886"/>
                  <a:pt x="465558" y="130703"/>
                </a:cubicBezTo>
                <a:cubicBezTo>
                  <a:pt x="467095" y="131521"/>
                  <a:pt x="469694" y="132028"/>
                  <a:pt x="473356" y="132224"/>
                </a:cubicBezTo>
                <a:lnTo>
                  <a:pt x="473356" y="135755"/>
                </a:lnTo>
                <a:lnTo>
                  <a:pt x="423821" y="135755"/>
                </a:lnTo>
                <a:lnTo>
                  <a:pt x="423821" y="132224"/>
                </a:lnTo>
                <a:cubicBezTo>
                  <a:pt x="427810" y="131897"/>
                  <a:pt x="430508" y="130802"/>
                  <a:pt x="431914" y="128938"/>
                </a:cubicBezTo>
                <a:cubicBezTo>
                  <a:pt x="433320" y="127074"/>
                  <a:pt x="434023" y="122153"/>
                  <a:pt x="434023" y="114175"/>
                </a:cubicBezTo>
                <a:lnTo>
                  <a:pt x="434023" y="63365"/>
                </a:lnTo>
                <a:cubicBezTo>
                  <a:pt x="434023" y="58101"/>
                  <a:pt x="433761" y="54746"/>
                  <a:pt x="433238" y="53299"/>
                </a:cubicBezTo>
                <a:cubicBezTo>
                  <a:pt x="432584" y="51456"/>
                  <a:pt x="431636" y="50107"/>
                  <a:pt x="430393" y="49253"/>
                </a:cubicBezTo>
                <a:cubicBezTo>
                  <a:pt x="429151" y="48397"/>
                  <a:pt x="426960" y="47804"/>
                  <a:pt x="423821" y="47475"/>
                </a:cubicBezTo>
                <a:lnTo>
                  <a:pt x="423821" y="43944"/>
                </a:lnTo>
                <a:lnTo>
                  <a:pt x="461291" y="439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Category">
            <a:extLst xmlns:a="http://schemas.openxmlformats.org/drawingml/2006/main">
              <a:ext uri="{FF2B5EF4-FFF2-40B4-BE49-F238E27FC236}">
                <a16:creationId xmlns:a16="http://schemas.microsoft.com/office/drawing/2014/main" id="{934E2EC2-1E10-4EC5-84E9-D020D47B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1413" y="679946"/>
            <a:ext cx="784836" cy="179306"/>
          </a:xfrm>
          <a:custGeom xmlns:a="http://schemas.openxmlformats.org/drawingml/2006/main">
            <a:pathLst>
              <a:path w="784836" h="179306">
                <a:moveTo>
                  <a:pt x="126142" y="0"/>
                </a:moveTo>
                <a:lnTo>
                  <a:pt x="126142" y="46102"/>
                </a:lnTo>
                <a:lnTo>
                  <a:pt x="122317" y="46102"/>
                </a:lnTo>
                <a:cubicBezTo>
                  <a:pt x="119440" y="34006"/>
                  <a:pt x="114077" y="24738"/>
                  <a:pt x="106230" y="18297"/>
                </a:cubicBezTo>
                <a:cubicBezTo>
                  <a:pt x="98383" y="11853"/>
                  <a:pt x="89490" y="8632"/>
                  <a:pt x="79550" y="8632"/>
                </a:cubicBezTo>
                <a:cubicBezTo>
                  <a:pt x="71245" y="8632"/>
                  <a:pt x="63627" y="11019"/>
                  <a:pt x="56695" y="15792"/>
                </a:cubicBezTo>
                <a:cubicBezTo>
                  <a:pt x="49764" y="20566"/>
                  <a:pt x="44696" y="26811"/>
                  <a:pt x="41492" y="34527"/>
                </a:cubicBezTo>
                <a:cubicBezTo>
                  <a:pt x="37372" y="44402"/>
                  <a:pt x="35312" y="55388"/>
                  <a:pt x="35312" y="67485"/>
                </a:cubicBezTo>
                <a:cubicBezTo>
                  <a:pt x="35312" y="79387"/>
                  <a:pt x="36816" y="90225"/>
                  <a:pt x="39824" y="100002"/>
                </a:cubicBezTo>
                <a:cubicBezTo>
                  <a:pt x="42832" y="109778"/>
                  <a:pt x="47540" y="117167"/>
                  <a:pt x="53949" y="122170"/>
                </a:cubicBezTo>
                <a:cubicBezTo>
                  <a:pt x="60357" y="127172"/>
                  <a:pt x="68662" y="129673"/>
                  <a:pt x="78863" y="129673"/>
                </a:cubicBezTo>
                <a:cubicBezTo>
                  <a:pt x="87234" y="129673"/>
                  <a:pt x="94901" y="127843"/>
                  <a:pt x="101865" y="124181"/>
                </a:cubicBezTo>
                <a:cubicBezTo>
                  <a:pt x="108830" y="120519"/>
                  <a:pt x="116170" y="114208"/>
                  <a:pt x="123886" y="105249"/>
                </a:cubicBezTo>
                <a:lnTo>
                  <a:pt x="123886" y="116726"/>
                </a:lnTo>
                <a:cubicBezTo>
                  <a:pt x="116431" y="124507"/>
                  <a:pt x="108666" y="130148"/>
                  <a:pt x="100590" y="133646"/>
                </a:cubicBezTo>
                <a:cubicBezTo>
                  <a:pt x="92514" y="137145"/>
                  <a:pt x="83081" y="138894"/>
                  <a:pt x="72292" y="138894"/>
                </a:cubicBezTo>
                <a:cubicBezTo>
                  <a:pt x="58101" y="138894"/>
                  <a:pt x="45497" y="136053"/>
                  <a:pt x="34478" y="130372"/>
                </a:cubicBezTo>
                <a:cubicBezTo>
                  <a:pt x="23460" y="124691"/>
                  <a:pt x="14959" y="116530"/>
                  <a:pt x="8975" y="105887"/>
                </a:cubicBezTo>
                <a:cubicBezTo>
                  <a:pt x="2992" y="95242"/>
                  <a:pt x="0" y="83912"/>
                  <a:pt x="0" y="71896"/>
                </a:cubicBezTo>
                <a:cubicBezTo>
                  <a:pt x="0" y="59228"/>
                  <a:pt x="3319" y="47213"/>
                  <a:pt x="9956" y="35851"/>
                </a:cubicBezTo>
                <a:cubicBezTo>
                  <a:pt x="16593" y="24487"/>
                  <a:pt x="25552" y="15672"/>
                  <a:pt x="36832" y="9404"/>
                </a:cubicBezTo>
                <a:cubicBezTo>
                  <a:pt x="48113" y="3135"/>
                  <a:pt x="60096" y="0"/>
                  <a:pt x="72782" y="0"/>
                </a:cubicBezTo>
                <a:cubicBezTo>
                  <a:pt x="82133" y="0"/>
                  <a:pt x="92007" y="2027"/>
                  <a:pt x="102405" y="6082"/>
                </a:cubicBezTo>
                <a:cubicBezTo>
                  <a:pt x="108421" y="8436"/>
                  <a:pt x="112246" y="9613"/>
                  <a:pt x="113881" y="9613"/>
                </a:cubicBezTo>
                <a:cubicBezTo>
                  <a:pt x="115974" y="9613"/>
                  <a:pt x="117788" y="8844"/>
                  <a:pt x="119325" y="7308"/>
                </a:cubicBezTo>
                <a:cubicBezTo>
                  <a:pt x="120862" y="5771"/>
                  <a:pt x="121859" y="3335"/>
                  <a:pt x="122317" y="0"/>
                </a:cubicBezTo>
                <a:lnTo>
                  <a:pt x="126142" y="0"/>
                </a:lnTo>
                <a:close/>
                <a:moveTo>
                  <a:pt x="195099" y="122415"/>
                </a:moveTo>
                <a:cubicBezTo>
                  <a:pt x="183917" y="132355"/>
                  <a:pt x="173879" y="137324"/>
                  <a:pt x="164986" y="137324"/>
                </a:cubicBezTo>
                <a:cubicBezTo>
                  <a:pt x="159754" y="137324"/>
                  <a:pt x="155406" y="135603"/>
                  <a:pt x="151940" y="132159"/>
                </a:cubicBezTo>
                <a:cubicBezTo>
                  <a:pt x="148474" y="128714"/>
                  <a:pt x="146741" y="124400"/>
                  <a:pt x="146741" y="119218"/>
                </a:cubicBezTo>
                <a:cubicBezTo>
                  <a:pt x="146741" y="112196"/>
                  <a:pt x="149749" y="105881"/>
                  <a:pt x="155765" y="100271"/>
                </a:cubicBezTo>
                <a:cubicBezTo>
                  <a:pt x="161781" y="94662"/>
                  <a:pt x="174893" y="87199"/>
                  <a:pt x="195099" y="77883"/>
                </a:cubicBezTo>
                <a:lnTo>
                  <a:pt x="195099" y="68662"/>
                </a:lnTo>
                <a:cubicBezTo>
                  <a:pt x="195099" y="61731"/>
                  <a:pt x="194723" y="57366"/>
                  <a:pt x="193971" y="55567"/>
                </a:cubicBezTo>
                <a:cubicBezTo>
                  <a:pt x="193219" y="53769"/>
                  <a:pt x="191797" y="52200"/>
                  <a:pt x="189704" y="50859"/>
                </a:cubicBezTo>
                <a:cubicBezTo>
                  <a:pt x="187612" y="49519"/>
                  <a:pt x="185257" y="48848"/>
                  <a:pt x="182642" y="48848"/>
                </a:cubicBezTo>
                <a:cubicBezTo>
                  <a:pt x="178391" y="48848"/>
                  <a:pt x="174893" y="49796"/>
                  <a:pt x="172146" y="51693"/>
                </a:cubicBezTo>
                <a:cubicBezTo>
                  <a:pt x="170446" y="52870"/>
                  <a:pt x="169596" y="54243"/>
                  <a:pt x="169596" y="55813"/>
                </a:cubicBezTo>
                <a:cubicBezTo>
                  <a:pt x="169596" y="57186"/>
                  <a:pt x="170511" y="58886"/>
                  <a:pt x="172342" y="60913"/>
                </a:cubicBezTo>
                <a:cubicBezTo>
                  <a:pt x="174827" y="63725"/>
                  <a:pt x="176070" y="66439"/>
                  <a:pt x="176070" y="69055"/>
                </a:cubicBezTo>
                <a:cubicBezTo>
                  <a:pt x="176070" y="72259"/>
                  <a:pt x="174876" y="74989"/>
                  <a:pt x="172490" y="77245"/>
                </a:cubicBezTo>
                <a:cubicBezTo>
                  <a:pt x="170103" y="79501"/>
                  <a:pt x="166980" y="80629"/>
                  <a:pt x="163122" y="80629"/>
                </a:cubicBezTo>
                <a:cubicBezTo>
                  <a:pt x="159002" y="80629"/>
                  <a:pt x="155553" y="79387"/>
                  <a:pt x="152774" y="76902"/>
                </a:cubicBezTo>
                <a:cubicBezTo>
                  <a:pt x="149994" y="74417"/>
                  <a:pt x="148605" y="71507"/>
                  <a:pt x="148605" y="68172"/>
                </a:cubicBezTo>
                <a:cubicBezTo>
                  <a:pt x="148605" y="63464"/>
                  <a:pt x="150469" y="58968"/>
                  <a:pt x="154196" y="54685"/>
                </a:cubicBezTo>
                <a:cubicBezTo>
                  <a:pt x="157923" y="50401"/>
                  <a:pt x="163122" y="47115"/>
                  <a:pt x="169792" y="44827"/>
                </a:cubicBezTo>
                <a:cubicBezTo>
                  <a:pt x="176462" y="42538"/>
                  <a:pt x="183394" y="41394"/>
                  <a:pt x="190587" y="41394"/>
                </a:cubicBezTo>
                <a:cubicBezTo>
                  <a:pt x="199284" y="41394"/>
                  <a:pt x="206167" y="43246"/>
                  <a:pt x="211235" y="46951"/>
                </a:cubicBezTo>
                <a:cubicBezTo>
                  <a:pt x="216303" y="50654"/>
                  <a:pt x="219589" y="54668"/>
                  <a:pt x="221093" y="58994"/>
                </a:cubicBezTo>
                <a:cubicBezTo>
                  <a:pt x="222008" y="61747"/>
                  <a:pt x="222466" y="68072"/>
                  <a:pt x="222466" y="77968"/>
                </a:cubicBezTo>
                <a:lnTo>
                  <a:pt x="222466" y="113657"/>
                </a:lnTo>
                <a:cubicBezTo>
                  <a:pt x="222466" y="117853"/>
                  <a:pt x="222629" y="120492"/>
                  <a:pt x="222956" y="121575"/>
                </a:cubicBezTo>
                <a:cubicBezTo>
                  <a:pt x="223283" y="122656"/>
                  <a:pt x="223774" y="123459"/>
                  <a:pt x="224428" y="123984"/>
                </a:cubicBezTo>
                <a:cubicBezTo>
                  <a:pt x="225082" y="124507"/>
                  <a:pt x="225834" y="124769"/>
                  <a:pt x="226684" y="124769"/>
                </a:cubicBezTo>
                <a:cubicBezTo>
                  <a:pt x="228384" y="124769"/>
                  <a:pt x="230117" y="123559"/>
                  <a:pt x="231882" y="121140"/>
                </a:cubicBezTo>
                <a:lnTo>
                  <a:pt x="234825" y="123494"/>
                </a:lnTo>
                <a:cubicBezTo>
                  <a:pt x="231555" y="128333"/>
                  <a:pt x="228171" y="131848"/>
                  <a:pt x="224673" y="134038"/>
                </a:cubicBezTo>
                <a:cubicBezTo>
                  <a:pt x="221174" y="136229"/>
                  <a:pt x="217202" y="137324"/>
                  <a:pt x="212755" y="137324"/>
                </a:cubicBezTo>
                <a:cubicBezTo>
                  <a:pt x="207524" y="137324"/>
                  <a:pt x="203437" y="136090"/>
                  <a:pt x="200494" y="133622"/>
                </a:cubicBezTo>
                <a:cubicBezTo>
                  <a:pt x="197551" y="131153"/>
                  <a:pt x="195753" y="127417"/>
                  <a:pt x="195099" y="122415"/>
                </a:cubicBezTo>
                <a:moveTo>
                  <a:pt x="195099" y="115156"/>
                </a:moveTo>
                <a:lnTo>
                  <a:pt x="195099" y="84473"/>
                </a:lnTo>
                <a:cubicBezTo>
                  <a:pt x="187186" y="89138"/>
                  <a:pt x="181301" y="94133"/>
                  <a:pt x="177443" y="99456"/>
                </a:cubicBezTo>
                <a:cubicBezTo>
                  <a:pt x="174893" y="103004"/>
                  <a:pt x="173618" y="106585"/>
                  <a:pt x="173618" y="110200"/>
                </a:cubicBezTo>
                <a:cubicBezTo>
                  <a:pt x="173618" y="113222"/>
                  <a:pt x="174697" y="115884"/>
                  <a:pt x="176854" y="118185"/>
                </a:cubicBezTo>
                <a:cubicBezTo>
                  <a:pt x="178489" y="119959"/>
                  <a:pt x="180778" y="120845"/>
                  <a:pt x="183721" y="120845"/>
                </a:cubicBezTo>
                <a:cubicBezTo>
                  <a:pt x="186990" y="120845"/>
                  <a:pt x="190783" y="118949"/>
                  <a:pt x="195099" y="115156"/>
                </a:cubicBezTo>
                <a:close/>
                <a:moveTo>
                  <a:pt x="281541" y="10397"/>
                </a:moveTo>
                <a:lnTo>
                  <a:pt x="281541" y="44140"/>
                </a:lnTo>
                <a:lnTo>
                  <a:pt x="303316" y="44140"/>
                </a:lnTo>
                <a:lnTo>
                  <a:pt x="303316" y="53753"/>
                </a:lnTo>
                <a:lnTo>
                  <a:pt x="281541" y="53753"/>
                </a:lnTo>
                <a:lnTo>
                  <a:pt x="281541" y="110503"/>
                </a:lnTo>
                <a:cubicBezTo>
                  <a:pt x="281541" y="115814"/>
                  <a:pt x="281786" y="119240"/>
                  <a:pt x="282276" y="120781"/>
                </a:cubicBezTo>
                <a:cubicBezTo>
                  <a:pt x="282767" y="122322"/>
                  <a:pt x="283633" y="123568"/>
                  <a:pt x="284876" y="124521"/>
                </a:cubicBezTo>
                <a:cubicBezTo>
                  <a:pt x="286118" y="125471"/>
                  <a:pt x="287263" y="125946"/>
                  <a:pt x="288309" y="125946"/>
                </a:cubicBezTo>
                <a:cubicBezTo>
                  <a:pt x="292559" y="125946"/>
                  <a:pt x="296581" y="122676"/>
                  <a:pt x="300374" y="116137"/>
                </a:cubicBezTo>
                <a:lnTo>
                  <a:pt x="303316" y="118317"/>
                </a:lnTo>
                <a:cubicBezTo>
                  <a:pt x="298020" y="130988"/>
                  <a:pt x="289420" y="137324"/>
                  <a:pt x="277519" y="137324"/>
                </a:cubicBezTo>
                <a:cubicBezTo>
                  <a:pt x="271699" y="137324"/>
                  <a:pt x="266778" y="135701"/>
                  <a:pt x="262757" y="132454"/>
                </a:cubicBezTo>
                <a:cubicBezTo>
                  <a:pt x="258735" y="129205"/>
                  <a:pt x="256168" y="125578"/>
                  <a:pt x="255057" y="121575"/>
                </a:cubicBezTo>
                <a:cubicBezTo>
                  <a:pt x="254403" y="119344"/>
                  <a:pt x="254076" y="113306"/>
                  <a:pt x="254076" y="103462"/>
                </a:cubicBezTo>
                <a:lnTo>
                  <a:pt x="254076" y="53753"/>
                </a:lnTo>
                <a:lnTo>
                  <a:pt x="242109" y="53753"/>
                </a:lnTo>
                <a:lnTo>
                  <a:pt x="242109" y="50310"/>
                </a:lnTo>
                <a:cubicBezTo>
                  <a:pt x="250348" y="44478"/>
                  <a:pt x="257362" y="38351"/>
                  <a:pt x="263149" y="31928"/>
                </a:cubicBezTo>
                <a:cubicBezTo>
                  <a:pt x="268936" y="25505"/>
                  <a:pt x="273988" y="18328"/>
                  <a:pt x="278304" y="10397"/>
                </a:cubicBezTo>
                <a:lnTo>
                  <a:pt x="281541" y="10397"/>
                </a:lnTo>
                <a:close/>
                <a:moveTo>
                  <a:pt x="389349" y="86711"/>
                </a:moveTo>
                <a:lnTo>
                  <a:pt x="339030" y="86711"/>
                </a:lnTo>
                <a:cubicBezTo>
                  <a:pt x="339618" y="98906"/>
                  <a:pt x="342855" y="108545"/>
                  <a:pt x="348740" y="115625"/>
                </a:cubicBezTo>
                <a:cubicBezTo>
                  <a:pt x="353253" y="121067"/>
                  <a:pt x="358680" y="123788"/>
                  <a:pt x="365023" y="123788"/>
                </a:cubicBezTo>
                <a:cubicBezTo>
                  <a:pt x="368947" y="123788"/>
                  <a:pt x="372511" y="122693"/>
                  <a:pt x="375715" y="120502"/>
                </a:cubicBezTo>
                <a:cubicBezTo>
                  <a:pt x="378919" y="118312"/>
                  <a:pt x="382352" y="114372"/>
                  <a:pt x="386014" y="108682"/>
                </a:cubicBezTo>
                <a:lnTo>
                  <a:pt x="389349" y="110840"/>
                </a:lnTo>
                <a:cubicBezTo>
                  <a:pt x="384379" y="120976"/>
                  <a:pt x="378886" y="128153"/>
                  <a:pt x="372870" y="132371"/>
                </a:cubicBezTo>
                <a:cubicBezTo>
                  <a:pt x="366854" y="136589"/>
                  <a:pt x="359890" y="138698"/>
                  <a:pt x="351977" y="138698"/>
                </a:cubicBezTo>
                <a:cubicBezTo>
                  <a:pt x="338376" y="138698"/>
                  <a:pt x="328076" y="133461"/>
                  <a:pt x="321079" y="122988"/>
                </a:cubicBezTo>
                <a:cubicBezTo>
                  <a:pt x="315456" y="114544"/>
                  <a:pt x="312644" y="104071"/>
                  <a:pt x="312644" y="91569"/>
                </a:cubicBezTo>
                <a:cubicBezTo>
                  <a:pt x="312644" y="76251"/>
                  <a:pt x="316780" y="64059"/>
                  <a:pt x="325052" y="54994"/>
                </a:cubicBezTo>
                <a:cubicBezTo>
                  <a:pt x="333324" y="45927"/>
                  <a:pt x="343019" y="41394"/>
                  <a:pt x="354135" y="41394"/>
                </a:cubicBezTo>
                <a:cubicBezTo>
                  <a:pt x="363421" y="41394"/>
                  <a:pt x="371481" y="45203"/>
                  <a:pt x="378314" y="52821"/>
                </a:cubicBezTo>
                <a:cubicBezTo>
                  <a:pt x="385148" y="60439"/>
                  <a:pt x="388826" y="71736"/>
                  <a:pt x="389349" y="86711"/>
                </a:cubicBezTo>
                <a:moveTo>
                  <a:pt x="365219" y="80237"/>
                </a:moveTo>
                <a:cubicBezTo>
                  <a:pt x="365219" y="69708"/>
                  <a:pt x="364647" y="62483"/>
                  <a:pt x="363503" y="58559"/>
                </a:cubicBezTo>
                <a:cubicBezTo>
                  <a:pt x="362358" y="54635"/>
                  <a:pt x="360577" y="51660"/>
                  <a:pt x="358157" y="49633"/>
                </a:cubicBezTo>
                <a:cubicBezTo>
                  <a:pt x="356784" y="48456"/>
                  <a:pt x="354953" y="47867"/>
                  <a:pt x="352664" y="47867"/>
                </a:cubicBezTo>
                <a:cubicBezTo>
                  <a:pt x="349264" y="47867"/>
                  <a:pt x="346484" y="49535"/>
                  <a:pt x="344326" y="52870"/>
                </a:cubicBezTo>
                <a:cubicBezTo>
                  <a:pt x="340468" y="58690"/>
                  <a:pt x="338539" y="66668"/>
                  <a:pt x="338539" y="76804"/>
                </a:cubicBezTo>
                <a:lnTo>
                  <a:pt x="338539" y="80237"/>
                </a:lnTo>
                <a:lnTo>
                  <a:pt x="365219" y="80237"/>
                </a:lnTo>
                <a:close/>
                <a:moveTo>
                  <a:pt x="460533" y="45317"/>
                </a:moveTo>
                <a:lnTo>
                  <a:pt x="491431" y="45317"/>
                </a:lnTo>
                <a:lnTo>
                  <a:pt x="491431" y="56107"/>
                </a:lnTo>
                <a:lnTo>
                  <a:pt x="473874" y="56107"/>
                </a:lnTo>
                <a:cubicBezTo>
                  <a:pt x="477078" y="59311"/>
                  <a:pt x="479301" y="62221"/>
                  <a:pt x="480544" y="64837"/>
                </a:cubicBezTo>
                <a:cubicBezTo>
                  <a:pt x="482113" y="68368"/>
                  <a:pt x="482898" y="72063"/>
                  <a:pt x="482898" y="75921"/>
                </a:cubicBezTo>
                <a:cubicBezTo>
                  <a:pt x="482898" y="82460"/>
                  <a:pt x="481083" y="88133"/>
                  <a:pt x="477454" y="92939"/>
                </a:cubicBezTo>
                <a:cubicBezTo>
                  <a:pt x="473825" y="97746"/>
                  <a:pt x="468887" y="101506"/>
                  <a:pt x="462642" y="104219"/>
                </a:cubicBezTo>
                <a:cubicBezTo>
                  <a:pt x="456397" y="106933"/>
                  <a:pt x="450855" y="108290"/>
                  <a:pt x="446016" y="108290"/>
                </a:cubicBezTo>
                <a:cubicBezTo>
                  <a:pt x="445624" y="108290"/>
                  <a:pt x="441700" y="108127"/>
                  <a:pt x="434246" y="107800"/>
                </a:cubicBezTo>
                <a:cubicBezTo>
                  <a:pt x="431303" y="107800"/>
                  <a:pt x="428834" y="108759"/>
                  <a:pt x="426840" y="110678"/>
                </a:cubicBezTo>
                <a:cubicBezTo>
                  <a:pt x="424845" y="112597"/>
                  <a:pt x="423848" y="114889"/>
                  <a:pt x="423848" y="117553"/>
                </a:cubicBezTo>
                <a:cubicBezTo>
                  <a:pt x="423848" y="119895"/>
                  <a:pt x="424747" y="121814"/>
                  <a:pt x="426546" y="123310"/>
                </a:cubicBezTo>
                <a:cubicBezTo>
                  <a:pt x="428344" y="124806"/>
                  <a:pt x="431270" y="125554"/>
                  <a:pt x="435325" y="125554"/>
                </a:cubicBezTo>
                <a:lnTo>
                  <a:pt x="452294" y="125358"/>
                </a:lnTo>
                <a:cubicBezTo>
                  <a:pt x="466026" y="125358"/>
                  <a:pt x="475476" y="126865"/>
                  <a:pt x="480642" y="129879"/>
                </a:cubicBezTo>
                <a:cubicBezTo>
                  <a:pt x="488031" y="134070"/>
                  <a:pt x="491726" y="140523"/>
                  <a:pt x="491726" y="149236"/>
                </a:cubicBezTo>
                <a:cubicBezTo>
                  <a:pt x="491726" y="154805"/>
                  <a:pt x="490026" y="159865"/>
                  <a:pt x="486625" y="164418"/>
                </a:cubicBezTo>
                <a:cubicBezTo>
                  <a:pt x="483225" y="168971"/>
                  <a:pt x="478745" y="172329"/>
                  <a:pt x="473187" y="174491"/>
                </a:cubicBezTo>
                <a:cubicBezTo>
                  <a:pt x="464751" y="177701"/>
                  <a:pt x="455040" y="179306"/>
                  <a:pt x="444055" y="179306"/>
                </a:cubicBezTo>
                <a:cubicBezTo>
                  <a:pt x="435815" y="179306"/>
                  <a:pt x="428295" y="178505"/>
                  <a:pt x="421494" y="176903"/>
                </a:cubicBezTo>
                <a:cubicBezTo>
                  <a:pt x="414693" y="175301"/>
                  <a:pt x="409822" y="173077"/>
                  <a:pt x="406879" y="170230"/>
                </a:cubicBezTo>
                <a:cubicBezTo>
                  <a:pt x="403936" y="167386"/>
                  <a:pt x="402465" y="164393"/>
                  <a:pt x="402465" y="161252"/>
                </a:cubicBezTo>
                <a:cubicBezTo>
                  <a:pt x="402465" y="158244"/>
                  <a:pt x="403593" y="155545"/>
                  <a:pt x="405849" y="153157"/>
                </a:cubicBezTo>
                <a:cubicBezTo>
                  <a:pt x="408105" y="150770"/>
                  <a:pt x="412306" y="148759"/>
                  <a:pt x="418453" y="147124"/>
                </a:cubicBezTo>
                <a:cubicBezTo>
                  <a:pt x="409952" y="142939"/>
                  <a:pt x="405702" y="137120"/>
                  <a:pt x="405702" y="129667"/>
                </a:cubicBezTo>
                <a:cubicBezTo>
                  <a:pt x="405702" y="125155"/>
                  <a:pt x="407435" y="120775"/>
                  <a:pt x="410900" y="116527"/>
                </a:cubicBezTo>
                <a:cubicBezTo>
                  <a:pt x="414366" y="112276"/>
                  <a:pt x="419859" y="108581"/>
                  <a:pt x="427379" y="105442"/>
                </a:cubicBezTo>
                <a:cubicBezTo>
                  <a:pt x="418617" y="102234"/>
                  <a:pt x="412274" y="98010"/>
                  <a:pt x="408350" y="92771"/>
                </a:cubicBezTo>
                <a:cubicBezTo>
                  <a:pt x="404427" y="87531"/>
                  <a:pt x="402465" y="81473"/>
                  <a:pt x="402465" y="74597"/>
                </a:cubicBezTo>
                <a:cubicBezTo>
                  <a:pt x="402465" y="65626"/>
                  <a:pt x="406127" y="57849"/>
                  <a:pt x="413451" y="51267"/>
                </a:cubicBezTo>
                <a:cubicBezTo>
                  <a:pt x="420775" y="44685"/>
                  <a:pt x="430191" y="41394"/>
                  <a:pt x="441700" y="41394"/>
                </a:cubicBezTo>
                <a:cubicBezTo>
                  <a:pt x="447782" y="41394"/>
                  <a:pt x="454060" y="42701"/>
                  <a:pt x="460533" y="45317"/>
                </a:cubicBezTo>
                <a:moveTo>
                  <a:pt x="443564" y="47671"/>
                </a:moveTo>
                <a:cubicBezTo>
                  <a:pt x="439771" y="47671"/>
                  <a:pt x="436567" y="49581"/>
                  <a:pt x="433951" y="53400"/>
                </a:cubicBezTo>
                <a:cubicBezTo>
                  <a:pt x="431336" y="57217"/>
                  <a:pt x="430028" y="65132"/>
                  <a:pt x="430028" y="77144"/>
                </a:cubicBezTo>
                <a:cubicBezTo>
                  <a:pt x="430028" y="86869"/>
                  <a:pt x="431319" y="93543"/>
                  <a:pt x="433902" y="97166"/>
                </a:cubicBezTo>
                <a:cubicBezTo>
                  <a:pt x="436485" y="100789"/>
                  <a:pt x="439542" y="102601"/>
                  <a:pt x="443074" y="102601"/>
                </a:cubicBezTo>
                <a:cubicBezTo>
                  <a:pt x="446997" y="102601"/>
                  <a:pt x="450267" y="100806"/>
                  <a:pt x="452883" y="97215"/>
                </a:cubicBezTo>
                <a:cubicBezTo>
                  <a:pt x="455498" y="93625"/>
                  <a:pt x="456806" y="86640"/>
                  <a:pt x="456806" y="76261"/>
                </a:cubicBezTo>
                <a:cubicBezTo>
                  <a:pt x="456806" y="64578"/>
                  <a:pt x="455335" y="56615"/>
                  <a:pt x="452392" y="52370"/>
                </a:cubicBezTo>
                <a:cubicBezTo>
                  <a:pt x="450300" y="49238"/>
                  <a:pt x="447357" y="47671"/>
                  <a:pt x="443564" y="47671"/>
                </a:cubicBezTo>
                <a:moveTo>
                  <a:pt x="437777" y="149487"/>
                </a:moveTo>
                <a:cubicBezTo>
                  <a:pt x="431107" y="149487"/>
                  <a:pt x="426693" y="150041"/>
                  <a:pt x="424535" y="151149"/>
                </a:cubicBezTo>
                <a:cubicBezTo>
                  <a:pt x="420807" y="153166"/>
                  <a:pt x="418944" y="155900"/>
                  <a:pt x="418944" y="159352"/>
                </a:cubicBezTo>
                <a:cubicBezTo>
                  <a:pt x="418944" y="162672"/>
                  <a:pt x="420873" y="165683"/>
                  <a:pt x="424731" y="168385"/>
                </a:cubicBezTo>
                <a:cubicBezTo>
                  <a:pt x="428589" y="171088"/>
                  <a:pt x="435848" y="172440"/>
                  <a:pt x="446507" y="172440"/>
                </a:cubicBezTo>
                <a:cubicBezTo>
                  <a:pt x="455596" y="172440"/>
                  <a:pt x="462740" y="171236"/>
                  <a:pt x="467939" y="168826"/>
                </a:cubicBezTo>
                <a:cubicBezTo>
                  <a:pt x="473138" y="166417"/>
                  <a:pt x="475737" y="163031"/>
                  <a:pt x="475737" y="158668"/>
                </a:cubicBezTo>
                <a:cubicBezTo>
                  <a:pt x="475737" y="157041"/>
                  <a:pt x="475247" y="155674"/>
                  <a:pt x="474266" y="154567"/>
                </a:cubicBezTo>
                <a:cubicBezTo>
                  <a:pt x="472500" y="152613"/>
                  <a:pt x="469836" y="151278"/>
                  <a:pt x="466272" y="150560"/>
                </a:cubicBezTo>
                <a:cubicBezTo>
                  <a:pt x="462708" y="149845"/>
                  <a:pt x="453209" y="149487"/>
                  <a:pt x="437777" y="149487"/>
                </a:cubicBezTo>
                <a:close/>
                <a:moveTo>
                  <a:pt x="545601" y="41394"/>
                </a:moveTo>
                <a:cubicBezTo>
                  <a:pt x="553579" y="41394"/>
                  <a:pt x="561001" y="43455"/>
                  <a:pt x="567868" y="47579"/>
                </a:cubicBezTo>
                <a:cubicBezTo>
                  <a:pt x="574734" y="51703"/>
                  <a:pt x="579949" y="57562"/>
                  <a:pt x="583513" y="65156"/>
                </a:cubicBezTo>
                <a:cubicBezTo>
                  <a:pt x="587077" y="72749"/>
                  <a:pt x="588859" y="81062"/>
                  <a:pt x="588859" y="90095"/>
                </a:cubicBezTo>
                <a:cubicBezTo>
                  <a:pt x="588859" y="103120"/>
                  <a:pt x="585556" y="114019"/>
                  <a:pt x="578952" y="122792"/>
                </a:cubicBezTo>
                <a:cubicBezTo>
                  <a:pt x="570974" y="133396"/>
                  <a:pt x="559955" y="138698"/>
                  <a:pt x="545896" y="138698"/>
                </a:cubicBezTo>
                <a:cubicBezTo>
                  <a:pt x="532098" y="138698"/>
                  <a:pt x="521471" y="133854"/>
                  <a:pt x="514017" y="124165"/>
                </a:cubicBezTo>
                <a:cubicBezTo>
                  <a:pt x="506562" y="114477"/>
                  <a:pt x="502835" y="103251"/>
                  <a:pt x="502835" y="90487"/>
                </a:cubicBezTo>
                <a:cubicBezTo>
                  <a:pt x="502835" y="77331"/>
                  <a:pt x="506644" y="65860"/>
                  <a:pt x="514262" y="56073"/>
                </a:cubicBezTo>
                <a:cubicBezTo>
                  <a:pt x="521880" y="46287"/>
                  <a:pt x="532327" y="41394"/>
                  <a:pt x="545601" y="41394"/>
                </a:cubicBezTo>
                <a:moveTo>
                  <a:pt x="545994" y="48260"/>
                </a:moveTo>
                <a:cubicBezTo>
                  <a:pt x="542659" y="48260"/>
                  <a:pt x="539798" y="49521"/>
                  <a:pt x="537411" y="52042"/>
                </a:cubicBezTo>
                <a:cubicBezTo>
                  <a:pt x="535024" y="54562"/>
                  <a:pt x="533455" y="59537"/>
                  <a:pt x="532703" y="66967"/>
                </a:cubicBezTo>
                <a:cubicBezTo>
                  <a:pt x="531951" y="74397"/>
                  <a:pt x="531575" y="84725"/>
                  <a:pt x="531575" y="97951"/>
                </a:cubicBezTo>
                <a:cubicBezTo>
                  <a:pt x="531575" y="104956"/>
                  <a:pt x="532032" y="111504"/>
                  <a:pt x="532948" y="117593"/>
                </a:cubicBezTo>
                <a:cubicBezTo>
                  <a:pt x="533667" y="122240"/>
                  <a:pt x="535204" y="125775"/>
                  <a:pt x="537558" y="128199"/>
                </a:cubicBezTo>
                <a:cubicBezTo>
                  <a:pt x="539912" y="130621"/>
                  <a:pt x="542593" y="131831"/>
                  <a:pt x="545601" y="131831"/>
                </a:cubicBezTo>
                <a:cubicBezTo>
                  <a:pt x="548544" y="131831"/>
                  <a:pt x="550996" y="131013"/>
                  <a:pt x="552958" y="129376"/>
                </a:cubicBezTo>
                <a:cubicBezTo>
                  <a:pt x="555508" y="127151"/>
                  <a:pt x="557209" y="124041"/>
                  <a:pt x="558059" y="120045"/>
                </a:cubicBezTo>
                <a:cubicBezTo>
                  <a:pt x="559366" y="113827"/>
                  <a:pt x="560020" y="101257"/>
                  <a:pt x="560020" y="82336"/>
                </a:cubicBezTo>
                <a:cubicBezTo>
                  <a:pt x="560020" y="71207"/>
                  <a:pt x="559399" y="63565"/>
                  <a:pt x="558157" y="59408"/>
                </a:cubicBezTo>
                <a:cubicBezTo>
                  <a:pt x="556914" y="55250"/>
                  <a:pt x="555083" y="52221"/>
                  <a:pt x="552664" y="50323"/>
                </a:cubicBezTo>
                <a:cubicBezTo>
                  <a:pt x="550964" y="48947"/>
                  <a:pt x="548740" y="48260"/>
                  <a:pt x="545994" y="48260"/>
                </a:cubicBezTo>
                <a:close/>
                <a:moveTo>
                  <a:pt x="641066" y="44140"/>
                </a:moveTo>
                <a:lnTo>
                  <a:pt x="641066" y="64935"/>
                </a:lnTo>
                <a:cubicBezTo>
                  <a:pt x="647148" y="55453"/>
                  <a:pt x="652477" y="49159"/>
                  <a:pt x="657055" y="46053"/>
                </a:cubicBezTo>
                <a:cubicBezTo>
                  <a:pt x="661632" y="42947"/>
                  <a:pt x="666046" y="41394"/>
                  <a:pt x="670297" y="41394"/>
                </a:cubicBezTo>
                <a:cubicBezTo>
                  <a:pt x="673959" y="41394"/>
                  <a:pt x="676885" y="42526"/>
                  <a:pt x="679076" y="44790"/>
                </a:cubicBezTo>
                <a:cubicBezTo>
                  <a:pt x="681266" y="47054"/>
                  <a:pt x="682362" y="50253"/>
                  <a:pt x="682362" y="54387"/>
                </a:cubicBezTo>
                <a:cubicBezTo>
                  <a:pt x="682362" y="58785"/>
                  <a:pt x="681299" y="62199"/>
                  <a:pt x="679174" y="64628"/>
                </a:cubicBezTo>
                <a:cubicBezTo>
                  <a:pt x="677049" y="67056"/>
                  <a:pt x="674482" y="68270"/>
                  <a:pt x="671474" y="68270"/>
                </a:cubicBezTo>
                <a:cubicBezTo>
                  <a:pt x="668008" y="68270"/>
                  <a:pt x="665000" y="67158"/>
                  <a:pt x="662450" y="64935"/>
                </a:cubicBezTo>
                <a:cubicBezTo>
                  <a:pt x="659899" y="62711"/>
                  <a:pt x="658395" y="61469"/>
                  <a:pt x="657938" y="61207"/>
                </a:cubicBezTo>
                <a:cubicBezTo>
                  <a:pt x="657284" y="60815"/>
                  <a:pt x="656532" y="60619"/>
                  <a:pt x="655682" y="60619"/>
                </a:cubicBezTo>
                <a:cubicBezTo>
                  <a:pt x="653785" y="60619"/>
                  <a:pt x="651987" y="61338"/>
                  <a:pt x="650287" y="62777"/>
                </a:cubicBezTo>
                <a:cubicBezTo>
                  <a:pt x="647606" y="65000"/>
                  <a:pt x="645578" y="68172"/>
                  <a:pt x="644205" y="72291"/>
                </a:cubicBezTo>
                <a:cubicBezTo>
                  <a:pt x="642113" y="78635"/>
                  <a:pt x="641066" y="85632"/>
                  <a:pt x="641066" y="93283"/>
                </a:cubicBezTo>
                <a:lnTo>
                  <a:pt x="641066" y="114372"/>
                </a:lnTo>
                <a:lnTo>
                  <a:pt x="641164" y="119865"/>
                </a:lnTo>
                <a:cubicBezTo>
                  <a:pt x="641164" y="123592"/>
                  <a:pt x="641393" y="125979"/>
                  <a:pt x="641851" y="127025"/>
                </a:cubicBezTo>
                <a:cubicBezTo>
                  <a:pt x="642636" y="128791"/>
                  <a:pt x="643797" y="130082"/>
                  <a:pt x="645333" y="130900"/>
                </a:cubicBezTo>
                <a:cubicBezTo>
                  <a:pt x="646870" y="131717"/>
                  <a:pt x="649469" y="132224"/>
                  <a:pt x="653131" y="132420"/>
                </a:cubicBezTo>
                <a:lnTo>
                  <a:pt x="653131" y="135951"/>
                </a:lnTo>
                <a:lnTo>
                  <a:pt x="603596" y="135951"/>
                </a:lnTo>
                <a:lnTo>
                  <a:pt x="603596" y="132420"/>
                </a:lnTo>
                <a:cubicBezTo>
                  <a:pt x="607585" y="132093"/>
                  <a:pt x="610283" y="130998"/>
                  <a:pt x="611689" y="129134"/>
                </a:cubicBezTo>
                <a:cubicBezTo>
                  <a:pt x="613095" y="127270"/>
                  <a:pt x="613798" y="122350"/>
                  <a:pt x="613798" y="114372"/>
                </a:cubicBezTo>
                <a:lnTo>
                  <a:pt x="613798" y="63562"/>
                </a:lnTo>
                <a:cubicBezTo>
                  <a:pt x="613798" y="58297"/>
                  <a:pt x="613536" y="54942"/>
                  <a:pt x="613013" y="53495"/>
                </a:cubicBezTo>
                <a:cubicBezTo>
                  <a:pt x="612359" y="51652"/>
                  <a:pt x="611411" y="50303"/>
                  <a:pt x="610168" y="49449"/>
                </a:cubicBezTo>
                <a:cubicBezTo>
                  <a:pt x="608926" y="48593"/>
                  <a:pt x="606735" y="48000"/>
                  <a:pt x="603596" y="47671"/>
                </a:cubicBezTo>
                <a:lnTo>
                  <a:pt x="603596" y="44140"/>
                </a:lnTo>
                <a:lnTo>
                  <a:pt x="641066" y="44140"/>
                </a:lnTo>
                <a:close/>
                <a:moveTo>
                  <a:pt x="735105" y="139767"/>
                </a:moveTo>
                <a:lnTo>
                  <a:pt x="705482" y="71632"/>
                </a:lnTo>
                <a:cubicBezTo>
                  <a:pt x="701036" y="61313"/>
                  <a:pt x="697750" y="54970"/>
                  <a:pt x="695624" y="52603"/>
                </a:cubicBezTo>
                <a:cubicBezTo>
                  <a:pt x="693499" y="50235"/>
                  <a:pt x="690933" y="48591"/>
                  <a:pt x="687925" y="47671"/>
                </a:cubicBezTo>
                <a:lnTo>
                  <a:pt x="687925" y="44140"/>
                </a:lnTo>
                <a:lnTo>
                  <a:pt x="736675" y="44140"/>
                </a:lnTo>
                <a:lnTo>
                  <a:pt x="736675" y="47671"/>
                </a:lnTo>
                <a:cubicBezTo>
                  <a:pt x="733470" y="47802"/>
                  <a:pt x="731214" y="48426"/>
                  <a:pt x="729907" y="49544"/>
                </a:cubicBezTo>
                <a:cubicBezTo>
                  <a:pt x="728599" y="50660"/>
                  <a:pt x="727945" y="52007"/>
                  <a:pt x="727945" y="53584"/>
                </a:cubicBezTo>
                <a:cubicBezTo>
                  <a:pt x="727945" y="56079"/>
                  <a:pt x="729580" y="61006"/>
                  <a:pt x="732849" y="68365"/>
                </a:cubicBezTo>
                <a:lnTo>
                  <a:pt x="748543" y="104434"/>
                </a:lnTo>
                <a:lnTo>
                  <a:pt x="759235" y="76561"/>
                </a:lnTo>
                <a:cubicBezTo>
                  <a:pt x="763093" y="66636"/>
                  <a:pt x="765022" y="59734"/>
                  <a:pt x="765022" y="55855"/>
                </a:cubicBezTo>
                <a:cubicBezTo>
                  <a:pt x="765022" y="53424"/>
                  <a:pt x="764221" y="51484"/>
                  <a:pt x="762619" y="50038"/>
                </a:cubicBezTo>
                <a:cubicBezTo>
                  <a:pt x="761017" y="48591"/>
                  <a:pt x="758189" y="47802"/>
                  <a:pt x="754134" y="47671"/>
                </a:cubicBezTo>
                <a:lnTo>
                  <a:pt x="754134" y="44140"/>
                </a:lnTo>
                <a:lnTo>
                  <a:pt x="784836" y="44140"/>
                </a:lnTo>
                <a:lnTo>
                  <a:pt x="784836" y="47671"/>
                </a:lnTo>
                <a:cubicBezTo>
                  <a:pt x="781828" y="48000"/>
                  <a:pt x="779376" y="49167"/>
                  <a:pt x="777480" y="51172"/>
                </a:cubicBezTo>
                <a:cubicBezTo>
                  <a:pt x="775583" y="53176"/>
                  <a:pt x="772412" y="59997"/>
                  <a:pt x="767965" y="71632"/>
                </a:cubicBezTo>
                <a:lnTo>
                  <a:pt x="741775" y="139679"/>
                </a:lnTo>
                <a:cubicBezTo>
                  <a:pt x="735171" y="156681"/>
                  <a:pt x="730266" y="167143"/>
                  <a:pt x="727062" y="171067"/>
                </a:cubicBezTo>
                <a:cubicBezTo>
                  <a:pt x="722550" y="176560"/>
                  <a:pt x="716893" y="179306"/>
                  <a:pt x="710093" y="179306"/>
                </a:cubicBezTo>
                <a:cubicBezTo>
                  <a:pt x="704665" y="179306"/>
                  <a:pt x="700267" y="177753"/>
                  <a:pt x="696900" y="174647"/>
                </a:cubicBezTo>
                <a:cubicBezTo>
                  <a:pt x="693532" y="171541"/>
                  <a:pt x="691848" y="167797"/>
                  <a:pt x="691848" y="163416"/>
                </a:cubicBezTo>
                <a:cubicBezTo>
                  <a:pt x="691848" y="159623"/>
                  <a:pt x="693009" y="156484"/>
                  <a:pt x="695330" y="154000"/>
                </a:cubicBezTo>
                <a:cubicBezTo>
                  <a:pt x="697652" y="151515"/>
                  <a:pt x="700513" y="150272"/>
                  <a:pt x="703913" y="150272"/>
                </a:cubicBezTo>
                <a:cubicBezTo>
                  <a:pt x="707183" y="150272"/>
                  <a:pt x="709815" y="151312"/>
                  <a:pt x="711809" y="153393"/>
                </a:cubicBezTo>
                <a:cubicBezTo>
                  <a:pt x="713804" y="155475"/>
                  <a:pt x="714834" y="158696"/>
                  <a:pt x="714899" y="163054"/>
                </a:cubicBezTo>
                <a:cubicBezTo>
                  <a:pt x="714964" y="165527"/>
                  <a:pt x="715259" y="167121"/>
                  <a:pt x="715782" y="167836"/>
                </a:cubicBezTo>
                <a:cubicBezTo>
                  <a:pt x="716305" y="168551"/>
                  <a:pt x="717057" y="168909"/>
                  <a:pt x="718038" y="168909"/>
                </a:cubicBezTo>
                <a:cubicBezTo>
                  <a:pt x="719607" y="168909"/>
                  <a:pt x="721275" y="167965"/>
                  <a:pt x="723040" y="166077"/>
                </a:cubicBezTo>
                <a:cubicBezTo>
                  <a:pt x="725656" y="163343"/>
                  <a:pt x="728729" y="157093"/>
                  <a:pt x="732261" y="147329"/>
                </a:cubicBezTo>
                <a:lnTo>
                  <a:pt x="735105" y="1397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9e824321d4fff"/>
          <a:stretch xmlns:a="http://schemas.openxmlformats.org/drawingml/2006/main"/>
        </p:blipFill>
        <p:spPr>
          <a:xfrm xmlns:a="http://schemas.openxmlformats.org/drawingml/2006/main">
            <a:off x="8451439" y="2824758"/>
            <a:ext cx="1368536" cy="624630"/>
          </a:xfrm>
          <a:prstGeom xmlns:a="http://schemas.openxmlformats.org/drawingml/2006/main" prst="rect">
            <a:avLst/>
          </a:prstGeom>
        </p:spPr>
      </p:pic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4e3b81db64730"/>
          <a:stretch xmlns:a="http://schemas.openxmlformats.org/drawingml/2006/main"/>
        </p:blipFill>
        <p:spPr>
          <a:xfrm xmlns:a="http://schemas.openxmlformats.org/drawingml/2006/main">
            <a:off x="8492244" y="2774536"/>
            <a:ext cx="1290065" cy="784711"/>
          </a:xfrm>
          <a:prstGeom xmlns:a="http://schemas.openxmlformats.org/drawingml/2006/main" prst="rect">
            <a:avLst/>
          </a:prstGeom>
        </p:spPr>
      </p:pic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A8A9C-863D-4FA1-A92F-27E81C2B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519" y="2854053"/>
            <a:ext cx="1249261" cy="505355"/>
          </a:xfrm>
          <a:custGeom xmlns:a="http://schemas.openxmlformats.org/drawingml/2006/main">
            <a:pathLst>
              <a:path w="1249261" h="505355">
                <a:moveTo>
                  <a:pt x="0" y="84227"/>
                </a:moveTo>
                <a:cubicBezTo>
                  <a:pt x="0" y="37710"/>
                  <a:pt x="37710" y="0"/>
                  <a:pt x="84228" y="0"/>
                </a:cubicBezTo>
                <a:lnTo>
                  <a:pt x="1165034" y="0"/>
                </a:lnTo>
                <a:cubicBezTo>
                  <a:pt x="1211551" y="0"/>
                  <a:pt x="1249261" y="37710"/>
                  <a:pt x="1249261" y="84227"/>
                </a:cubicBezTo>
                <a:lnTo>
                  <a:pt x="1249261" y="421128"/>
                </a:lnTo>
                <a:cubicBezTo>
                  <a:pt x="1249261" y="467645"/>
                  <a:pt x="1211551" y="505355"/>
                  <a:pt x="1165034" y="505355"/>
                </a:cubicBezTo>
                <a:lnTo>
                  <a:pt x="84228" y="505355"/>
                </a:lnTo>
                <a:cubicBezTo>
                  <a:pt x="37710" y="505355"/>
                  <a:pt x="0" y="467645"/>
                  <a:pt x="0" y="421128"/>
                </a:cubicBezTo>
                <a:lnTo>
                  <a:pt x="0" y="84227"/>
                </a:lnTo>
                <a:close/>
              </a:path>
            </a:pathLst>
          </a:custGeom>
          <a:solidFill xmlns:a="http://schemas.openxmlformats.org/drawingml/2006/main">
            <a:srgbClr val="E3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Accurate">
            <a:extLst xmlns:a="http://schemas.openxmlformats.org/drawingml/2006/main">
              <a:ext uri="{FF2B5EF4-FFF2-40B4-BE49-F238E27FC236}">
                <a16:creationId xmlns:a16="http://schemas.microsoft.com/office/drawing/2014/main" id="{85FB7717-2492-48A0-87DA-8AA05B25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321" y="2924220"/>
            <a:ext cx="777288" cy="138698"/>
          </a:xfrm>
          <a:custGeom xmlns:a="http://schemas.openxmlformats.org/drawingml/2006/main">
            <a:pathLst>
              <a:path w="777288" h="138698">
                <a:moveTo>
                  <a:pt x="82002" y="97893"/>
                </a:moveTo>
                <a:lnTo>
                  <a:pt x="35018" y="97893"/>
                </a:lnTo>
                <a:lnTo>
                  <a:pt x="29427" y="110905"/>
                </a:lnTo>
                <a:cubicBezTo>
                  <a:pt x="27596" y="115268"/>
                  <a:pt x="26680" y="118870"/>
                  <a:pt x="26680" y="121713"/>
                </a:cubicBezTo>
                <a:cubicBezTo>
                  <a:pt x="26680" y="125479"/>
                  <a:pt x="28184" y="128255"/>
                  <a:pt x="31192" y="130041"/>
                </a:cubicBezTo>
                <a:cubicBezTo>
                  <a:pt x="32958" y="131098"/>
                  <a:pt x="37306" y="131891"/>
                  <a:pt x="44238" y="132420"/>
                </a:cubicBezTo>
                <a:lnTo>
                  <a:pt x="44238" y="135951"/>
                </a:lnTo>
                <a:lnTo>
                  <a:pt x="0" y="135951"/>
                </a:lnTo>
                <a:lnTo>
                  <a:pt x="0" y="132420"/>
                </a:lnTo>
                <a:cubicBezTo>
                  <a:pt x="4774" y="131695"/>
                  <a:pt x="8697" y="129698"/>
                  <a:pt x="11771" y="126430"/>
                </a:cubicBezTo>
                <a:cubicBezTo>
                  <a:pt x="14844" y="123161"/>
                  <a:pt x="18637" y="116409"/>
                  <a:pt x="23149" y="106175"/>
                </a:cubicBezTo>
                <a:lnTo>
                  <a:pt x="70722" y="0"/>
                </a:lnTo>
                <a:lnTo>
                  <a:pt x="72586" y="0"/>
                </a:lnTo>
                <a:lnTo>
                  <a:pt x="120551" y="109133"/>
                </a:lnTo>
                <a:cubicBezTo>
                  <a:pt x="125129" y="119571"/>
                  <a:pt x="128889" y="126144"/>
                  <a:pt x="131831" y="128852"/>
                </a:cubicBezTo>
                <a:cubicBezTo>
                  <a:pt x="134055" y="130900"/>
                  <a:pt x="137194" y="132089"/>
                  <a:pt x="141248" y="132420"/>
                </a:cubicBezTo>
                <a:lnTo>
                  <a:pt x="141248" y="135951"/>
                </a:lnTo>
                <a:lnTo>
                  <a:pt x="76902" y="135951"/>
                </a:lnTo>
                <a:lnTo>
                  <a:pt x="76902" y="132420"/>
                </a:lnTo>
                <a:lnTo>
                  <a:pt x="79550" y="132420"/>
                </a:lnTo>
                <a:cubicBezTo>
                  <a:pt x="84716" y="132420"/>
                  <a:pt x="88345" y="131688"/>
                  <a:pt x="90438" y="130225"/>
                </a:cubicBezTo>
                <a:cubicBezTo>
                  <a:pt x="91877" y="129163"/>
                  <a:pt x="92596" y="127633"/>
                  <a:pt x="92596" y="125637"/>
                </a:cubicBezTo>
                <a:cubicBezTo>
                  <a:pt x="92596" y="124441"/>
                  <a:pt x="92400" y="123211"/>
                  <a:pt x="92007" y="121946"/>
                </a:cubicBezTo>
                <a:cubicBezTo>
                  <a:pt x="91877" y="121349"/>
                  <a:pt x="90896" y="118856"/>
                  <a:pt x="89065" y="114467"/>
                </a:cubicBezTo>
                <a:lnTo>
                  <a:pt x="82002" y="97893"/>
                </a:lnTo>
                <a:moveTo>
                  <a:pt x="78667" y="90634"/>
                </a:moveTo>
                <a:lnTo>
                  <a:pt x="58853" y="44771"/>
                </a:lnTo>
                <a:lnTo>
                  <a:pt x="38451" y="90634"/>
                </a:lnTo>
                <a:lnTo>
                  <a:pt x="78667" y="90634"/>
                </a:lnTo>
                <a:close/>
                <a:moveTo>
                  <a:pt x="225703" y="112235"/>
                </a:moveTo>
                <a:lnTo>
                  <a:pt x="228744" y="114586"/>
                </a:lnTo>
                <a:cubicBezTo>
                  <a:pt x="224428" y="122721"/>
                  <a:pt x="219049" y="128774"/>
                  <a:pt x="212608" y="132745"/>
                </a:cubicBezTo>
                <a:cubicBezTo>
                  <a:pt x="206167" y="136713"/>
                  <a:pt x="199317" y="138698"/>
                  <a:pt x="192059" y="138698"/>
                </a:cubicBezTo>
                <a:cubicBezTo>
                  <a:pt x="179830" y="138698"/>
                  <a:pt x="170054" y="134083"/>
                  <a:pt x="162730" y="124855"/>
                </a:cubicBezTo>
                <a:cubicBezTo>
                  <a:pt x="155406" y="115624"/>
                  <a:pt x="151744" y="104529"/>
                  <a:pt x="151744" y="91569"/>
                </a:cubicBezTo>
                <a:cubicBezTo>
                  <a:pt x="151744" y="79065"/>
                  <a:pt x="155079" y="68068"/>
                  <a:pt x="161749" y="58577"/>
                </a:cubicBezTo>
                <a:cubicBezTo>
                  <a:pt x="169792" y="47121"/>
                  <a:pt x="180876" y="41394"/>
                  <a:pt x="195001" y="41394"/>
                </a:cubicBezTo>
                <a:cubicBezTo>
                  <a:pt x="204483" y="41394"/>
                  <a:pt x="212020" y="43787"/>
                  <a:pt x="217611" y="48575"/>
                </a:cubicBezTo>
                <a:cubicBezTo>
                  <a:pt x="223202" y="53361"/>
                  <a:pt x="225997" y="58705"/>
                  <a:pt x="225997" y="64607"/>
                </a:cubicBezTo>
                <a:cubicBezTo>
                  <a:pt x="225997" y="68344"/>
                  <a:pt x="224869" y="71328"/>
                  <a:pt x="222613" y="73557"/>
                </a:cubicBezTo>
                <a:cubicBezTo>
                  <a:pt x="220357" y="75787"/>
                  <a:pt x="217398" y="76902"/>
                  <a:pt x="213736" y="76902"/>
                </a:cubicBezTo>
                <a:cubicBezTo>
                  <a:pt x="209878" y="76902"/>
                  <a:pt x="206690" y="75622"/>
                  <a:pt x="204173" y="73064"/>
                </a:cubicBezTo>
                <a:cubicBezTo>
                  <a:pt x="201655" y="70503"/>
                  <a:pt x="200102" y="65942"/>
                  <a:pt x="199513" y="59381"/>
                </a:cubicBezTo>
                <a:cubicBezTo>
                  <a:pt x="199121" y="55247"/>
                  <a:pt x="198173" y="52359"/>
                  <a:pt x="196669" y="50718"/>
                </a:cubicBezTo>
                <a:cubicBezTo>
                  <a:pt x="195165" y="49079"/>
                  <a:pt x="193399" y="48260"/>
                  <a:pt x="191372" y="48260"/>
                </a:cubicBezTo>
                <a:cubicBezTo>
                  <a:pt x="188233" y="48260"/>
                  <a:pt x="185552" y="49927"/>
                  <a:pt x="183329" y="53262"/>
                </a:cubicBezTo>
                <a:cubicBezTo>
                  <a:pt x="179928" y="58297"/>
                  <a:pt x="178228" y="66014"/>
                  <a:pt x="178228" y="76411"/>
                </a:cubicBezTo>
                <a:cubicBezTo>
                  <a:pt x="178228" y="85043"/>
                  <a:pt x="179601" y="93299"/>
                  <a:pt x="182348" y="101179"/>
                </a:cubicBezTo>
                <a:cubicBezTo>
                  <a:pt x="185094" y="109058"/>
                  <a:pt x="188854" y="114927"/>
                  <a:pt x="193628" y="118786"/>
                </a:cubicBezTo>
                <a:cubicBezTo>
                  <a:pt x="197225" y="121598"/>
                  <a:pt x="201475" y="123003"/>
                  <a:pt x="206380" y="123003"/>
                </a:cubicBezTo>
                <a:cubicBezTo>
                  <a:pt x="209584" y="123003"/>
                  <a:pt x="212625" y="122253"/>
                  <a:pt x="215502" y="120754"/>
                </a:cubicBezTo>
                <a:cubicBezTo>
                  <a:pt x="218379" y="119252"/>
                  <a:pt x="221779" y="116412"/>
                  <a:pt x="225703" y="112235"/>
                </a:cubicBezTo>
                <a:close/>
                <a:moveTo>
                  <a:pt x="315720" y="112235"/>
                </a:moveTo>
                <a:lnTo>
                  <a:pt x="318761" y="114586"/>
                </a:lnTo>
                <a:cubicBezTo>
                  <a:pt x="314445" y="122721"/>
                  <a:pt x="309067" y="128774"/>
                  <a:pt x="302625" y="132745"/>
                </a:cubicBezTo>
                <a:cubicBezTo>
                  <a:pt x="296184" y="136713"/>
                  <a:pt x="289334" y="138698"/>
                  <a:pt x="282076" y="138698"/>
                </a:cubicBezTo>
                <a:cubicBezTo>
                  <a:pt x="269847" y="138698"/>
                  <a:pt x="260071" y="134083"/>
                  <a:pt x="252747" y="124855"/>
                </a:cubicBezTo>
                <a:cubicBezTo>
                  <a:pt x="245423" y="115624"/>
                  <a:pt x="241761" y="104529"/>
                  <a:pt x="241761" y="91569"/>
                </a:cubicBezTo>
                <a:cubicBezTo>
                  <a:pt x="241761" y="79065"/>
                  <a:pt x="245096" y="68068"/>
                  <a:pt x="251766" y="58577"/>
                </a:cubicBezTo>
                <a:cubicBezTo>
                  <a:pt x="259810" y="47121"/>
                  <a:pt x="270894" y="41394"/>
                  <a:pt x="285018" y="41394"/>
                </a:cubicBezTo>
                <a:cubicBezTo>
                  <a:pt x="294500" y="41394"/>
                  <a:pt x="302037" y="43787"/>
                  <a:pt x="307628" y="48575"/>
                </a:cubicBezTo>
                <a:cubicBezTo>
                  <a:pt x="313219" y="53361"/>
                  <a:pt x="316015" y="58705"/>
                  <a:pt x="316015" y="64607"/>
                </a:cubicBezTo>
                <a:cubicBezTo>
                  <a:pt x="316015" y="68344"/>
                  <a:pt x="314887" y="71328"/>
                  <a:pt x="312630" y="73557"/>
                </a:cubicBezTo>
                <a:cubicBezTo>
                  <a:pt x="310374" y="75787"/>
                  <a:pt x="307415" y="76902"/>
                  <a:pt x="303753" y="76902"/>
                </a:cubicBezTo>
                <a:cubicBezTo>
                  <a:pt x="299895" y="76902"/>
                  <a:pt x="296707" y="75622"/>
                  <a:pt x="294190" y="73064"/>
                </a:cubicBezTo>
                <a:cubicBezTo>
                  <a:pt x="291672" y="70503"/>
                  <a:pt x="290119" y="65942"/>
                  <a:pt x="289531" y="59381"/>
                </a:cubicBezTo>
                <a:cubicBezTo>
                  <a:pt x="289138" y="55247"/>
                  <a:pt x="288190" y="52359"/>
                  <a:pt x="286686" y="50718"/>
                </a:cubicBezTo>
                <a:cubicBezTo>
                  <a:pt x="285182" y="49079"/>
                  <a:pt x="283416" y="48260"/>
                  <a:pt x="281389" y="48260"/>
                </a:cubicBezTo>
                <a:cubicBezTo>
                  <a:pt x="278250" y="48260"/>
                  <a:pt x="275569" y="49927"/>
                  <a:pt x="273346" y="53262"/>
                </a:cubicBezTo>
                <a:cubicBezTo>
                  <a:pt x="269945" y="58297"/>
                  <a:pt x="268245" y="66014"/>
                  <a:pt x="268245" y="76411"/>
                </a:cubicBezTo>
                <a:cubicBezTo>
                  <a:pt x="268245" y="85043"/>
                  <a:pt x="269618" y="93299"/>
                  <a:pt x="272365" y="101179"/>
                </a:cubicBezTo>
                <a:cubicBezTo>
                  <a:pt x="275111" y="109058"/>
                  <a:pt x="278872" y="114927"/>
                  <a:pt x="283645" y="118786"/>
                </a:cubicBezTo>
                <a:cubicBezTo>
                  <a:pt x="287242" y="121598"/>
                  <a:pt x="291492" y="123003"/>
                  <a:pt x="296397" y="123003"/>
                </a:cubicBezTo>
                <a:cubicBezTo>
                  <a:pt x="299601" y="123003"/>
                  <a:pt x="302642" y="122253"/>
                  <a:pt x="305519" y="120754"/>
                </a:cubicBezTo>
                <a:cubicBezTo>
                  <a:pt x="308396" y="119252"/>
                  <a:pt x="311797" y="116412"/>
                  <a:pt x="315720" y="112235"/>
                </a:cubicBezTo>
                <a:close/>
                <a:moveTo>
                  <a:pt x="419470" y="44140"/>
                </a:moveTo>
                <a:lnTo>
                  <a:pt x="419470" y="115941"/>
                </a:lnTo>
                <a:cubicBezTo>
                  <a:pt x="419470" y="122981"/>
                  <a:pt x="420124" y="127372"/>
                  <a:pt x="421432" y="129116"/>
                </a:cubicBezTo>
                <a:cubicBezTo>
                  <a:pt x="422740" y="130859"/>
                  <a:pt x="425388" y="131960"/>
                  <a:pt x="429377" y="132420"/>
                </a:cubicBezTo>
                <a:lnTo>
                  <a:pt x="429377" y="135951"/>
                </a:lnTo>
                <a:lnTo>
                  <a:pt x="392005" y="135951"/>
                </a:lnTo>
                <a:lnTo>
                  <a:pt x="392005" y="123690"/>
                </a:lnTo>
                <a:cubicBezTo>
                  <a:pt x="387624" y="128921"/>
                  <a:pt x="383242" y="132731"/>
                  <a:pt x="378861" y="135117"/>
                </a:cubicBezTo>
                <a:cubicBezTo>
                  <a:pt x="374480" y="137504"/>
                  <a:pt x="369575" y="138698"/>
                  <a:pt x="364148" y="138698"/>
                </a:cubicBezTo>
                <a:cubicBezTo>
                  <a:pt x="358982" y="138698"/>
                  <a:pt x="354388" y="137112"/>
                  <a:pt x="350366" y="133940"/>
                </a:cubicBezTo>
                <a:cubicBezTo>
                  <a:pt x="346345" y="130769"/>
                  <a:pt x="343647" y="127058"/>
                  <a:pt x="342274" y="122807"/>
                </a:cubicBezTo>
                <a:cubicBezTo>
                  <a:pt x="340901" y="118557"/>
                  <a:pt x="340214" y="111135"/>
                  <a:pt x="340214" y="100541"/>
                </a:cubicBezTo>
                <a:lnTo>
                  <a:pt x="340214" y="64150"/>
                </a:lnTo>
                <a:cubicBezTo>
                  <a:pt x="340214" y="57135"/>
                  <a:pt x="339577" y="52767"/>
                  <a:pt x="338301" y="51046"/>
                </a:cubicBezTo>
                <a:cubicBezTo>
                  <a:pt x="337026" y="49325"/>
                  <a:pt x="334362" y="48200"/>
                  <a:pt x="330307" y="47671"/>
                </a:cubicBezTo>
                <a:lnTo>
                  <a:pt x="330307" y="44140"/>
                </a:lnTo>
                <a:lnTo>
                  <a:pt x="367679" y="44140"/>
                </a:lnTo>
                <a:lnTo>
                  <a:pt x="367679" y="106895"/>
                </a:lnTo>
                <a:cubicBezTo>
                  <a:pt x="367679" y="113443"/>
                  <a:pt x="367990" y="117666"/>
                  <a:pt x="368611" y="119564"/>
                </a:cubicBezTo>
                <a:cubicBezTo>
                  <a:pt x="369232" y="121463"/>
                  <a:pt x="370213" y="122903"/>
                  <a:pt x="371554" y="123886"/>
                </a:cubicBezTo>
                <a:cubicBezTo>
                  <a:pt x="372894" y="124867"/>
                  <a:pt x="374447" y="125358"/>
                  <a:pt x="376213" y="125358"/>
                </a:cubicBezTo>
                <a:cubicBezTo>
                  <a:pt x="378567" y="125358"/>
                  <a:pt x="380692" y="124736"/>
                  <a:pt x="382589" y="123494"/>
                </a:cubicBezTo>
                <a:cubicBezTo>
                  <a:pt x="385204" y="121794"/>
                  <a:pt x="388343" y="118361"/>
                  <a:pt x="392005" y="113195"/>
                </a:cubicBezTo>
                <a:lnTo>
                  <a:pt x="392005" y="64150"/>
                </a:lnTo>
                <a:cubicBezTo>
                  <a:pt x="392005" y="57135"/>
                  <a:pt x="391367" y="52767"/>
                  <a:pt x="390092" y="51046"/>
                </a:cubicBezTo>
                <a:cubicBezTo>
                  <a:pt x="388817" y="49325"/>
                  <a:pt x="386152" y="48200"/>
                  <a:pt x="382098" y="47671"/>
                </a:cubicBezTo>
                <a:lnTo>
                  <a:pt x="382098" y="44140"/>
                </a:lnTo>
                <a:lnTo>
                  <a:pt x="419470" y="44140"/>
                </a:lnTo>
                <a:close/>
                <a:moveTo>
                  <a:pt x="480466" y="44140"/>
                </a:moveTo>
                <a:lnTo>
                  <a:pt x="480466" y="64935"/>
                </a:lnTo>
                <a:cubicBezTo>
                  <a:pt x="486548" y="55453"/>
                  <a:pt x="491877" y="49159"/>
                  <a:pt x="496455" y="46053"/>
                </a:cubicBezTo>
                <a:cubicBezTo>
                  <a:pt x="501032" y="42947"/>
                  <a:pt x="505446" y="41394"/>
                  <a:pt x="509697" y="41394"/>
                </a:cubicBezTo>
                <a:cubicBezTo>
                  <a:pt x="513359" y="41394"/>
                  <a:pt x="516285" y="42526"/>
                  <a:pt x="518476" y="44790"/>
                </a:cubicBezTo>
                <a:cubicBezTo>
                  <a:pt x="520666" y="47054"/>
                  <a:pt x="521762" y="50253"/>
                  <a:pt x="521762" y="54387"/>
                </a:cubicBezTo>
                <a:cubicBezTo>
                  <a:pt x="521762" y="58785"/>
                  <a:pt x="520699" y="62199"/>
                  <a:pt x="518574" y="64628"/>
                </a:cubicBezTo>
                <a:cubicBezTo>
                  <a:pt x="516448" y="67056"/>
                  <a:pt x="513882" y="68270"/>
                  <a:pt x="510874" y="68270"/>
                </a:cubicBezTo>
                <a:cubicBezTo>
                  <a:pt x="507408" y="68270"/>
                  <a:pt x="504400" y="67158"/>
                  <a:pt x="501850" y="64935"/>
                </a:cubicBezTo>
                <a:cubicBezTo>
                  <a:pt x="499299" y="62711"/>
                  <a:pt x="497795" y="61469"/>
                  <a:pt x="497337" y="61207"/>
                </a:cubicBezTo>
                <a:cubicBezTo>
                  <a:pt x="496683" y="60815"/>
                  <a:pt x="495931" y="60619"/>
                  <a:pt x="495081" y="60619"/>
                </a:cubicBezTo>
                <a:cubicBezTo>
                  <a:pt x="493185" y="60619"/>
                  <a:pt x="491387" y="61338"/>
                  <a:pt x="489686" y="62777"/>
                </a:cubicBezTo>
                <a:cubicBezTo>
                  <a:pt x="487005" y="65000"/>
                  <a:pt x="484978" y="68172"/>
                  <a:pt x="483605" y="72291"/>
                </a:cubicBezTo>
                <a:cubicBezTo>
                  <a:pt x="481512" y="78635"/>
                  <a:pt x="480466" y="85632"/>
                  <a:pt x="480466" y="93283"/>
                </a:cubicBezTo>
                <a:lnTo>
                  <a:pt x="480466" y="114372"/>
                </a:lnTo>
                <a:lnTo>
                  <a:pt x="480564" y="119865"/>
                </a:lnTo>
                <a:cubicBezTo>
                  <a:pt x="480564" y="123592"/>
                  <a:pt x="480793" y="125979"/>
                  <a:pt x="481251" y="127025"/>
                </a:cubicBezTo>
                <a:cubicBezTo>
                  <a:pt x="482036" y="128791"/>
                  <a:pt x="483196" y="130082"/>
                  <a:pt x="484733" y="130900"/>
                </a:cubicBezTo>
                <a:cubicBezTo>
                  <a:pt x="486270" y="131717"/>
                  <a:pt x="488869" y="132224"/>
                  <a:pt x="492531" y="132420"/>
                </a:cubicBezTo>
                <a:lnTo>
                  <a:pt x="492531" y="135951"/>
                </a:lnTo>
                <a:lnTo>
                  <a:pt x="442996" y="135951"/>
                </a:lnTo>
                <a:lnTo>
                  <a:pt x="442996" y="132420"/>
                </a:lnTo>
                <a:cubicBezTo>
                  <a:pt x="446985" y="132093"/>
                  <a:pt x="449683" y="130998"/>
                  <a:pt x="451089" y="129134"/>
                </a:cubicBezTo>
                <a:cubicBezTo>
                  <a:pt x="452494" y="127270"/>
                  <a:pt x="453197" y="122350"/>
                  <a:pt x="453197" y="114372"/>
                </a:cubicBezTo>
                <a:lnTo>
                  <a:pt x="453197" y="63562"/>
                </a:lnTo>
                <a:cubicBezTo>
                  <a:pt x="453197" y="58297"/>
                  <a:pt x="452936" y="54942"/>
                  <a:pt x="452413" y="53495"/>
                </a:cubicBezTo>
                <a:cubicBezTo>
                  <a:pt x="451759" y="51652"/>
                  <a:pt x="450811" y="50303"/>
                  <a:pt x="449568" y="49449"/>
                </a:cubicBezTo>
                <a:cubicBezTo>
                  <a:pt x="448326" y="48593"/>
                  <a:pt x="446135" y="48000"/>
                  <a:pt x="442996" y="47671"/>
                </a:cubicBezTo>
                <a:lnTo>
                  <a:pt x="442996" y="44140"/>
                </a:lnTo>
                <a:lnTo>
                  <a:pt x="480466" y="44140"/>
                </a:lnTo>
                <a:close/>
                <a:moveTo>
                  <a:pt x="583038" y="122415"/>
                </a:moveTo>
                <a:cubicBezTo>
                  <a:pt x="571856" y="132355"/>
                  <a:pt x="561819" y="137324"/>
                  <a:pt x="552925" y="137324"/>
                </a:cubicBezTo>
                <a:cubicBezTo>
                  <a:pt x="547694" y="137324"/>
                  <a:pt x="543345" y="135603"/>
                  <a:pt x="539879" y="132159"/>
                </a:cubicBezTo>
                <a:cubicBezTo>
                  <a:pt x="536414" y="128714"/>
                  <a:pt x="534681" y="124400"/>
                  <a:pt x="534681" y="119218"/>
                </a:cubicBezTo>
                <a:cubicBezTo>
                  <a:pt x="534681" y="112196"/>
                  <a:pt x="537689" y="105881"/>
                  <a:pt x="543705" y="100271"/>
                </a:cubicBezTo>
                <a:cubicBezTo>
                  <a:pt x="549721" y="94662"/>
                  <a:pt x="562832" y="87199"/>
                  <a:pt x="583038" y="77883"/>
                </a:cubicBezTo>
                <a:lnTo>
                  <a:pt x="583038" y="68662"/>
                </a:lnTo>
                <a:cubicBezTo>
                  <a:pt x="583038" y="61731"/>
                  <a:pt x="582662" y="57366"/>
                  <a:pt x="581910" y="55567"/>
                </a:cubicBezTo>
                <a:cubicBezTo>
                  <a:pt x="581158" y="53769"/>
                  <a:pt x="579736" y="52200"/>
                  <a:pt x="577644" y="50859"/>
                </a:cubicBezTo>
                <a:cubicBezTo>
                  <a:pt x="575551" y="49519"/>
                  <a:pt x="573197" y="48848"/>
                  <a:pt x="570581" y="48848"/>
                </a:cubicBezTo>
                <a:cubicBezTo>
                  <a:pt x="566331" y="48848"/>
                  <a:pt x="562832" y="49796"/>
                  <a:pt x="560086" y="51693"/>
                </a:cubicBezTo>
                <a:cubicBezTo>
                  <a:pt x="558385" y="52870"/>
                  <a:pt x="557535" y="54243"/>
                  <a:pt x="557535" y="55813"/>
                </a:cubicBezTo>
                <a:cubicBezTo>
                  <a:pt x="557535" y="57186"/>
                  <a:pt x="558451" y="58886"/>
                  <a:pt x="560282" y="60913"/>
                </a:cubicBezTo>
                <a:cubicBezTo>
                  <a:pt x="562767" y="63725"/>
                  <a:pt x="564009" y="66439"/>
                  <a:pt x="564009" y="69055"/>
                </a:cubicBezTo>
                <a:cubicBezTo>
                  <a:pt x="564009" y="72259"/>
                  <a:pt x="562816" y="74989"/>
                  <a:pt x="560429" y="77245"/>
                </a:cubicBezTo>
                <a:cubicBezTo>
                  <a:pt x="558042" y="79501"/>
                  <a:pt x="554920" y="80629"/>
                  <a:pt x="551061" y="80629"/>
                </a:cubicBezTo>
                <a:cubicBezTo>
                  <a:pt x="546942" y="80629"/>
                  <a:pt x="543492" y="79387"/>
                  <a:pt x="540713" y="76902"/>
                </a:cubicBezTo>
                <a:cubicBezTo>
                  <a:pt x="537934" y="74417"/>
                  <a:pt x="536544" y="71507"/>
                  <a:pt x="536544" y="68172"/>
                </a:cubicBezTo>
                <a:cubicBezTo>
                  <a:pt x="536544" y="63464"/>
                  <a:pt x="538408" y="58968"/>
                  <a:pt x="542135" y="54685"/>
                </a:cubicBezTo>
                <a:cubicBezTo>
                  <a:pt x="545863" y="50401"/>
                  <a:pt x="551061" y="47115"/>
                  <a:pt x="557732" y="44827"/>
                </a:cubicBezTo>
                <a:cubicBezTo>
                  <a:pt x="564402" y="42538"/>
                  <a:pt x="571333" y="41394"/>
                  <a:pt x="578526" y="41394"/>
                </a:cubicBezTo>
                <a:cubicBezTo>
                  <a:pt x="587224" y="41394"/>
                  <a:pt x="594106" y="43246"/>
                  <a:pt x="599174" y="46951"/>
                </a:cubicBezTo>
                <a:cubicBezTo>
                  <a:pt x="604242" y="50654"/>
                  <a:pt x="607528" y="54668"/>
                  <a:pt x="609032" y="58994"/>
                </a:cubicBezTo>
                <a:cubicBezTo>
                  <a:pt x="609948" y="61747"/>
                  <a:pt x="610405" y="68072"/>
                  <a:pt x="610405" y="77968"/>
                </a:cubicBezTo>
                <a:lnTo>
                  <a:pt x="610405" y="113657"/>
                </a:lnTo>
                <a:cubicBezTo>
                  <a:pt x="610405" y="117853"/>
                  <a:pt x="610569" y="120492"/>
                  <a:pt x="610896" y="121575"/>
                </a:cubicBezTo>
                <a:cubicBezTo>
                  <a:pt x="611223" y="122656"/>
                  <a:pt x="611713" y="123459"/>
                  <a:pt x="612367" y="123984"/>
                </a:cubicBezTo>
                <a:cubicBezTo>
                  <a:pt x="613021" y="124507"/>
                  <a:pt x="613773" y="124769"/>
                  <a:pt x="614623" y="124769"/>
                </a:cubicBezTo>
                <a:cubicBezTo>
                  <a:pt x="616323" y="124769"/>
                  <a:pt x="618056" y="123559"/>
                  <a:pt x="619822" y="121140"/>
                </a:cubicBezTo>
                <a:lnTo>
                  <a:pt x="622764" y="123494"/>
                </a:lnTo>
                <a:cubicBezTo>
                  <a:pt x="619495" y="128333"/>
                  <a:pt x="616111" y="131848"/>
                  <a:pt x="612612" y="134038"/>
                </a:cubicBezTo>
                <a:cubicBezTo>
                  <a:pt x="609114" y="136229"/>
                  <a:pt x="605141" y="137324"/>
                  <a:pt x="600694" y="137324"/>
                </a:cubicBezTo>
                <a:cubicBezTo>
                  <a:pt x="595463" y="137324"/>
                  <a:pt x="591376" y="136090"/>
                  <a:pt x="588433" y="133622"/>
                </a:cubicBezTo>
                <a:cubicBezTo>
                  <a:pt x="585491" y="131153"/>
                  <a:pt x="583692" y="127417"/>
                  <a:pt x="583038" y="122415"/>
                </a:cubicBezTo>
                <a:moveTo>
                  <a:pt x="583038" y="115156"/>
                </a:moveTo>
                <a:lnTo>
                  <a:pt x="583038" y="84473"/>
                </a:lnTo>
                <a:cubicBezTo>
                  <a:pt x="575126" y="89138"/>
                  <a:pt x="569241" y="94133"/>
                  <a:pt x="565382" y="99456"/>
                </a:cubicBezTo>
                <a:cubicBezTo>
                  <a:pt x="562832" y="103004"/>
                  <a:pt x="561557" y="106585"/>
                  <a:pt x="561557" y="110200"/>
                </a:cubicBezTo>
                <a:cubicBezTo>
                  <a:pt x="561557" y="113222"/>
                  <a:pt x="562636" y="115884"/>
                  <a:pt x="564794" y="118185"/>
                </a:cubicBezTo>
                <a:cubicBezTo>
                  <a:pt x="566429" y="119959"/>
                  <a:pt x="568717" y="120845"/>
                  <a:pt x="571660" y="120845"/>
                </a:cubicBezTo>
                <a:cubicBezTo>
                  <a:pt x="574930" y="120845"/>
                  <a:pt x="578723" y="118949"/>
                  <a:pt x="583038" y="115156"/>
                </a:cubicBezTo>
                <a:close/>
                <a:moveTo>
                  <a:pt x="669480" y="10397"/>
                </a:moveTo>
                <a:lnTo>
                  <a:pt x="669480" y="44140"/>
                </a:lnTo>
                <a:lnTo>
                  <a:pt x="691255" y="44140"/>
                </a:lnTo>
                <a:lnTo>
                  <a:pt x="691255" y="53753"/>
                </a:lnTo>
                <a:lnTo>
                  <a:pt x="669480" y="53753"/>
                </a:lnTo>
                <a:lnTo>
                  <a:pt x="669480" y="110503"/>
                </a:lnTo>
                <a:cubicBezTo>
                  <a:pt x="669480" y="115814"/>
                  <a:pt x="669725" y="119240"/>
                  <a:pt x="670215" y="120781"/>
                </a:cubicBezTo>
                <a:cubicBezTo>
                  <a:pt x="670706" y="122322"/>
                  <a:pt x="671572" y="123568"/>
                  <a:pt x="672815" y="124521"/>
                </a:cubicBezTo>
                <a:cubicBezTo>
                  <a:pt x="674057" y="125471"/>
                  <a:pt x="675201" y="125946"/>
                  <a:pt x="676248" y="125946"/>
                </a:cubicBezTo>
                <a:cubicBezTo>
                  <a:pt x="680498" y="125946"/>
                  <a:pt x="684520" y="122676"/>
                  <a:pt x="688313" y="116137"/>
                </a:cubicBezTo>
                <a:lnTo>
                  <a:pt x="691255" y="118317"/>
                </a:lnTo>
                <a:cubicBezTo>
                  <a:pt x="685959" y="130988"/>
                  <a:pt x="677359" y="137324"/>
                  <a:pt x="665458" y="137324"/>
                </a:cubicBezTo>
                <a:cubicBezTo>
                  <a:pt x="659638" y="137324"/>
                  <a:pt x="654717" y="135701"/>
                  <a:pt x="650696" y="132454"/>
                </a:cubicBezTo>
                <a:cubicBezTo>
                  <a:pt x="646674" y="129205"/>
                  <a:pt x="644107" y="125578"/>
                  <a:pt x="642996" y="121575"/>
                </a:cubicBezTo>
                <a:cubicBezTo>
                  <a:pt x="642342" y="119344"/>
                  <a:pt x="642015" y="113306"/>
                  <a:pt x="642015" y="103462"/>
                </a:cubicBezTo>
                <a:lnTo>
                  <a:pt x="642015" y="53753"/>
                </a:lnTo>
                <a:lnTo>
                  <a:pt x="630048" y="53753"/>
                </a:lnTo>
                <a:lnTo>
                  <a:pt x="630048" y="50310"/>
                </a:lnTo>
                <a:cubicBezTo>
                  <a:pt x="638287" y="44478"/>
                  <a:pt x="645301" y="38351"/>
                  <a:pt x="651088" y="31928"/>
                </a:cubicBezTo>
                <a:cubicBezTo>
                  <a:pt x="656875" y="25505"/>
                  <a:pt x="661927" y="18328"/>
                  <a:pt x="666243" y="10397"/>
                </a:cubicBezTo>
                <a:lnTo>
                  <a:pt x="669480" y="10397"/>
                </a:lnTo>
                <a:close/>
                <a:moveTo>
                  <a:pt x="777288" y="86711"/>
                </a:moveTo>
                <a:lnTo>
                  <a:pt x="726969" y="86711"/>
                </a:lnTo>
                <a:cubicBezTo>
                  <a:pt x="727557" y="98906"/>
                  <a:pt x="730794" y="108545"/>
                  <a:pt x="736680" y="115625"/>
                </a:cubicBezTo>
                <a:cubicBezTo>
                  <a:pt x="741192" y="121067"/>
                  <a:pt x="746619" y="123788"/>
                  <a:pt x="752962" y="123788"/>
                </a:cubicBezTo>
                <a:cubicBezTo>
                  <a:pt x="756886" y="123788"/>
                  <a:pt x="760450" y="122693"/>
                  <a:pt x="763654" y="120502"/>
                </a:cubicBezTo>
                <a:cubicBezTo>
                  <a:pt x="766858" y="118312"/>
                  <a:pt x="770291" y="114372"/>
                  <a:pt x="773953" y="108682"/>
                </a:cubicBezTo>
                <a:lnTo>
                  <a:pt x="777288" y="110840"/>
                </a:lnTo>
                <a:cubicBezTo>
                  <a:pt x="772319" y="120976"/>
                  <a:pt x="766826" y="128153"/>
                  <a:pt x="760810" y="132371"/>
                </a:cubicBezTo>
                <a:cubicBezTo>
                  <a:pt x="754793" y="136589"/>
                  <a:pt x="747829" y="138698"/>
                  <a:pt x="739917" y="138698"/>
                </a:cubicBezTo>
                <a:cubicBezTo>
                  <a:pt x="726315" y="138698"/>
                  <a:pt x="716016" y="133461"/>
                  <a:pt x="709019" y="122988"/>
                </a:cubicBezTo>
                <a:cubicBezTo>
                  <a:pt x="703395" y="114544"/>
                  <a:pt x="700583" y="104071"/>
                  <a:pt x="700583" y="91569"/>
                </a:cubicBezTo>
                <a:cubicBezTo>
                  <a:pt x="700583" y="76251"/>
                  <a:pt x="704719" y="64059"/>
                  <a:pt x="712991" y="54994"/>
                </a:cubicBezTo>
                <a:cubicBezTo>
                  <a:pt x="721263" y="45927"/>
                  <a:pt x="730958" y="41394"/>
                  <a:pt x="742075" y="41394"/>
                </a:cubicBezTo>
                <a:cubicBezTo>
                  <a:pt x="751360" y="41394"/>
                  <a:pt x="759420" y="45203"/>
                  <a:pt x="766253" y="52821"/>
                </a:cubicBezTo>
                <a:cubicBezTo>
                  <a:pt x="773087" y="60439"/>
                  <a:pt x="776765" y="71736"/>
                  <a:pt x="777288" y="86711"/>
                </a:cubicBezTo>
                <a:moveTo>
                  <a:pt x="753159" y="80237"/>
                </a:moveTo>
                <a:cubicBezTo>
                  <a:pt x="753159" y="69708"/>
                  <a:pt x="752586" y="62483"/>
                  <a:pt x="751442" y="58559"/>
                </a:cubicBezTo>
                <a:cubicBezTo>
                  <a:pt x="750298" y="54635"/>
                  <a:pt x="748516" y="51660"/>
                  <a:pt x="746096" y="49633"/>
                </a:cubicBezTo>
                <a:cubicBezTo>
                  <a:pt x="744723" y="48456"/>
                  <a:pt x="742892" y="47867"/>
                  <a:pt x="740603" y="47867"/>
                </a:cubicBezTo>
                <a:cubicBezTo>
                  <a:pt x="737203" y="47867"/>
                  <a:pt x="734424" y="49535"/>
                  <a:pt x="732266" y="52870"/>
                </a:cubicBezTo>
                <a:cubicBezTo>
                  <a:pt x="728408" y="58690"/>
                  <a:pt x="726478" y="66668"/>
                  <a:pt x="726478" y="76804"/>
                </a:cubicBezTo>
                <a:lnTo>
                  <a:pt x="726478" y="80237"/>
                </a:lnTo>
                <a:lnTo>
                  <a:pt x="753159" y="802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Suggestion">
            <a:extLst xmlns:a="http://schemas.openxmlformats.org/drawingml/2006/main">
              <a:ext uri="{FF2B5EF4-FFF2-40B4-BE49-F238E27FC236}">
                <a16:creationId xmlns:a16="http://schemas.microsoft.com/office/drawing/2014/main" id="{A936EF51-BBA4-4975-9E94-4C45595E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218" y="3165911"/>
            <a:ext cx="911842" cy="179306"/>
          </a:xfrm>
          <a:custGeom xmlns:a="http://schemas.openxmlformats.org/drawingml/2006/main">
            <a:pathLst>
              <a:path w="911842" h="179306">
                <a:moveTo>
                  <a:pt x="83964" y="0"/>
                </a:moveTo>
                <a:lnTo>
                  <a:pt x="85043" y="44336"/>
                </a:lnTo>
                <a:lnTo>
                  <a:pt x="81021" y="44336"/>
                </a:lnTo>
                <a:cubicBezTo>
                  <a:pt x="79125" y="33248"/>
                  <a:pt x="74466" y="24329"/>
                  <a:pt x="67044" y="17579"/>
                </a:cubicBezTo>
                <a:cubicBezTo>
                  <a:pt x="59622" y="10830"/>
                  <a:pt x="51595" y="7455"/>
                  <a:pt x="42963" y="7455"/>
                </a:cubicBezTo>
                <a:cubicBezTo>
                  <a:pt x="36293" y="7455"/>
                  <a:pt x="31012" y="9232"/>
                  <a:pt x="27122" y="12785"/>
                </a:cubicBezTo>
                <a:cubicBezTo>
                  <a:pt x="23231" y="16337"/>
                  <a:pt x="21285" y="20427"/>
                  <a:pt x="21285" y="25056"/>
                </a:cubicBezTo>
                <a:cubicBezTo>
                  <a:pt x="21285" y="27988"/>
                  <a:pt x="21972" y="30596"/>
                  <a:pt x="23345" y="32878"/>
                </a:cubicBezTo>
                <a:cubicBezTo>
                  <a:pt x="25242" y="35941"/>
                  <a:pt x="28282" y="38972"/>
                  <a:pt x="32467" y="41970"/>
                </a:cubicBezTo>
                <a:cubicBezTo>
                  <a:pt x="35541" y="44122"/>
                  <a:pt x="42636" y="47936"/>
                  <a:pt x="53753" y="53412"/>
                </a:cubicBezTo>
                <a:cubicBezTo>
                  <a:pt x="69316" y="61039"/>
                  <a:pt x="79812" y="68243"/>
                  <a:pt x="85239" y="75026"/>
                </a:cubicBezTo>
                <a:cubicBezTo>
                  <a:pt x="90601" y="81806"/>
                  <a:pt x="93283" y="89565"/>
                  <a:pt x="93283" y="98303"/>
                </a:cubicBezTo>
                <a:cubicBezTo>
                  <a:pt x="93283" y="109387"/>
                  <a:pt x="88950" y="118924"/>
                  <a:pt x="80286" y="126912"/>
                </a:cubicBezTo>
                <a:cubicBezTo>
                  <a:pt x="71621" y="134900"/>
                  <a:pt x="60619" y="138894"/>
                  <a:pt x="47279" y="138894"/>
                </a:cubicBezTo>
                <a:cubicBezTo>
                  <a:pt x="43094" y="138894"/>
                  <a:pt x="39137" y="138469"/>
                  <a:pt x="35410" y="137619"/>
                </a:cubicBezTo>
                <a:cubicBezTo>
                  <a:pt x="31683" y="136769"/>
                  <a:pt x="27007" y="135166"/>
                  <a:pt x="21383" y="132812"/>
                </a:cubicBezTo>
                <a:cubicBezTo>
                  <a:pt x="18245" y="131504"/>
                  <a:pt x="15662" y="130851"/>
                  <a:pt x="13634" y="130851"/>
                </a:cubicBezTo>
                <a:cubicBezTo>
                  <a:pt x="11934" y="130851"/>
                  <a:pt x="10136" y="131513"/>
                  <a:pt x="8239" y="132837"/>
                </a:cubicBezTo>
                <a:cubicBezTo>
                  <a:pt x="6343" y="134161"/>
                  <a:pt x="4806" y="136180"/>
                  <a:pt x="3629" y="138894"/>
                </a:cubicBezTo>
                <a:lnTo>
                  <a:pt x="0" y="138894"/>
                </a:lnTo>
                <a:lnTo>
                  <a:pt x="0" y="88672"/>
                </a:lnTo>
                <a:lnTo>
                  <a:pt x="3629" y="88672"/>
                </a:lnTo>
                <a:cubicBezTo>
                  <a:pt x="6507" y="102764"/>
                  <a:pt x="12049" y="113513"/>
                  <a:pt x="20255" y="120919"/>
                </a:cubicBezTo>
                <a:cubicBezTo>
                  <a:pt x="28462" y="128325"/>
                  <a:pt x="37306" y="132028"/>
                  <a:pt x="46788" y="132028"/>
                </a:cubicBezTo>
                <a:cubicBezTo>
                  <a:pt x="54112" y="132028"/>
                  <a:pt x="59949" y="130039"/>
                  <a:pt x="64297" y="126063"/>
                </a:cubicBezTo>
                <a:cubicBezTo>
                  <a:pt x="68646" y="122086"/>
                  <a:pt x="70820" y="117457"/>
                  <a:pt x="70820" y="112177"/>
                </a:cubicBezTo>
                <a:cubicBezTo>
                  <a:pt x="70820" y="109048"/>
                  <a:pt x="69986" y="106018"/>
                  <a:pt x="68319" y="103085"/>
                </a:cubicBezTo>
                <a:cubicBezTo>
                  <a:pt x="66651" y="100151"/>
                  <a:pt x="64117" y="97363"/>
                  <a:pt x="60717" y="94723"/>
                </a:cubicBezTo>
                <a:cubicBezTo>
                  <a:pt x="57317" y="92083"/>
                  <a:pt x="51300" y="88645"/>
                  <a:pt x="42669" y="84409"/>
                </a:cubicBezTo>
                <a:cubicBezTo>
                  <a:pt x="30571" y="78476"/>
                  <a:pt x="21874" y="73421"/>
                  <a:pt x="16577" y="69242"/>
                </a:cubicBezTo>
                <a:cubicBezTo>
                  <a:pt x="11280" y="65063"/>
                  <a:pt x="7210" y="60394"/>
                  <a:pt x="4365" y="55236"/>
                </a:cubicBezTo>
                <a:cubicBezTo>
                  <a:pt x="1520" y="50078"/>
                  <a:pt x="98" y="44398"/>
                  <a:pt x="98" y="38196"/>
                </a:cubicBezTo>
                <a:cubicBezTo>
                  <a:pt x="98" y="27619"/>
                  <a:pt x="3989" y="18609"/>
                  <a:pt x="11771" y="11167"/>
                </a:cubicBezTo>
                <a:cubicBezTo>
                  <a:pt x="19552" y="3722"/>
                  <a:pt x="29361" y="0"/>
                  <a:pt x="41197" y="0"/>
                </a:cubicBezTo>
                <a:cubicBezTo>
                  <a:pt x="45513" y="0"/>
                  <a:pt x="49698" y="529"/>
                  <a:pt x="53753" y="1588"/>
                </a:cubicBezTo>
                <a:cubicBezTo>
                  <a:pt x="56826" y="2381"/>
                  <a:pt x="60570" y="3851"/>
                  <a:pt x="64984" y="5999"/>
                </a:cubicBezTo>
                <a:cubicBezTo>
                  <a:pt x="69398" y="8146"/>
                  <a:pt x="72488" y="9220"/>
                  <a:pt x="74253" y="9220"/>
                </a:cubicBezTo>
                <a:cubicBezTo>
                  <a:pt x="75953" y="9220"/>
                  <a:pt x="77294" y="8692"/>
                  <a:pt x="78275" y="7636"/>
                </a:cubicBezTo>
                <a:cubicBezTo>
                  <a:pt x="79256" y="6577"/>
                  <a:pt x="80171" y="4032"/>
                  <a:pt x="81021" y="0"/>
                </a:cubicBezTo>
                <a:lnTo>
                  <a:pt x="83964" y="0"/>
                </a:lnTo>
                <a:close/>
                <a:moveTo>
                  <a:pt x="196437" y="44140"/>
                </a:moveTo>
                <a:lnTo>
                  <a:pt x="196437" y="115941"/>
                </a:lnTo>
                <a:cubicBezTo>
                  <a:pt x="196437" y="122981"/>
                  <a:pt x="197091" y="127372"/>
                  <a:pt x="198399" y="129116"/>
                </a:cubicBezTo>
                <a:cubicBezTo>
                  <a:pt x="199707" y="130859"/>
                  <a:pt x="202356" y="131960"/>
                  <a:pt x="206344" y="132420"/>
                </a:cubicBezTo>
                <a:lnTo>
                  <a:pt x="206344" y="135951"/>
                </a:lnTo>
                <a:lnTo>
                  <a:pt x="168973" y="135951"/>
                </a:lnTo>
                <a:lnTo>
                  <a:pt x="168973" y="123690"/>
                </a:lnTo>
                <a:cubicBezTo>
                  <a:pt x="164591" y="128921"/>
                  <a:pt x="160210" y="132731"/>
                  <a:pt x="155829" y="135117"/>
                </a:cubicBezTo>
                <a:cubicBezTo>
                  <a:pt x="151447" y="137504"/>
                  <a:pt x="146543" y="138698"/>
                  <a:pt x="141115" y="138698"/>
                </a:cubicBezTo>
                <a:cubicBezTo>
                  <a:pt x="135949" y="138698"/>
                  <a:pt x="131356" y="137112"/>
                  <a:pt x="127334" y="133940"/>
                </a:cubicBezTo>
                <a:cubicBezTo>
                  <a:pt x="123312" y="130769"/>
                  <a:pt x="120615" y="127058"/>
                  <a:pt x="119242" y="122807"/>
                </a:cubicBezTo>
                <a:cubicBezTo>
                  <a:pt x="117868" y="118557"/>
                  <a:pt x="117182" y="111135"/>
                  <a:pt x="117182" y="100541"/>
                </a:cubicBezTo>
                <a:lnTo>
                  <a:pt x="117182" y="64150"/>
                </a:lnTo>
                <a:cubicBezTo>
                  <a:pt x="117182" y="57135"/>
                  <a:pt x="116544" y="52767"/>
                  <a:pt x="115269" y="51046"/>
                </a:cubicBezTo>
                <a:cubicBezTo>
                  <a:pt x="113994" y="49325"/>
                  <a:pt x="111329" y="48200"/>
                  <a:pt x="107275" y="47671"/>
                </a:cubicBezTo>
                <a:lnTo>
                  <a:pt x="107275" y="44140"/>
                </a:lnTo>
                <a:lnTo>
                  <a:pt x="144647" y="44140"/>
                </a:lnTo>
                <a:lnTo>
                  <a:pt x="144647" y="106895"/>
                </a:lnTo>
                <a:cubicBezTo>
                  <a:pt x="144647" y="113443"/>
                  <a:pt x="144957" y="117666"/>
                  <a:pt x="145578" y="119564"/>
                </a:cubicBezTo>
                <a:cubicBezTo>
                  <a:pt x="146200" y="121463"/>
                  <a:pt x="147181" y="122903"/>
                  <a:pt x="148521" y="123886"/>
                </a:cubicBezTo>
                <a:cubicBezTo>
                  <a:pt x="149862" y="124867"/>
                  <a:pt x="151415" y="125358"/>
                  <a:pt x="153180" y="125358"/>
                </a:cubicBezTo>
                <a:cubicBezTo>
                  <a:pt x="155534" y="125358"/>
                  <a:pt x="157660" y="124736"/>
                  <a:pt x="159556" y="123494"/>
                </a:cubicBezTo>
                <a:cubicBezTo>
                  <a:pt x="162172" y="121794"/>
                  <a:pt x="165311" y="118361"/>
                  <a:pt x="168973" y="113195"/>
                </a:cubicBezTo>
                <a:lnTo>
                  <a:pt x="168973" y="64150"/>
                </a:lnTo>
                <a:cubicBezTo>
                  <a:pt x="168973" y="57135"/>
                  <a:pt x="168335" y="52767"/>
                  <a:pt x="167060" y="51046"/>
                </a:cubicBezTo>
                <a:cubicBezTo>
                  <a:pt x="165785" y="49325"/>
                  <a:pt x="163120" y="48200"/>
                  <a:pt x="159066" y="47671"/>
                </a:cubicBezTo>
                <a:lnTo>
                  <a:pt x="159066" y="44140"/>
                </a:lnTo>
                <a:lnTo>
                  <a:pt x="196437" y="44140"/>
                </a:lnTo>
                <a:close/>
                <a:moveTo>
                  <a:pt x="278208" y="45317"/>
                </a:moveTo>
                <a:lnTo>
                  <a:pt x="309106" y="45317"/>
                </a:lnTo>
                <a:lnTo>
                  <a:pt x="309106" y="56107"/>
                </a:lnTo>
                <a:lnTo>
                  <a:pt x="291548" y="56107"/>
                </a:lnTo>
                <a:cubicBezTo>
                  <a:pt x="294752" y="59311"/>
                  <a:pt x="296975" y="62221"/>
                  <a:pt x="298218" y="64837"/>
                </a:cubicBezTo>
                <a:cubicBezTo>
                  <a:pt x="299787" y="68368"/>
                  <a:pt x="300572" y="72063"/>
                  <a:pt x="300572" y="75921"/>
                </a:cubicBezTo>
                <a:cubicBezTo>
                  <a:pt x="300572" y="82460"/>
                  <a:pt x="298757" y="88133"/>
                  <a:pt x="295128" y="92939"/>
                </a:cubicBezTo>
                <a:cubicBezTo>
                  <a:pt x="291499" y="97746"/>
                  <a:pt x="286562" y="101506"/>
                  <a:pt x="280317" y="104219"/>
                </a:cubicBezTo>
                <a:cubicBezTo>
                  <a:pt x="274072" y="106933"/>
                  <a:pt x="268530" y="108290"/>
                  <a:pt x="263690" y="108290"/>
                </a:cubicBezTo>
                <a:cubicBezTo>
                  <a:pt x="263298" y="108290"/>
                  <a:pt x="259375" y="108127"/>
                  <a:pt x="251920" y="107800"/>
                </a:cubicBezTo>
                <a:cubicBezTo>
                  <a:pt x="248977" y="107800"/>
                  <a:pt x="246509" y="108759"/>
                  <a:pt x="244514" y="110678"/>
                </a:cubicBezTo>
                <a:cubicBezTo>
                  <a:pt x="242520" y="112597"/>
                  <a:pt x="241522" y="114889"/>
                  <a:pt x="241522" y="117553"/>
                </a:cubicBezTo>
                <a:cubicBezTo>
                  <a:pt x="241522" y="119895"/>
                  <a:pt x="242422" y="121814"/>
                  <a:pt x="244220" y="123310"/>
                </a:cubicBezTo>
                <a:cubicBezTo>
                  <a:pt x="246018" y="124806"/>
                  <a:pt x="248944" y="125554"/>
                  <a:pt x="252999" y="125554"/>
                </a:cubicBezTo>
                <a:lnTo>
                  <a:pt x="269968" y="125358"/>
                </a:lnTo>
                <a:cubicBezTo>
                  <a:pt x="283701" y="125358"/>
                  <a:pt x="293150" y="126865"/>
                  <a:pt x="298316" y="129879"/>
                </a:cubicBezTo>
                <a:cubicBezTo>
                  <a:pt x="305705" y="134070"/>
                  <a:pt x="309400" y="140523"/>
                  <a:pt x="309400" y="149236"/>
                </a:cubicBezTo>
                <a:cubicBezTo>
                  <a:pt x="309400" y="154805"/>
                  <a:pt x="307700" y="159865"/>
                  <a:pt x="304299" y="164418"/>
                </a:cubicBezTo>
                <a:cubicBezTo>
                  <a:pt x="300899" y="168971"/>
                  <a:pt x="296419" y="172329"/>
                  <a:pt x="290861" y="174491"/>
                </a:cubicBezTo>
                <a:cubicBezTo>
                  <a:pt x="282425" y="177701"/>
                  <a:pt x="272715" y="179306"/>
                  <a:pt x="261729" y="179306"/>
                </a:cubicBezTo>
                <a:cubicBezTo>
                  <a:pt x="253489" y="179306"/>
                  <a:pt x="245969" y="178505"/>
                  <a:pt x="239168" y="176903"/>
                </a:cubicBezTo>
                <a:cubicBezTo>
                  <a:pt x="232367" y="175301"/>
                  <a:pt x="227496" y="173077"/>
                  <a:pt x="224553" y="170230"/>
                </a:cubicBezTo>
                <a:cubicBezTo>
                  <a:pt x="221610" y="167386"/>
                  <a:pt x="220139" y="164393"/>
                  <a:pt x="220139" y="161252"/>
                </a:cubicBezTo>
                <a:cubicBezTo>
                  <a:pt x="220139" y="158244"/>
                  <a:pt x="221267" y="155545"/>
                  <a:pt x="223523" y="153157"/>
                </a:cubicBezTo>
                <a:cubicBezTo>
                  <a:pt x="225779" y="150770"/>
                  <a:pt x="229981" y="148759"/>
                  <a:pt x="236127" y="147124"/>
                </a:cubicBezTo>
                <a:cubicBezTo>
                  <a:pt x="227626" y="142939"/>
                  <a:pt x="223376" y="137120"/>
                  <a:pt x="223376" y="129667"/>
                </a:cubicBezTo>
                <a:cubicBezTo>
                  <a:pt x="223376" y="125155"/>
                  <a:pt x="225109" y="120775"/>
                  <a:pt x="228575" y="116527"/>
                </a:cubicBezTo>
                <a:cubicBezTo>
                  <a:pt x="232040" y="112276"/>
                  <a:pt x="237533" y="108581"/>
                  <a:pt x="245054" y="105442"/>
                </a:cubicBezTo>
                <a:cubicBezTo>
                  <a:pt x="236291" y="102234"/>
                  <a:pt x="229948" y="98010"/>
                  <a:pt x="226024" y="92771"/>
                </a:cubicBezTo>
                <a:cubicBezTo>
                  <a:pt x="222101" y="87531"/>
                  <a:pt x="220139" y="81473"/>
                  <a:pt x="220139" y="74597"/>
                </a:cubicBezTo>
                <a:cubicBezTo>
                  <a:pt x="220139" y="65626"/>
                  <a:pt x="223801" y="57849"/>
                  <a:pt x="231125" y="51267"/>
                </a:cubicBezTo>
                <a:cubicBezTo>
                  <a:pt x="238449" y="44685"/>
                  <a:pt x="247865" y="41394"/>
                  <a:pt x="259375" y="41394"/>
                </a:cubicBezTo>
                <a:cubicBezTo>
                  <a:pt x="265456" y="41394"/>
                  <a:pt x="271734" y="42701"/>
                  <a:pt x="278208" y="45317"/>
                </a:cubicBezTo>
                <a:moveTo>
                  <a:pt x="261238" y="47671"/>
                </a:moveTo>
                <a:cubicBezTo>
                  <a:pt x="257445" y="47671"/>
                  <a:pt x="254241" y="49581"/>
                  <a:pt x="251626" y="53400"/>
                </a:cubicBezTo>
                <a:cubicBezTo>
                  <a:pt x="249010" y="57217"/>
                  <a:pt x="247702" y="65132"/>
                  <a:pt x="247702" y="77144"/>
                </a:cubicBezTo>
                <a:cubicBezTo>
                  <a:pt x="247702" y="86869"/>
                  <a:pt x="248993" y="93543"/>
                  <a:pt x="251576" y="97166"/>
                </a:cubicBezTo>
                <a:cubicBezTo>
                  <a:pt x="254160" y="100789"/>
                  <a:pt x="257217" y="102601"/>
                  <a:pt x="260748" y="102601"/>
                </a:cubicBezTo>
                <a:cubicBezTo>
                  <a:pt x="264671" y="102601"/>
                  <a:pt x="267941" y="100806"/>
                  <a:pt x="270557" y="97215"/>
                </a:cubicBezTo>
                <a:cubicBezTo>
                  <a:pt x="273172" y="93625"/>
                  <a:pt x="274480" y="86640"/>
                  <a:pt x="274480" y="76261"/>
                </a:cubicBezTo>
                <a:cubicBezTo>
                  <a:pt x="274480" y="64578"/>
                  <a:pt x="273009" y="56615"/>
                  <a:pt x="270066" y="52370"/>
                </a:cubicBezTo>
                <a:cubicBezTo>
                  <a:pt x="267974" y="49238"/>
                  <a:pt x="265031" y="47671"/>
                  <a:pt x="261238" y="47671"/>
                </a:cubicBezTo>
                <a:moveTo>
                  <a:pt x="255451" y="149487"/>
                </a:moveTo>
                <a:cubicBezTo>
                  <a:pt x="248781" y="149487"/>
                  <a:pt x="244367" y="150041"/>
                  <a:pt x="242209" y="151149"/>
                </a:cubicBezTo>
                <a:cubicBezTo>
                  <a:pt x="238482" y="153166"/>
                  <a:pt x="236618" y="155900"/>
                  <a:pt x="236618" y="159352"/>
                </a:cubicBezTo>
                <a:cubicBezTo>
                  <a:pt x="236618" y="162672"/>
                  <a:pt x="238547" y="165683"/>
                  <a:pt x="242405" y="168385"/>
                </a:cubicBezTo>
                <a:cubicBezTo>
                  <a:pt x="246263" y="171088"/>
                  <a:pt x="253522" y="172440"/>
                  <a:pt x="264181" y="172440"/>
                </a:cubicBezTo>
                <a:cubicBezTo>
                  <a:pt x="273270" y="172440"/>
                  <a:pt x="280415" y="171236"/>
                  <a:pt x="285613" y="168826"/>
                </a:cubicBezTo>
                <a:cubicBezTo>
                  <a:pt x="290812" y="166417"/>
                  <a:pt x="293411" y="163031"/>
                  <a:pt x="293411" y="158668"/>
                </a:cubicBezTo>
                <a:cubicBezTo>
                  <a:pt x="293411" y="157041"/>
                  <a:pt x="292921" y="155674"/>
                  <a:pt x="291940" y="154567"/>
                </a:cubicBezTo>
                <a:cubicBezTo>
                  <a:pt x="290174" y="152613"/>
                  <a:pt x="287510" y="151278"/>
                  <a:pt x="283946" y="150560"/>
                </a:cubicBezTo>
                <a:cubicBezTo>
                  <a:pt x="280382" y="149845"/>
                  <a:pt x="270884" y="149487"/>
                  <a:pt x="255451" y="149487"/>
                </a:cubicBezTo>
                <a:close/>
                <a:moveTo>
                  <a:pt x="378852" y="45317"/>
                </a:moveTo>
                <a:lnTo>
                  <a:pt x="409750" y="45317"/>
                </a:lnTo>
                <a:lnTo>
                  <a:pt x="409750" y="56107"/>
                </a:lnTo>
                <a:lnTo>
                  <a:pt x="392192" y="56107"/>
                </a:lnTo>
                <a:cubicBezTo>
                  <a:pt x="395396" y="59311"/>
                  <a:pt x="397619" y="62221"/>
                  <a:pt x="398862" y="64837"/>
                </a:cubicBezTo>
                <a:cubicBezTo>
                  <a:pt x="400431" y="68368"/>
                  <a:pt x="401216" y="72063"/>
                  <a:pt x="401216" y="75921"/>
                </a:cubicBezTo>
                <a:cubicBezTo>
                  <a:pt x="401216" y="82460"/>
                  <a:pt x="399401" y="88133"/>
                  <a:pt x="395772" y="92939"/>
                </a:cubicBezTo>
                <a:cubicBezTo>
                  <a:pt x="392143" y="97746"/>
                  <a:pt x="387206" y="101506"/>
                  <a:pt x="380961" y="104219"/>
                </a:cubicBezTo>
                <a:cubicBezTo>
                  <a:pt x="374716" y="106933"/>
                  <a:pt x="369174" y="108290"/>
                  <a:pt x="364334" y="108290"/>
                </a:cubicBezTo>
                <a:cubicBezTo>
                  <a:pt x="363942" y="108290"/>
                  <a:pt x="360019" y="108127"/>
                  <a:pt x="352564" y="107800"/>
                </a:cubicBezTo>
                <a:cubicBezTo>
                  <a:pt x="349621" y="107800"/>
                  <a:pt x="347153" y="108759"/>
                  <a:pt x="345158" y="110678"/>
                </a:cubicBezTo>
                <a:cubicBezTo>
                  <a:pt x="343164" y="112597"/>
                  <a:pt x="342166" y="114889"/>
                  <a:pt x="342166" y="117553"/>
                </a:cubicBezTo>
                <a:cubicBezTo>
                  <a:pt x="342166" y="119895"/>
                  <a:pt x="343066" y="121814"/>
                  <a:pt x="344864" y="123310"/>
                </a:cubicBezTo>
                <a:cubicBezTo>
                  <a:pt x="346662" y="124806"/>
                  <a:pt x="349588" y="125554"/>
                  <a:pt x="353643" y="125554"/>
                </a:cubicBezTo>
                <a:lnTo>
                  <a:pt x="370612" y="125358"/>
                </a:lnTo>
                <a:cubicBezTo>
                  <a:pt x="384345" y="125358"/>
                  <a:pt x="393794" y="126865"/>
                  <a:pt x="398960" y="129879"/>
                </a:cubicBezTo>
                <a:cubicBezTo>
                  <a:pt x="406349" y="134070"/>
                  <a:pt x="410044" y="140523"/>
                  <a:pt x="410044" y="149236"/>
                </a:cubicBezTo>
                <a:cubicBezTo>
                  <a:pt x="410044" y="154805"/>
                  <a:pt x="408344" y="159865"/>
                  <a:pt x="404943" y="164418"/>
                </a:cubicBezTo>
                <a:cubicBezTo>
                  <a:pt x="401543" y="168971"/>
                  <a:pt x="397063" y="172329"/>
                  <a:pt x="391505" y="174491"/>
                </a:cubicBezTo>
                <a:cubicBezTo>
                  <a:pt x="383069" y="177701"/>
                  <a:pt x="373359" y="179306"/>
                  <a:pt x="362373" y="179306"/>
                </a:cubicBezTo>
                <a:cubicBezTo>
                  <a:pt x="354133" y="179306"/>
                  <a:pt x="346613" y="178505"/>
                  <a:pt x="339812" y="176903"/>
                </a:cubicBezTo>
                <a:cubicBezTo>
                  <a:pt x="333011" y="175301"/>
                  <a:pt x="328140" y="173077"/>
                  <a:pt x="325197" y="170230"/>
                </a:cubicBezTo>
                <a:cubicBezTo>
                  <a:pt x="322254" y="167386"/>
                  <a:pt x="320783" y="164393"/>
                  <a:pt x="320783" y="161252"/>
                </a:cubicBezTo>
                <a:cubicBezTo>
                  <a:pt x="320783" y="158244"/>
                  <a:pt x="321911" y="155545"/>
                  <a:pt x="324167" y="153157"/>
                </a:cubicBezTo>
                <a:cubicBezTo>
                  <a:pt x="326423" y="150770"/>
                  <a:pt x="330625" y="148759"/>
                  <a:pt x="336772" y="147124"/>
                </a:cubicBezTo>
                <a:cubicBezTo>
                  <a:pt x="328270" y="142939"/>
                  <a:pt x="324020" y="137120"/>
                  <a:pt x="324020" y="129667"/>
                </a:cubicBezTo>
                <a:cubicBezTo>
                  <a:pt x="324020" y="125155"/>
                  <a:pt x="325753" y="120775"/>
                  <a:pt x="329219" y="116527"/>
                </a:cubicBezTo>
                <a:cubicBezTo>
                  <a:pt x="332684" y="112276"/>
                  <a:pt x="338177" y="108581"/>
                  <a:pt x="345698" y="105442"/>
                </a:cubicBezTo>
                <a:cubicBezTo>
                  <a:pt x="336935" y="102234"/>
                  <a:pt x="330592" y="98010"/>
                  <a:pt x="326668" y="92771"/>
                </a:cubicBezTo>
                <a:cubicBezTo>
                  <a:pt x="322745" y="87531"/>
                  <a:pt x="320783" y="81473"/>
                  <a:pt x="320783" y="74597"/>
                </a:cubicBezTo>
                <a:cubicBezTo>
                  <a:pt x="320783" y="65626"/>
                  <a:pt x="324445" y="57849"/>
                  <a:pt x="331769" y="51267"/>
                </a:cubicBezTo>
                <a:cubicBezTo>
                  <a:pt x="339093" y="44685"/>
                  <a:pt x="348509" y="41394"/>
                  <a:pt x="360019" y="41394"/>
                </a:cubicBezTo>
                <a:cubicBezTo>
                  <a:pt x="366100" y="41394"/>
                  <a:pt x="372378" y="42701"/>
                  <a:pt x="378852" y="45317"/>
                </a:cubicBezTo>
                <a:moveTo>
                  <a:pt x="361882" y="47671"/>
                </a:moveTo>
                <a:cubicBezTo>
                  <a:pt x="358089" y="47671"/>
                  <a:pt x="354885" y="49581"/>
                  <a:pt x="352270" y="53400"/>
                </a:cubicBezTo>
                <a:cubicBezTo>
                  <a:pt x="349654" y="57217"/>
                  <a:pt x="348346" y="65132"/>
                  <a:pt x="348346" y="77144"/>
                </a:cubicBezTo>
                <a:cubicBezTo>
                  <a:pt x="348346" y="86869"/>
                  <a:pt x="349637" y="93543"/>
                  <a:pt x="352220" y="97166"/>
                </a:cubicBezTo>
                <a:cubicBezTo>
                  <a:pt x="354804" y="100789"/>
                  <a:pt x="357861" y="102601"/>
                  <a:pt x="361392" y="102601"/>
                </a:cubicBezTo>
                <a:cubicBezTo>
                  <a:pt x="365315" y="102601"/>
                  <a:pt x="368585" y="100806"/>
                  <a:pt x="371201" y="97215"/>
                </a:cubicBezTo>
                <a:cubicBezTo>
                  <a:pt x="373816" y="93625"/>
                  <a:pt x="375124" y="86640"/>
                  <a:pt x="375124" y="76261"/>
                </a:cubicBezTo>
                <a:cubicBezTo>
                  <a:pt x="375124" y="64578"/>
                  <a:pt x="373653" y="56615"/>
                  <a:pt x="370710" y="52370"/>
                </a:cubicBezTo>
                <a:cubicBezTo>
                  <a:pt x="368618" y="49238"/>
                  <a:pt x="365675" y="47671"/>
                  <a:pt x="361882" y="47671"/>
                </a:cubicBezTo>
                <a:moveTo>
                  <a:pt x="356095" y="149487"/>
                </a:moveTo>
                <a:cubicBezTo>
                  <a:pt x="349425" y="149487"/>
                  <a:pt x="345011" y="150041"/>
                  <a:pt x="342853" y="151149"/>
                </a:cubicBezTo>
                <a:cubicBezTo>
                  <a:pt x="339126" y="153166"/>
                  <a:pt x="337262" y="155900"/>
                  <a:pt x="337262" y="159352"/>
                </a:cubicBezTo>
                <a:cubicBezTo>
                  <a:pt x="337262" y="162672"/>
                  <a:pt x="339191" y="165683"/>
                  <a:pt x="343049" y="168385"/>
                </a:cubicBezTo>
                <a:cubicBezTo>
                  <a:pt x="346907" y="171088"/>
                  <a:pt x="354166" y="172440"/>
                  <a:pt x="364825" y="172440"/>
                </a:cubicBezTo>
                <a:cubicBezTo>
                  <a:pt x="373914" y="172440"/>
                  <a:pt x="381059" y="171236"/>
                  <a:pt x="386257" y="168826"/>
                </a:cubicBezTo>
                <a:cubicBezTo>
                  <a:pt x="391456" y="166417"/>
                  <a:pt x="394055" y="163031"/>
                  <a:pt x="394055" y="158668"/>
                </a:cubicBezTo>
                <a:cubicBezTo>
                  <a:pt x="394055" y="157041"/>
                  <a:pt x="393565" y="155674"/>
                  <a:pt x="392584" y="154567"/>
                </a:cubicBezTo>
                <a:cubicBezTo>
                  <a:pt x="390818" y="152613"/>
                  <a:pt x="388154" y="151278"/>
                  <a:pt x="384590" y="150560"/>
                </a:cubicBezTo>
                <a:cubicBezTo>
                  <a:pt x="381026" y="149845"/>
                  <a:pt x="371528" y="149487"/>
                  <a:pt x="356095" y="149487"/>
                </a:cubicBezTo>
                <a:close/>
                <a:moveTo>
                  <a:pt x="498328" y="86711"/>
                </a:moveTo>
                <a:lnTo>
                  <a:pt x="448009" y="86711"/>
                </a:lnTo>
                <a:cubicBezTo>
                  <a:pt x="448597" y="98906"/>
                  <a:pt x="451834" y="108545"/>
                  <a:pt x="457720" y="115625"/>
                </a:cubicBezTo>
                <a:cubicBezTo>
                  <a:pt x="462232" y="121067"/>
                  <a:pt x="467659" y="123788"/>
                  <a:pt x="474002" y="123788"/>
                </a:cubicBezTo>
                <a:cubicBezTo>
                  <a:pt x="477926" y="123788"/>
                  <a:pt x="481490" y="122693"/>
                  <a:pt x="484694" y="120502"/>
                </a:cubicBezTo>
                <a:cubicBezTo>
                  <a:pt x="487898" y="118312"/>
                  <a:pt x="491331" y="114372"/>
                  <a:pt x="494993" y="108682"/>
                </a:cubicBezTo>
                <a:lnTo>
                  <a:pt x="498328" y="110840"/>
                </a:lnTo>
                <a:cubicBezTo>
                  <a:pt x="493359" y="120976"/>
                  <a:pt x="487866" y="128153"/>
                  <a:pt x="481849" y="132371"/>
                </a:cubicBezTo>
                <a:cubicBezTo>
                  <a:pt x="475833" y="136589"/>
                  <a:pt x="468869" y="138698"/>
                  <a:pt x="460957" y="138698"/>
                </a:cubicBezTo>
                <a:cubicBezTo>
                  <a:pt x="447355" y="138698"/>
                  <a:pt x="437056" y="133461"/>
                  <a:pt x="430059" y="122988"/>
                </a:cubicBezTo>
                <a:cubicBezTo>
                  <a:pt x="424435" y="114544"/>
                  <a:pt x="421623" y="104071"/>
                  <a:pt x="421623" y="91569"/>
                </a:cubicBezTo>
                <a:cubicBezTo>
                  <a:pt x="421623" y="76251"/>
                  <a:pt x="425759" y="64059"/>
                  <a:pt x="434031" y="54994"/>
                </a:cubicBezTo>
                <a:cubicBezTo>
                  <a:pt x="442303" y="45927"/>
                  <a:pt x="451998" y="41394"/>
                  <a:pt x="463115" y="41394"/>
                </a:cubicBezTo>
                <a:cubicBezTo>
                  <a:pt x="472400" y="41394"/>
                  <a:pt x="480460" y="45203"/>
                  <a:pt x="487293" y="52821"/>
                </a:cubicBezTo>
                <a:cubicBezTo>
                  <a:pt x="494127" y="60439"/>
                  <a:pt x="497805" y="71736"/>
                  <a:pt x="498328" y="86711"/>
                </a:cubicBezTo>
                <a:moveTo>
                  <a:pt x="474199" y="80237"/>
                </a:moveTo>
                <a:cubicBezTo>
                  <a:pt x="474199" y="69708"/>
                  <a:pt x="473626" y="62483"/>
                  <a:pt x="472482" y="58559"/>
                </a:cubicBezTo>
                <a:cubicBezTo>
                  <a:pt x="471338" y="54635"/>
                  <a:pt x="469556" y="51660"/>
                  <a:pt x="467136" y="49633"/>
                </a:cubicBezTo>
                <a:cubicBezTo>
                  <a:pt x="465763" y="48456"/>
                  <a:pt x="463932" y="47867"/>
                  <a:pt x="461643" y="47867"/>
                </a:cubicBezTo>
                <a:cubicBezTo>
                  <a:pt x="458243" y="47867"/>
                  <a:pt x="455464" y="49535"/>
                  <a:pt x="453306" y="52870"/>
                </a:cubicBezTo>
                <a:cubicBezTo>
                  <a:pt x="449447" y="58690"/>
                  <a:pt x="447518" y="66668"/>
                  <a:pt x="447518" y="76804"/>
                </a:cubicBezTo>
                <a:lnTo>
                  <a:pt x="447518" y="80237"/>
                </a:lnTo>
                <a:lnTo>
                  <a:pt x="474199" y="80237"/>
                </a:lnTo>
                <a:close/>
                <a:moveTo>
                  <a:pt x="568610" y="41786"/>
                </a:moveTo>
                <a:lnTo>
                  <a:pt x="570081" y="73174"/>
                </a:lnTo>
                <a:lnTo>
                  <a:pt x="566746" y="73174"/>
                </a:lnTo>
                <a:cubicBezTo>
                  <a:pt x="562757" y="63813"/>
                  <a:pt x="558621" y="57419"/>
                  <a:pt x="554338" y="53992"/>
                </a:cubicBezTo>
                <a:cubicBezTo>
                  <a:pt x="550055" y="50563"/>
                  <a:pt x="545788" y="48848"/>
                  <a:pt x="541537" y="48848"/>
                </a:cubicBezTo>
                <a:cubicBezTo>
                  <a:pt x="538856" y="48848"/>
                  <a:pt x="536567" y="49747"/>
                  <a:pt x="534671" y="51546"/>
                </a:cubicBezTo>
                <a:cubicBezTo>
                  <a:pt x="532775" y="53344"/>
                  <a:pt x="531826" y="55420"/>
                  <a:pt x="531826" y="57774"/>
                </a:cubicBezTo>
                <a:cubicBezTo>
                  <a:pt x="531826" y="59540"/>
                  <a:pt x="532480" y="61240"/>
                  <a:pt x="533788" y="62875"/>
                </a:cubicBezTo>
                <a:cubicBezTo>
                  <a:pt x="535881" y="65556"/>
                  <a:pt x="541733" y="70150"/>
                  <a:pt x="551346" y="76656"/>
                </a:cubicBezTo>
                <a:cubicBezTo>
                  <a:pt x="560959" y="83163"/>
                  <a:pt x="567286" y="88689"/>
                  <a:pt x="570326" y="93233"/>
                </a:cubicBezTo>
                <a:cubicBezTo>
                  <a:pt x="573367" y="97778"/>
                  <a:pt x="574887" y="102863"/>
                  <a:pt x="574887" y="108486"/>
                </a:cubicBezTo>
                <a:cubicBezTo>
                  <a:pt x="574887" y="113587"/>
                  <a:pt x="573612" y="118589"/>
                  <a:pt x="571062" y="123494"/>
                </a:cubicBezTo>
                <a:cubicBezTo>
                  <a:pt x="568512" y="128398"/>
                  <a:pt x="564915" y="132158"/>
                  <a:pt x="560272" y="134774"/>
                </a:cubicBezTo>
                <a:cubicBezTo>
                  <a:pt x="555629" y="137390"/>
                  <a:pt x="550496" y="138698"/>
                  <a:pt x="544872" y="138698"/>
                </a:cubicBezTo>
                <a:cubicBezTo>
                  <a:pt x="540491" y="138698"/>
                  <a:pt x="534638" y="137299"/>
                  <a:pt x="527314" y="134501"/>
                </a:cubicBezTo>
                <a:cubicBezTo>
                  <a:pt x="525353" y="133768"/>
                  <a:pt x="524012" y="133401"/>
                  <a:pt x="523293" y="133401"/>
                </a:cubicBezTo>
                <a:cubicBezTo>
                  <a:pt x="521135" y="133401"/>
                  <a:pt x="519336" y="135036"/>
                  <a:pt x="517898" y="138305"/>
                </a:cubicBezTo>
                <a:lnTo>
                  <a:pt x="514661" y="138305"/>
                </a:lnTo>
                <a:lnTo>
                  <a:pt x="513091" y="105347"/>
                </a:lnTo>
                <a:lnTo>
                  <a:pt x="516427" y="105347"/>
                </a:lnTo>
                <a:cubicBezTo>
                  <a:pt x="519369" y="113979"/>
                  <a:pt x="523407" y="120453"/>
                  <a:pt x="528540" y="124769"/>
                </a:cubicBezTo>
                <a:cubicBezTo>
                  <a:pt x="533674" y="129085"/>
                  <a:pt x="538529" y="131243"/>
                  <a:pt x="543107" y="131243"/>
                </a:cubicBezTo>
                <a:cubicBezTo>
                  <a:pt x="546246" y="131243"/>
                  <a:pt x="548812" y="130278"/>
                  <a:pt x="550807" y="128349"/>
                </a:cubicBezTo>
                <a:cubicBezTo>
                  <a:pt x="552801" y="126420"/>
                  <a:pt x="553798" y="124082"/>
                  <a:pt x="553798" y="121336"/>
                </a:cubicBezTo>
                <a:cubicBezTo>
                  <a:pt x="553798" y="118197"/>
                  <a:pt x="552817" y="115483"/>
                  <a:pt x="550856" y="113195"/>
                </a:cubicBezTo>
                <a:cubicBezTo>
                  <a:pt x="548894" y="110906"/>
                  <a:pt x="544513" y="107440"/>
                  <a:pt x="537712" y="102797"/>
                </a:cubicBezTo>
                <a:cubicBezTo>
                  <a:pt x="527707" y="95866"/>
                  <a:pt x="521233" y="90569"/>
                  <a:pt x="518290" y="86907"/>
                </a:cubicBezTo>
                <a:cubicBezTo>
                  <a:pt x="513974" y="81545"/>
                  <a:pt x="511816" y="75627"/>
                  <a:pt x="511816" y="69153"/>
                </a:cubicBezTo>
                <a:cubicBezTo>
                  <a:pt x="511816" y="62090"/>
                  <a:pt x="514252" y="55698"/>
                  <a:pt x="519124" y="49976"/>
                </a:cubicBezTo>
                <a:cubicBezTo>
                  <a:pt x="523996" y="44254"/>
                  <a:pt x="531042" y="41394"/>
                  <a:pt x="540262" y="41394"/>
                </a:cubicBezTo>
                <a:cubicBezTo>
                  <a:pt x="545232" y="41394"/>
                  <a:pt x="550038" y="42650"/>
                  <a:pt x="554681" y="45164"/>
                </a:cubicBezTo>
                <a:cubicBezTo>
                  <a:pt x="556447" y="46181"/>
                  <a:pt x="557885" y="46690"/>
                  <a:pt x="558997" y="46690"/>
                </a:cubicBezTo>
                <a:cubicBezTo>
                  <a:pt x="560174" y="46690"/>
                  <a:pt x="561122" y="46445"/>
                  <a:pt x="561842" y="45955"/>
                </a:cubicBezTo>
                <a:cubicBezTo>
                  <a:pt x="562561" y="45464"/>
                  <a:pt x="563705" y="44075"/>
                  <a:pt x="565275" y="41786"/>
                </a:cubicBezTo>
                <a:lnTo>
                  <a:pt x="568610" y="41786"/>
                </a:lnTo>
                <a:close/>
                <a:moveTo>
                  <a:pt x="626179" y="10397"/>
                </a:moveTo>
                <a:lnTo>
                  <a:pt x="626179" y="44140"/>
                </a:lnTo>
                <a:lnTo>
                  <a:pt x="647954" y="44140"/>
                </a:lnTo>
                <a:lnTo>
                  <a:pt x="647954" y="53753"/>
                </a:lnTo>
                <a:lnTo>
                  <a:pt x="626179" y="53753"/>
                </a:lnTo>
                <a:lnTo>
                  <a:pt x="626179" y="110503"/>
                </a:lnTo>
                <a:cubicBezTo>
                  <a:pt x="626179" y="115814"/>
                  <a:pt x="626424" y="119240"/>
                  <a:pt x="626914" y="120781"/>
                </a:cubicBezTo>
                <a:cubicBezTo>
                  <a:pt x="627405" y="122322"/>
                  <a:pt x="628271" y="123568"/>
                  <a:pt x="629514" y="124521"/>
                </a:cubicBezTo>
                <a:cubicBezTo>
                  <a:pt x="630756" y="125471"/>
                  <a:pt x="631901" y="125946"/>
                  <a:pt x="632947" y="125946"/>
                </a:cubicBezTo>
                <a:cubicBezTo>
                  <a:pt x="637197" y="125946"/>
                  <a:pt x="641219" y="122676"/>
                  <a:pt x="645012" y="116137"/>
                </a:cubicBezTo>
                <a:lnTo>
                  <a:pt x="647954" y="118317"/>
                </a:lnTo>
                <a:cubicBezTo>
                  <a:pt x="642658" y="130988"/>
                  <a:pt x="634059" y="137324"/>
                  <a:pt x="622157" y="137324"/>
                </a:cubicBezTo>
                <a:cubicBezTo>
                  <a:pt x="616337" y="137324"/>
                  <a:pt x="611416" y="135701"/>
                  <a:pt x="607395" y="132454"/>
                </a:cubicBezTo>
                <a:cubicBezTo>
                  <a:pt x="603373" y="129205"/>
                  <a:pt x="600806" y="125578"/>
                  <a:pt x="599695" y="121575"/>
                </a:cubicBezTo>
                <a:cubicBezTo>
                  <a:pt x="599041" y="119344"/>
                  <a:pt x="598714" y="113306"/>
                  <a:pt x="598714" y="103462"/>
                </a:cubicBezTo>
                <a:lnTo>
                  <a:pt x="598714" y="53753"/>
                </a:lnTo>
                <a:lnTo>
                  <a:pt x="586747" y="53753"/>
                </a:lnTo>
                <a:lnTo>
                  <a:pt x="586747" y="50310"/>
                </a:lnTo>
                <a:cubicBezTo>
                  <a:pt x="594986" y="44478"/>
                  <a:pt x="602000" y="38351"/>
                  <a:pt x="607787" y="31928"/>
                </a:cubicBezTo>
                <a:cubicBezTo>
                  <a:pt x="613574" y="25505"/>
                  <a:pt x="618626" y="18328"/>
                  <a:pt x="622942" y="10397"/>
                </a:cubicBezTo>
                <a:lnTo>
                  <a:pt x="626179" y="10397"/>
                </a:lnTo>
                <a:close/>
                <a:moveTo>
                  <a:pt x="678352" y="0"/>
                </a:moveTo>
                <a:cubicBezTo>
                  <a:pt x="682602" y="0"/>
                  <a:pt x="686199" y="1493"/>
                  <a:pt x="689142" y="4478"/>
                </a:cubicBezTo>
                <a:cubicBezTo>
                  <a:pt x="692084" y="7462"/>
                  <a:pt x="693556" y="11053"/>
                  <a:pt x="693556" y="15253"/>
                </a:cubicBezTo>
                <a:cubicBezTo>
                  <a:pt x="693556" y="19452"/>
                  <a:pt x="692068" y="23028"/>
                  <a:pt x="689092" y="25981"/>
                </a:cubicBezTo>
                <a:cubicBezTo>
                  <a:pt x="686117" y="28932"/>
                  <a:pt x="682537" y="30408"/>
                  <a:pt x="678352" y="30408"/>
                </a:cubicBezTo>
                <a:cubicBezTo>
                  <a:pt x="674167" y="30408"/>
                  <a:pt x="670603" y="28932"/>
                  <a:pt x="667660" y="25981"/>
                </a:cubicBezTo>
                <a:cubicBezTo>
                  <a:pt x="664717" y="23028"/>
                  <a:pt x="663246" y="19452"/>
                  <a:pt x="663246" y="15253"/>
                </a:cubicBezTo>
                <a:cubicBezTo>
                  <a:pt x="663246" y="11053"/>
                  <a:pt x="664717" y="7462"/>
                  <a:pt x="667660" y="4478"/>
                </a:cubicBezTo>
                <a:cubicBezTo>
                  <a:pt x="670603" y="1493"/>
                  <a:pt x="674167" y="0"/>
                  <a:pt x="678352" y="0"/>
                </a:cubicBezTo>
                <a:moveTo>
                  <a:pt x="692084" y="44140"/>
                </a:moveTo>
                <a:lnTo>
                  <a:pt x="692084" y="116922"/>
                </a:lnTo>
                <a:cubicBezTo>
                  <a:pt x="692084" y="123396"/>
                  <a:pt x="692836" y="127532"/>
                  <a:pt x="694340" y="129330"/>
                </a:cubicBezTo>
                <a:cubicBezTo>
                  <a:pt x="695844" y="131128"/>
                  <a:pt x="698787" y="132158"/>
                  <a:pt x="703168" y="132420"/>
                </a:cubicBezTo>
                <a:lnTo>
                  <a:pt x="703168" y="135951"/>
                </a:lnTo>
                <a:lnTo>
                  <a:pt x="653633" y="135951"/>
                </a:lnTo>
                <a:lnTo>
                  <a:pt x="653633" y="132420"/>
                </a:lnTo>
                <a:cubicBezTo>
                  <a:pt x="657688" y="132289"/>
                  <a:pt x="660696" y="131112"/>
                  <a:pt x="662658" y="128889"/>
                </a:cubicBezTo>
                <a:cubicBezTo>
                  <a:pt x="663965" y="127385"/>
                  <a:pt x="664619" y="123396"/>
                  <a:pt x="664619" y="116922"/>
                </a:cubicBezTo>
                <a:lnTo>
                  <a:pt x="664619" y="63365"/>
                </a:lnTo>
                <a:cubicBezTo>
                  <a:pt x="664619" y="56810"/>
                  <a:pt x="663867" y="52622"/>
                  <a:pt x="662363" y="50801"/>
                </a:cubicBezTo>
                <a:cubicBezTo>
                  <a:pt x="660859" y="48980"/>
                  <a:pt x="657949" y="47937"/>
                  <a:pt x="653633" y="47671"/>
                </a:cubicBezTo>
                <a:lnTo>
                  <a:pt x="653633" y="44140"/>
                </a:lnTo>
                <a:lnTo>
                  <a:pt x="692084" y="44140"/>
                </a:lnTo>
                <a:close/>
                <a:moveTo>
                  <a:pt x="755386" y="41394"/>
                </a:moveTo>
                <a:cubicBezTo>
                  <a:pt x="763364" y="41394"/>
                  <a:pt x="770786" y="43455"/>
                  <a:pt x="777652" y="47579"/>
                </a:cubicBezTo>
                <a:cubicBezTo>
                  <a:pt x="784518" y="51703"/>
                  <a:pt x="789733" y="57562"/>
                  <a:pt x="793297" y="65156"/>
                </a:cubicBezTo>
                <a:cubicBezTo>
                  <a:pt x="796861" y="72749"/>
                  <a:pt x="798643" y="81062"/>
                  <a:pt x="798643" y="90095"/>
                </a:cubicBezTo>
                <a:cubicBezTo>
                  <a:pt x="798643" y="103120"/>
                  <a:pt x="795341" y="114019"/>
                  <a:pt x="788736" y="122792"/>
                </a:cubicBezTo>
                <a:cubicBezTo>
                  <a:pt x="780758" y="133396"/>
                  <a:pt x="769739" y="138698"/>
                  <a:pt x="755680" y="138698"/>
                </a:cubicBezTo>
                <a:cubicBezTo>
                  <a:pt x="741882" y="138698"/>
                  <a:pt x="731256" y="133854"/>
                  <a:pt x="723801" y="124165"/>
                </a:cubicBezTo>
                <a:cubicBezTo>
                  <a:pt x="716346" y="114477"/>
                  <a:pt x="712619" y="103251"/>
                  <a:pt x="712619" y="90487"/>
                </a:cubicBezTo>
                <a:cubicBezTo>
                  <a:pt x="712619" y="77331"/>
                  <a:pt x="716428" y="65860"/>
                  <a:pt x="724046" y="56073"/>
                </a:cubicBezTo>
                <a:cubicBezTo>
                  <a:pt x="731664" y="46287"/>
                  <a:pt x="742111" y="41394"/>
                  <a:pt x="755386" y="41394"/>
                </a:cubicBezTo>
                <a:moveTo>
                  <a:pt x="755778" y="48260"/>
                </a:moveTo>
                <a:cubicBezTo>
                  <a:pt x="752443" y="48260"/>
                  <a:pt x="749582" y="49521"/>
                  <a:pt x="747195" y="52042"/>
                </a:cubicBezTo>
                <a:cubicBezTo>
                  <a:pt x="744808" y="54562"/>
                  <a:pt x="743239" y="59537"/>
                  <a:pt x="742487" y="66967"/>
                </a:cubicBezTo>
                <a:cubicBezTo>
                  <a:pt x="741735" y="74397"/>
                  <a:pt x="741359" y="84725"/>
                  <a:pt x="741359" y="97951"/>
                </a:cubicBezTo>
                <a:cubicBezTo>
                  <a:pt x="741359" y="104956"/>
                  <a:pt x="741817" y="111504"/>
                  <a:pt x="742732" y="117593"/>
                </a:cubicBezTo>
                <a:cubicBezTo>
                  <a:pt x="743452" y="122240"/>
                  <a:pt x="744988" y="125775"/>
                  <a:pt x="747342" y="128199"/>
                </a:cubicBezTo>
                <a:cubicBezTo>
                  <a:pt x="749696" y="130621"/>
                  <a:pt x="752378" y="131831"/>
                  <a:pt x="755386" y="131831"/>
                </a:cubicBezTo>
                <a:cubicBezTo>
                  <a:pt x="758328" y="131831"/>
                  <a:pt x="760781" y="131013"/>
                  <a:pt x="762742" y="129376"/>
                </a:cubicBezTo>
                <a:cubicBezTo>
                  <a:pt x="765293" y="127151"/>
                  <a:pt x="766993" y="124041"/>
                  <a:pt x="767843" y="120045"/>
                </a:cubicBezTo>
                <a:cubicBezTo>
                  <a:pt x="769151" y="113827"/>
                  <a:pt x="769805" y="101257"/>
                  <a:pt x="769805" y="82336"/>
                </a:cubicBezTo>
                <a:cubicBezTo>
                  <a:pt x="769805" y="71207"/>
                  <a:pt x="769183" y="63565"/>
                  <a:pt x="767941" y="59408"/>
                </a:cubicBezTo>
                <a:cubicBezTo>
                  <a:pt x="766699" y="55250"/>
                  <a:pt x="764868" y="52221"/>
                  <a:pt x="762448" y="50323"/>
                </a:cubicBezTo>
                <a:cubicBezTo>
                  <a:pt x="760748" y="48947"/>
                  <a:pt x="758524" y="48260"/>
                  <a:pt x="755778" y="48260"/>
                </a:cubicBezTo>
                <a:close/>
                <a:moveTo>
                  <a:pt x="850242" y="44140"/>
                </a:moveTo>
                <a:lnTo>
                  <a:pt x="850242" y="56107"/>
                </a:lnTo>
                <a:cubicBezTo>
                  <a:pt x="854950" y="50971"/>
                  <a:pt x="859462" y="47236"/>
                  <a:pt x="863778" y="44900"/>
                </a:cubicBezTo>
                <a:cubicBezTo>
                  <a:pt x="868094" y="42562"/>
                  <a:pt x="872737" y="41394"/>
                  <a:pt x="877707" y="41394"/>
                </a:cubicBezTo>
                <a:cubicBezTo>
                  <a:pt x="883658" y="41394"/>
                  <a:pt x="888595" y="43047"/>
                  <a:pt x="892518" y="46353"/>
                </a:cubicBezTo>
                <a:cubicBezTo>
                  <a:pt x="896442" y="49660"/>
                  <a:pt x="899058" y="53768"/>
                  <a:pt x="900366" y="58679"/>
                </a:cubicBezTo>
                <a:cubicBezTo>
                  <a:pt x="901412" y="62412"/>
                  <a:pt x="901935" y="69583"/>
                  <a:pt x="901935" y="80191"/>
                </a:cubicBezTo>
                <a:lnTo>
                  <a:pt x="901935" y="115941"/>
                </a:lnTo>
                <a:cubicBezTo>
                  <a:pt x="901935" y="123003"/>
                  <a:pt x="902573" y="127401"/>
                  <a:pt x="903848" y="129134"/>
                </a:cubicBezTo>
                <a:cubicBezTo>
                  <a:pt x="905123" y="130867"/>
                  <a:pt x="907788" y="131962"/>
                  <a:pt x="911842" y="132420"/>
                </a:cubicBezTo>
                <a:lnTo>
                  <a:pt x="911842" y="135951"/>
                </a:lnTo>
                <a:lnTo>
                  <a:pt x="865446" y="135951"/>
                </a:lnTo>
                <a:lnTo>
                  <a:pt x="865446" y="132420"/>
                </a:lnTo>
                <a:cubicBezTo>
                  <a:pt x="868912" y="131962"/>
                  <a:pt x="871397" y="130524"/>
                  <a:pt x="872901" y="128104"/>
                </a:cubicBezTo>
                <a:cubicBezTo>
                  <a:pt x="873947" y="126469"/>
                  <a:pt x="874470" y="122415"/>
                  <a:pt x="874470" y="115941"/>
                </a:cubicBezTo>
                <a:lnTo>
                  <a:pt x="874470" y="75136"/>
                </a:lnTo>
                <a:cubicBezTo>
                  <a:pt x="874470" y="67616"/>
                  <a:pt x="874176" y="62875"/>
                  <a:pt x="873587" y="60913"/>
                </a:cubicBezTo>
                <a:cubicBezTo>
                  <a:pt x="872999" y="58951"/>
                  <a:pt x="872002" y="57431"/>
                  <a:pt x="870596" y="56352"/>
                </a:cubicBezTo>
                <a:cubicBezTo>
                  <a:pt x="869190" y="55273"/>
                  <a:pt x="867637" y="54734"/>
                  <a:pt x="865936" y="54734"/>
                </a:cubicBezTo>
                <a:cubicBezTo>
                  <a:pt x="860313" y="54734"/>
                  <a:pt x="855081" y="58788"/>
                  <a:pt x="850242" y="66897"/>
                </a:cubicBezTo>
                <a:lnTo>
                  <a:pt x="850242" y="115941"/>
                </a:lnTo>
                <a:cubicBezTo>
                  <a:pt x="850242" y="122807"/>
                  <a:pt x="850880" y="127156"/>
                  <a:pt x="852155" y="128987"/>
                </a:cubicBezTo>
                <a:cubicBezTo>
                  <a:pt x="853430" y="130818"/>
                  <a:pt x="855800" y="131962"/>
                  <a:pt x="859266" y="132420"/>
                </a:cubicBezTo>
                <a:lnTo>
                  <a:pt x="859266" y="135951"/>
                </a:lnTo>
                <a:lnTo>
                  <a:pt x="812870" y="135951"/>
                </a:lnTo>
                <a:lnTo>
                  <a:pt x="812870" y="132420"/>
                </a:lnTo>
                <a:cubicBezTo>
                  <a:pt x="816728" y="132028"/>
                  <a:pt x="819475" y="130785"/>
                  <a:pt x="821110" y="128693"/>
                </a:cubicBezTo>
                <a:cubicBezTo>
                  <a:pt x="822221" y="127254"/>
                  <a:pt x="822777" y="123003"/>
                  <a:pt x="822777" y="115941"/>
                </a:cubicBezTo>
                <a:lnTo>
                  <a:pt x="822777" y="64150"/>
                </a:lnTo>
                <a:cubicBezTo>
                  <a:pt x="822777" y="57135"/>
                  <a:pt x="822140" y="52767"/>
                  <a:pt x="820865" y="51046"/>
                </a:cubicBezTo>
                <a:cubicBezTo>
                  <a:pt x="819589" y="49325"/>
                  <a:pt x="816925" y="48200"/>
                  <a:pt x="812870" y="47671"/>
                </a:cubicBezTo>
                <a:lnTo>
                  <a:pt x="812870" y="44140"/>
                </a:lnTo>
                <a:lnTo>
                  <a:pt x="850242" y="441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0f8ec6db84182"/>
          <a:stretch xmlns:a="http://schemas.openxmlformats.org/drawingml/2006/main"/>
        </p:blipFill>
        <p:spPr>
          <a:xfrm xmlns:a="http://schemas.openxmlformats.org/drawingml/2006/main">
            <a:off x="8523633" y="2196989"/>
            <a:ext cx="1748336" cy="517909"/>
          </a:xfrm>
          <a:prstGeom xmlns:a="http://schemas.openxmlformats.org/drawingml/2006/main" prst="rect">
            <a:avLst/>
          </a:prstGeom>
        </p:spPr>
      </p:pic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e0147cdc44055"/>
          <a:stretch xmlns:a="http://schemas.openxmlformats.org/drawingml/2006/main"/>
        </p:blipFill>
        <p:spPr>
          <a:xfrm xmlns:a="http://schemas.openxmlformats.org/drawingml/2006/main">
            <a:off x="8558161" y="2215822"/>
            <a:ext cx="1679281" cy="543020"/>
          </a:xfrm>
          <a:prstGeom xmlns:a="http://schemas.openxmlformats.org/drawingml/2006/main" prst="rect">
            <a:avLst/>
          </a:prstGeom>
        </p:spPr>
      </p:pic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06A037-C48F-433B-A7EE-1BC5751D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713" y="2226284"/>
            <a:ext cx="1629061" cy="398633"/>
          </a:xfrm>
          <a:custGeom xmlns:a="http://schemas.openxmlformats.org/drawingml/2006/main">
            <a:pathLst>
              <a:path w="1629061" h="398633">
                <a:moveTo>
                  <a:pt x="0" y="66441"/>
                </a:moveTo>
                <a:cubicBezTo>
                  <a:pt x="0" y="29747"/>
                  <a:pt x="29747" y="0"/>
                  <a:pt x="66441" y="0"/>
                </a:cubicBezTo>
                <a:lnTo>
                  <a:pt x="1562620" y="0"/>
                </a:lnTo>
                <a:cubicBezTo>
                  <a:pt x="1599314" y="0"/>
                  <a:pt x="1629061" y="29747"/>
                  <a:pt x="1629061" y="66441"/>
                </a:cubicBezTo>
                <a:lnTo>
                  <a:pt x="1629061" y="332193"/>
                </a:lnTo>
                <a:cubicBezTo>
                  <a:pt x="1629061" y="368887"/>
                  <a:pt x="1599314" y="398633"/>
                  <a:pt x="1562620" y="398633"/>
                </a:cubicBezTo>
                <a:lnTo>
                  <a:pt x="66441" y="398633"/>
                </a:lnTo>
                <a:cubicBezTo>
                  <a:pt x="29747" y="398633"/>
                  <a:pt x="0" y="368887"/>
                  <a:pt x="0" y="332193"/>
                </a:cubicBezTo>
                <a:lnTo>
                  <a:pt x="0" y="66441"/>
                </a:lnTo>
                <a:close/>
              </a:path>
            </a:pathLst>
          </a:custGeom>
          <a:solidFill xmlns:a="http://schemas.openxmlformats.org/drawingml/2006/main">
            <a:srgbClr val="E3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OutputQuality">
            <a:extLst xmlns:a="http://schemas.openxmlformats.org/drawingml/2006/main">
              <a:ext uri="{FF2B5EF4-FFF2-40B4-BE49-F238E27FC236}">
                <a16:creationId xmlns:a16="http://schemas.microsoft.com/office/drawing/2014/main" id="{9F6A4945-49F4-4895-AB4B-F60BD5F9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48" y="2365505"/>
            <a:ext cx="1311597" cy="179306"/>
          </a:xfrm>
          <a:custGeom xmlns:a="http://schemas.openxmlformats.org/drawingml/2006/main">
            <a:pathLst>
              <a:path w="1311597" h="179306">
                <a:moveTo>
                  <a:pt x="69741" y="981"/>
                </a:moveTo>
                <a:cubicBezTo>
                  <a:pt x="90928" y="196"/>
                  <a:pt x="108143" y="6376"/>
                  <a:pt x="121385" y="19520"/>
                </a:cubicBezTo>
                <a:cubicBezTo>
                  <a:pt x="134627" y="32664"/>
                  <a:pt x="141248" y="49110"/>
                  <a:pt x="141248" y="68858"/>
                </a:cubicBezTo>
                <a:cubicBezTo>
                  <a:pt x="141248" y="85730"/>
                  <a:pt x="136311" y="100574"/>
                  <a:pt x="126437" y="113391"/>
                </a:cubicBezTo>
                <a:cubicBezTo>
                  <a:pt x="113358" y="130393"/>
                  <a:pt x="94885" y="138894"/>
                  <a:pt x="71016" y="138894"/>
                </a:cubicBezTo>
                <a:cubicBezTo>
                  <a:pt x="47083" y="138894"/>
                  <a:pt x="28577" y="130785"/>
                  <a:pt x="15498" y="114568"/>
                </a:cubicBezTo>
                <a:cubicBezTo>
                  <a:pt x="5166" y="101751"/>
                  <a:pt x="0" y="86547"/>
                  <a:pt x="0" y="68956"/>
                </a:cubicBezTo>
                <a:cubicBezTo>
                  <a:pt x="0" y="49208"/>
                  <a:pt x="6719" y="32745"/>
                  <a:pt x="20157" y="19569"/>
                </a:cubicBezTo>
                <a:cubicBezTo>
                  <a:pt x="33595" y="6392"/>
                  <a:pt x="50123" y="196"/>
                  <a:pt x="69741" y="981"/>
                </a:cubicBezTo>
                <a:moveTo>
                  <a:pt x="70918" y="7259"/>
                </a:moveTo>
                <a:cubicBezTo>
                  <a:pt x="58755" y="7259"/>
                  <a:pt x="49502" y="13466"/>
                  <a:pt x="43159" y="25880"/>
                </a:cubicBezTo>
                <a:cubicBezTo>
                  <a:pt x="37993" y="36073"/>
                  <a:pt x="35410" y="50710"/>
                  <a:pt x="35410" y="69790"/>
                </a:cubicBezTo>
                <a:cubicBezTo>
                  <a:pt x="35410" y="92463"/>
                  <a:pt x="39399" y="109223"/>
                  <a:pt x="47377" y="120070"/>
                </a:cubicBezTo>
                <a:cubicBezTo>
                  <a:pt x="52935" y="127649"/>
                  <a:pt x="60717" y="131439"/>
                  <a:pt x="70722" y="131439"/>
                </a:cubicBezTo>
                <a:cubicBezTo>
                  <a:pt x="77458" y="131439"/>
                  <a:pt x="83081" y="129805"/>
                  <a:pt x="87593" y="126538"/>
                </a:cubicBezTo>
                <a:cubicBezTo>
                  <a:pt x="93348" y="122357"/>
                  <a:pt x="97827" y="115676"/>
                  <a:pt x="101032" y="106497"/>
                </a:cubicBezTo>
                <a:cubicBezTo>
                  <a:pt x="104236" y="97315"/>
                  <a:pt x="105838" y="85341"/>
                  <a:pt x="105838" y="70575"/>
                </a:cubicBezTo>
                <a:cubicBezTo>
                  <a:pt x="105838" y="52997"/>
                  <a:pt x="104203" y="39847"/>
                  <a:pt x="100933" y="31125"/>
                </a:cubicBezTo>
                <a:cubicBezTo>
                  <a:pt x="97664" y="22401"/>
                  <a:pt x="93495" y="16243"/>
                  <a:pt x="88427" y="12650"/>
                </a:cubicBezTo>
                <a:cubicBezTo>
                  <a:pt x="83359" y="9056"/>
                  <a:pt x="77523" y="7259"/>
                  <a:pt x="70918" y="7259"/>
                </a:cubicBezTo>
                <a:close/>
                <a:moveTo>
                  <a:pt x="243945" y="44140"/>
                </a:moveTo>
                <a:lnTo>
                  <a:pt x="243945" y="115941"/>
                </a:lnTo>
                <a:cubicBezTo>
                  <a:pt x="243945" y="122981"/>
                  <a:pt x="244599" y="127372"/>
                  <a:pt x="245907" y="129116"/>
                </a:cubicBezTo>
                <a:cubicBezTo>
                  <a:pt x="247215" y="130859"/>
                  <a:pt x="249863" y="131960"/>
                  <a:pt x="253852" y="132420"/>
                </a:cubicBezTo>
                <a:lnTo>
                  <a:pt x="253852" y="135951"/>
                </a:lnTo>
                <a:lnTo>
                  <a:pt x="216480" y="135951"/>
                </a:lnTo>
                <a:lnTo>
                  <a:pt x="216480" y="123690"/>
                </a:lnTo>
                <a:cubicBezTo>
                  <a:pt x="212099" y="128921"/>
                  <a:pt x="207718" y="132731"/>
                  <a:pt x="203336" y="135117"/>
                </a:cubicBezTo>
                <a:cubicBezTo>
                  <a:pt x="198955" y="137504"/>
                  <a:pt x="194051" y="138698"/>
                  <a:pt x="188623" y="138698"/>
                </a:cubicBezTo>
                <a:cubicBezTo>
                  <a:pt x="183457" y="138698"/>
                  <a:pt x="178863" y="137112"/>
                  <a:pt x="174842" y="133940"/>
                </a:cubicBezTo>
                <a:cubicBezTo>
                  <a:pt x="170820" y="130769"/>
                  <a:pt x="168122" y="127058"/>
                  <a:pt x="166749" y="122807"/>
                </a:cubicBezTo>
                <a:cubicBezTo>
                  <a:pt x="165376" y="118557"/>
                  <a:pt x="164689" y="111135"/>
                  <a:pt x="164689" y="100541"/>
                </a:cubicBezTo>
                <a:lnTo>
                  <a:pt x="164689" y="64150"/>
                </a:lnTo>
                <a:cubicBezTo>
                  <a:pt x="164689" y="57135"/>
                  <a:pt x="164052" y="52767"/>
                  <a:pt x="162777" y="51046"/>
                </a:cubicBezTo>
                <a:cubicBezTo>
                  <a:pt x="161501" y="49325"/>
                  <a:pt x="158837" y="48200"/>
                  <a:pt x="154782" y="47671"/>
                </a:cubicBezTo>
                <a:lnTo>
                  <a:pt x="154782" y="44140"/>
                </a:lnTo>
                <a:lnTo>
                  <a:pt x="192154" y="44140"/>
                </a:lnTo>
                <a:lnTo>
                  <a:pt x="192154" y="106895"/>
                </a:lnTo>
                <a:cubicBezTo>
                  <a:pt x="192154" y="113443"/>
                  <a:pt x="192465" y="117666"/>
                  <a:pt x="193086" y="119564"/>
                </a:cubicBezTo>
                <a:cubicBezTo>
                  <a:pt x="193707" y="121463"/>
                  <a:pt x="194688" y="122903"/>
                  <a:pt x="196029" y="123886"/>
                </a:cubicBezTo>
                <a:cubicBezTo>
                  <a:pt x="197369" y="124867"/>
                  <a:pt x="198922" y="125358"/>
                  <a:pt x="200688" y="125358"/>
                </a:cubicBezTo>
                <a:cubicBezTo>
                  <a:pt x="203042" y="125358"/>
                  <a:pt x="205167" y="124736"/>
                  <a:pt x="207064" y="123494"/>
                </a:cubicBezTo>
                <a:cubicBezTo>
                  <a:pt x="209679" y="121794"/>
                  <a:pt x="212818" y="118361"/>
                  <a:pt x="216480" y="113195"/>
                </a:cubicBezTo>
                <a:lnTo>
                  <a:pt x="216480" y="64150"/>
                </a:lnTo>
                <a:cubicBezTo>
                  <a:pt x="216480" y="57135"/>
                  <a:pt x="215843" y="52767"/>
                  <a:pt x="214568" y="51046"/>
                </a:cubicBezTo>
                <a:cubicBezTo>
                  <a:pt x="213292" y="49325"/>
                  <a:pt x="210628" y="48200"/>
                  <a:pt x="206573" y="47671"/>
                </a:cubicBezTo>
                <a:lnTo>
                  <a:pt x="206573" y="44140"/>
                </a:lnTo>
                <a:lnTo>
                  <a:pt x="243945" y="44140"/>
                </a:lnTo>
                <a:close/>
                <a:moveTo>
                  <a:pt x="303214" y="10397"/>
                </a:moveTo>
                <a:lnTo>
                  <a:pt x="303214" y="44140"/>
                </a:lnTo>
                <a:lnTo>
                  <a:pt x="324990" y="44140"/>
                </a:lnTo>
                <a:lnTo>
                  <a:pt x="324990" y="53753"/>
                </a:lnTo>
                <a:lnTo>
                  <a:pt x="303214" y="53753"/>
                </a:lnTo>
                <a:lnTo>
                  <a:pt x="303214" y="110503"/>
                </a:lnTo>
                <a:cubicBezTo>
                  <a:pt x="303214" y="115814"/>
                  <a:pt x="303459" y="119240"/>
                  <a:pt x="303950" y="120781"/>
                </a:cubicBezTo>
                <a:cubicBezTo>
                  <a:pt x="304440" y="122322"/>
                  <a:pt x="305307" y="123568"/>
                  <a:pt x="306549" y="124521"/>
                </a:cubicBezTo>
                <a:cubicBezTo>
                  <a:pt x="307792" y="125471"/>
                  <a:pt x="308936" y="125946"/>
                  <a:pt x="309982" y="125946"/>
                </a:cubicBezTo>
                <a:cubicBezTo>
                  <a:pt x="314233" y="125946"/>
                  <a:pt x="318254" y="122676"/>
                  <a:pt x="322047" y="116137"/>
                </a:cubicBezTo>
                <a:lnTo>
                  <a:pt x="324990" y="118317"/>
                </a:lnTo>
                <a:cubicBezTo>
                  <a:pt x="319693" y="130988"/>
                  <a:pt x="311094" y="137324"/>
                  <a:pt x="299192" y="137324"/>
                </a:cubicBezTo>
                <a:cubicBezTo>
                  <a:pt x="293372" y="137324"/>
                  <a:pt x="288452" y="135701"/>
                  <a:pt x="284430" y="132454"/>
                </a:cubicBezTo>
                <a:cubicBezTo>
                  <a:pt x="280408" y="129205"/>
                  <a:pt x="277842" y="125578"/>
                  <a:pt x="276730" y="121575"/>
                </a:cubicBezTo>
                <a:cubicBezTo>
                  <a:pt x="276076" y="119344"/>
                  <a:pt x="275749" y="113306"/>
                  <a:pt x="275749" y="103462"/>
                </a:cubicBezTo>
                <a:lnTo>
                  <a:pt x="275749" y="53753"/>
                </a:lnTo>
                <a:lnTo>
                  <a:pt x="263782" y="53753"/>
                </a:lnTo>
                <a:lnTo>
                  <a:pt x="263782" y="50310"/>
                </a:lnTo>
                <a:cubicBezTo>
                  <a:pt x="272022" y="44478"/>
                  <a:pt x="279035" y="38351"/>
                  <a:pt x="284822" y="31928"/>
                </a:cubicBezTo>
                <a:cubicBezTo>
                  <a:pt x="290610" y="25505"/>
                  <a:pt x="295661" y="18328"/>
                  <a:pt x="299977" y="10397"/>
                </a:cubicBezTo>
                <a:lnTo>
                  <a:pt x="303214" y="10397"/>
                </a:lnTo>
                <a:close/>
                <a:moveTo>
                  <a:pt x="368784" y="126633"/>
                </a:moveTo>
                <a:lnTo>
                  <a:pt x="368784" y="160670"/>
                </a:lnTo>
                <a:cubicBezTo>
                  <a:pt x="368784" y="165441"/>
                  <a:pt x="369160" y="168688"/>
                  <a:pt x="369912" y="170411"/>
                </a:cubicBezTo>
                <a:cubicBezTo>
                  <a:pt x="370664" y="172136"/>
                  <a:pt x="371825" y="173396"/>
                  <a:pt x="373394" y="174191"/>
                </a:cubicBezTo>
                <a:cubicBezTo>
                  <a:pt x="374964" y="174985"/>
                  <a:pt x="378037" y="175383"/>
                  <a:pt x="382615" y="175383"/>
                </a:cubicBezTo>
                <a:lnTo>
                  <a:pt x="382615" y="178914"/>
                </a:lnTo>
                <a:lnTo>
                  <a:pt x="330333" y="178914"/>
                </a:lnTo>
                <a:lnTo>
                  <a:pt x="330333" y="175383"/>
                </a:lnTo>
                <a:cubicBezTo>
                  <a:pt x="334388" y="175250"/>
                  <a:pt x="337396" y="174090"/>
                  <a:pt x="339357" y="171904"/>
                </a:cubicBezTo>
                <a:cubicBezTo>
                  <a:pt x="340665" y="170381"/>
                  <a:pt x="341319" y="166440"/>
                  <a:pt x="341319" y="160081"/>
                </a:cubicBezTo>
                <a:lnTo>
                  <a:pt x="341319" y="63365"/>
                </a:lnTo>
                <a:cubicBezTo>
                  <a:pt x="341319" y="56810"/>
                  <a:pt x="340567" y="52622"/>
                  <a:pt x="339063" y="50801"/>
                </a:cubicBezTo>
                <a:cubicBezTo>
                  <a:pt x="337559" y="48980"/>
                  <a:pt x="334649" y="47937"/>
                  <a:pt x="330333" y="47671"/>
                </a:cubicBezTo>
                <a:lnTo>
                  <a:pt x="330333" y="44140"/>
                </a:lnTo>
                <a:lnTo>
                  <a:pt x="368784" y="44140"/>
                </a:lnTo>
                <a:lnTo>
                  <a:pt x="368784" y="56205"/>
                </a:lnTo>
                <a:cubicBezTo>
                  <a:pt x="371988" y="51497"/>
                  <a:pt x="375258" y="48096"/>
                  <a:pt x="378593" y="46004"/>
                </a:cubicBezTo>
                <a:cubicBezTo>
                  <a:pt x="383367" y="42930"/>
                  <a:pt x="388565" y="41394"/>
                  <a:pt x="394189" y="41394"/>
                </a:cubicBezTo>
                <a:cubicBezTo>
                  <a:pt x="400925" y="41394"/>
                  <a:pt x="407055" y="43521"/>
                  <a:pt x="412581" y="47775"/>
                </a:cubicBezTo>
                <a:cubicBezTo>
                  <a:pt x="418106" y="52030"/>
                  <a:pt x="422308" y="57905"/>
                  <a:pt x="425185" y="65401"/>
                </a:cubicBezTo>
                <a:cubicBezTo>
                  <a:pt x="428063" y="72896"/>
                  <a:pt x="429501" y="80964"/>
                  <a:pt x="429501" y="89604"/>
                </a:cubicBezTo>
                <a:cubicBezTo>
                  <a:pt x="429501" y="98898"/>
                  <a:pt x="428013" y="107391"/>
                  <a:pt x="425038" y="115083"/>
                </a:cubicBezTo>
                <a:cubicBezTo>
                  <a:pt x="422063" y="122775"/>
                  <a:pt x="417747" y="128633"/>
                  <a:pt x="412090" y="132659"/>
                </a:cubicBezTo>
                <a:cubicBezTo>
                  <a:pt x="406434" y="136685"/>
                  <a:pt x="400140" y="138698"/>
                  <a:pt x="393208" y="138698"/>
                </a:cubicBezTo>
                <a:cubicBezTo>
                  <a:pt x="388173" y="138698"/>
                  <a:pt x="383465" y="137586"/>
                  <a:pt x="379083" y="135363"/>
                </a:cubicBezTo>
                <a:cubicBezTo>
                  <a:pt x="375814" y="133662"/>
                  <a:pt x="372381" y="130752"/>
                  <a:pt x="368784" y="126633"/>
                </a:cubicBezTo>
                <a:moveTo>
                  <a:pt x="368784" y="116710"/>
                </a:moveTo>
                <a:cubicBezTo>
                  <a:pt x="374408" y="124699"/>
                  <a:pt x="380424" y="128693"/>
                  <a:pt x="386832" y="128693"/>
                </a:cubicBezTo>
                <a:cubicBezTo>
                  <a:pt x="390364" y="128693"/>
                  <a:pt x="393274" y="126827"/>
                  <a:pt x="395562" y="123095"/>
                </a:cubicBezTo>
                <a:cubicBezTo>
                  <a:pt x="398963" y="117594"/>
                  <a:pt x="400663" y="107117"/>
                  <a:pt x="400663" y="91664"/>
                </a:cubicBezTo>
                <a:cubicBezTo>
                  <a:pt x="400663" y="75819"/>
                  <a:pt x="398799" y="64982"/>
                  <a:pt x="395072" y="59154"/>
                </a:cubicBezTo>
                <a:cubicBezTo>
                  <a:pt x="392587" y="55291"/>
                  <a:pt x="389252" y="53360"/>
                  <a:pt x="385067" y="53360"/>
                </a:cubicBezTo>
                <a:cubicBezTo>
                  <a:pt x="378462" y="53360"/>
                  <a:pt x="373035" y="58140"/>
                  <a:pt x="368784" y="67700"/>
                </a:cubicBezTo>
                <a:lnTo>
                  <a:pt x="368784" y="116710"/>
                </a:lnTo>
                <a:close/>
                <a:moveTo>
                  <a:pt x="533301" y="44140"/>
                </a:moveTo>
                <a:lnTo>
                  <a:pt x="533301" y="115941"/>
                </a:lnTo>
                <a:cubicBezTo>
                  <a:pt x="533301" y="122981"/>
                  <a:pt x="533955" y="127372"/>
                  <a:pt x="535263" y="129116"/>
                </a:cubicBezTo>
                <a:cubicBezTo>
                  <a:pt x="536571" y="130859"/>
                  <a:pt x="539219" y="131960"/>
                  <a:pt x="543208" y="132420"/>
                </a:cubicBezTo>
                <a:lnTo>
                  <a:pt x="543208" y="135951"/>
                </a:lnTo>
                <a:lnTo>
                  <a:pt x="505836" y="135951"/>
                </a:lnTo>
                <a:lnTo>
                  <a:pt x="505836" y="123690"/>
                </a:lnTo>
                <a:cubicBezTo>
                  <a:pt x="501455" y="128921"/>
                  <a:pt x="497074" y="132731"/>
                  <a:pt x="492692" y="135117"/>
                </a:cubicBezTo>
                <a:cubicBezTo>
                  <a:pt x="488311" y="137504"/>
                  <a:pt x="483407" y="138698"/>
                  <a:pt x="477979" y="138698"/>
                </a:cubicBezTo>
                <a:cubicBezTo>
                  <a:pt x="472813" y="138698"/>
                  <a:pt x="468219" y="137112"/>
                  <a:pt x="464198" y="133940"/>
                </a:cubicBezTo>
                <a:cubicBezTo>
                  <a:pt x="460176" y="130769"/>
                  <a:pt x="457479" y="127058"/>
                  <a:pt x="456105" y="122807"/>
                </a:cubicBezTo>
                <a:cubicBezTo>
                  <a:pt x="454732" y="118557"/>
                  <a:pt x="454045" y="111135"/>
                  <a:pt x="454045" y="100541"/>
                </a:cubicBezTo>
                <a:lnTo>
                  <a:pt x="454045" y="64150"/>
                </a:lnTo>
                <a:cubicBezTo>
                  <a:pt x="454045" y="57135"/>
                  <a:pt x="453408" y="52767"/>
                  <a:pt x="452133" y="51046"/>
                </a:cubicBezTo>
                <a:cubicBezTo>
                  <a:pt x="450858" y="49325"/>
                  <a:pt x="448193" y="48200"/>
                  <a:pt x="444138" y="47671"/>
                </a:cubicBezTo>
                <a:lnTo>
                  <a:pt x="444138" y="44140"/>
                </a:lnTo>
                <a:lnTo>
                  <a:pt x="481510" y="44140"/>
                </a:lnTo>
                <a:lnTo>
                  <a:pt x="481510" y="106895"/>
                </a:lnTo>
                <a:cubicBezTo>
                  <a:pt x="481510" y="113443"/>
                  <a:pt x="481821" y="117666"/>
                  <a:pt x="482442" y="119564"/>
                </a:cubicBezTo>
                <a:cubicBezTo>
                  <a:pt x="483063" y="121463"/>
                  <a:pt x="484044" y="122903"/>
                  <a:pt x="485385" y="123886"/>
                </a:cubicBezTo>
                <a:cubicBezTo>
                  <a:pt x="486725" y="124867"/>
                  <a:pt x="488278" y="125358"/>
                  <a:pt x="490044" y="125358"/>
                </a:cubicBezTo>
                <a:cubicBezTo>
                  <a:pt x="492398" y="125358"/>
                  <a:pt x="494523" y="124736"/>
                  <a:pt x="496420" y="123494"/>
                </a:cubicBezTo>
                <a:cubicBezTo>
                  <a:pt x="499036" y="121794"/>
                  <a:pt x="502174" y="118361"/>
                  <a:pt x="505836" y="113195"/>
                </a:cubicBezTo>
                <a:lnTo>
                  <a:pt x="505836" y="64150"/>
                </a:lnTo>
                <a:cubicBezTo>
                  <a:pt x="505836" y="57135"/>
                  <a:pt x="505199" y="52767"/>
                  <a:pt x="503924" y="51046"/>
                </a:cubicBezTo>
                <a:cubicBezTo>
                  <a:pt x="502649" y="49325"/>
                  <a:pt x="499984" y="48200"/>
                  <a:pt x="495929" y="47671"/>
                </a:cubicBezTo>
                <a:lnTo>
                  <a:pt x="495929" y="44140"/>
                </a:lnTo>
                <a:lnTo>
                  <a:pt x="533301" y="44140"/>
                </a:lnTo>
                <a:close/>
                <a:moveTo>
                  <a:pt x="592570" y="10397"/>
                </a:moveTo>
                <a:lnTo>
                  <a:pt x="592570" y="44140"/>
                </a:lnTo>
                <a:lnTo>
                  <a:pt x="614346" y="44140"/>
                </a:lnTo>
                <a:lnTo>
                  <a:pt x="614346" y="53753"/>
                </a:lnTo>
                <a:lnTo>
                  <a:pt x="592570" y="53753"/>
                </a:lnTo>
                <a:lnTo>
                  <a:pt x="592570" y="110503"/>
                </a:lnTo>
                <a:cubicBezTo>
                  <a:pt x="592570" y="115814"/>
                  <a:pt x="592815" y="119240"/>
                  <a:pt x="593306" y="120781"/>
                </a:cubicBezTo>
                <a:cubicBezTo>
                  <a:pt x="593796" y="122322"/>
                  <a:pt x="594662" y="123568"/>
                  <a:pt x="595905" y="124521"/>
                </a:cubicBezTo>
                <a:cubicBezTo>
                  <a:pt x="597147" y="125471"/>
                  <a:pt x="598292" y="125946"/>
                  <a:pt x="599338" y="125946"/>
                </a:cubicBezTo>
                <a:cubicBezTo>
                  <a:pt x="603589" y="125946"/>
                  <a:pt x="607610" y="122676"/>
                  <a:pt x="611403" y="116137"/>
                </a:cubicBezTo>
                <a:lnTo>
                  <a:pt x="614346" y="118317"/>
                </a:lnTo>
                <a:cubicBezTo>
                  <a:pt x="609049" y="130988"/>
                  <a:pt x="600450" y="137324"/>
                  <a:pt x="588548" y="137324"/>
                </a:cubicBezTo>
                <a:cubicBezTo>
                  <a:pt x="582728" y="137324"/>
                  <a:pt x="577808" y="135701"/>
                  <a:pt x="573786" y="132454"/>
                </a:cubicBezTo>
                <a:cubicBezTo>
                  <a:pt x="569764" y="129205"/>
                  <a:pt x="567198" y="125578"/>
                  <a:pt x="566086" y="121575"/>
                </a:cubicBezTo>
                <a:cubicBezTo>
                  <a:pt x="565432" y="119344"/>
                  <a:pt x="565105" y="113306"/>
                  <a:pt x="565105" y="103462"/>
                </a:cubicBezTo>
                <a:lnTo>
                  <a:pt x="565105" y="53753"/>
                </a:lnTo>
                <a:lnTo>
                  <a:pt x="553138" y="53753"/>
                </a:lnTo>
                <a:lnTo>
                  <a:pt x="553138" y="50310"/>
                </a:lnTo>
                <a:cubicBezTo>
                  <a:pt x="561378" y="44478"/>
                  <a:pt x="568391" y="38351"/>
                  <a:pt x="574178" y="31928"/>
                </a:cubicBezTo>
                <a:cubicBezTo>
                  <a:pt x="579966" y="25505"/>
                  <a:pt x="585017" y="18328"/>
                  <a:pt x="589333" y="10397"/>
                </a:cubicBezTo>
                <a:lnTo>
                  <a:pt x="592570" y="10397"/>
                </a:lnTo>
                <a:close/>
                <a:moveTo>
                  <a:pt x="762275" y="137128"/>
                </a:moveTo>
                <a:cubicBezTo>
                  <a:pt x="765283" y="145858"/>
                  <a:pt x="769958" y="152422"/>
                  <a:pt x="776301" y="156820"/>
                </a:cubicBezTo>
                <a:cubicBezTo>
                  <a:pt x="782645" y="161217"/>
                  <a:pt x="790590" y="163416"/>
                  <a:pt x="800137" y="163416"/>
                </a:cubicBezTo>
                <a:cubicBezTo>
                  <a:pt x="802753" y="163416"/>
                  <a:pt x="805532" y="163154"/>
                  <a:pt x="808475" y="162631"/>
                </a:cubicBezTo>
                <a:lnTo>
                  <a:pt x="808475" y="168713"/>
                </a:lnTo>
                <a:cubicBezTo>
                  <a:pt x="798600" y="171329"/>
                  <a:pt x="789772" y="172636"/>
                  <a:pt x="781991" y="172636"/>
                </a:cubicBezTo>
                <a:cubicBezTo>
                  <a:pt x="769828" y="172636"/>
                  <a:pt x="758956" y="169627"/>
                  <a:pt x="749376" y="163609"/>
                </a:cubicBezTo>
                <a:cubicBezTo>
                  <a:pt x="739796" y="157593"/>
                  <a:pt x="732586" y="148766"/>
                  <a:pt x="727747" y="137128"/>
                </a:cubicBezTo>
                <a:cubicBezTo>
                  <a:pt x="711661" y="133730"/>
                  <a:pt x="698697" y="125856"/>
                  <a:pt x="688855" y="113507"/>
                </a:cubicBezTo>
                <a:cubicBezTo>
                  <a:pt x="679014" y="101156"/>
                  <a:pt x="674093" y="86420"/>
                  <a:pt x="674093" y="69300"/>
                </a:cubicBezTo>
                <a:cubicBezTo>
                  <a:pt x="674093" y="49435"/>
                  <a:pt x="680763" y="32919"/>
                  <a:pt x="694103" y="19753"/>
                </a:cubicBezTo>
                <a:cubicBezTo>
                  <a:pt x="707443" y="6584"/>
                  <a:pt x="724380" y="0"/>
                  <a:pt x="744913" y="0"/>
                </a:cubicBezTo>
                <a:cubicBezTo>
                  <a:pt x="765381" y="0"/>
                  <a:pt x="782252" y="6601"/>
                  <a:pt x="795527" y="19802"/>
                </a:cubicBezTo>
                <a:cubicBezTo>
                  <a:pt x="808802" y="33001"/>
                  <a:pt x="815439" y="49500"/>
                  <a:pt x="815439" y="69300"/>
                </a:cubicBezTo>
                <a:cubicBezTo>
                  <a:pt x="815439" y="86551"/>
                  <a:pt x="810240" y="101549"/>
                  <a:pt x="799843" y="114292"/>
                </a:cubicBezTo>
                <a:cubicBezTo>
                  <a:pt x="789445" y="127033"/>
                  <a:pt x="776923" y="134645"/>
                  <a:pt x="762275" y="137128"/>
                </a:cubicBezTo>
                <a:moveTo>
                  <a:pt x="744815" y="7455"/>
                </a:moveTo>
                <a:cubicBezTo>
                  <a:pt x="733044" y="7455"/>
                  <a:pt x="723955" y="13564"/>
                  <a:pt x="717546" y="25782"/>
                </a:cubicBezTo>
                <a:cubicBezTo>
                  <a:pt x="712184" y="36041"/>
                  <a:pt x="709503" y="50645"/>
                  <a:pt x="709503" y="69594"/>
                </a:cubicBezTo>
                <a:cubicBezTo>
                  <a:pt x="709503" y="92332"/>
                  <a:pt x="713525" y="109190"/>
                  <a:pt x="721568" y="120168"/>
                </a:cubicBezTo>
                <a:cubicBezTo>
                  <a:pt x="727192" y="127813"/>
                  <a:pt x="734941" y="131635"/>
                  <a:pt x="744815" y="131635"/>
                </a:cubicBezTo>
                <a:cubicBezTo>
                  <a:pt x="754755" y="131635"/>
                  <a:pt x="762504" y="127878"/>
                  <a:pt x="768062" y="120364"/>
                </a:cubicBezTo>
                <a:cubicBezTo>
                  <a:pt x="776105" y="109583"/>
                  <a:pt x="780127" y="93378"/>
                  <a:pt x="780127" y="71749"/>
                </a:cubicBezTo>
                <a:cubicBezTo>
                  <a:pt x="780127" y="50449"/>
                  <a:pt x="777609" y="35029"/>
                  <a:pt x="772574" y="25488"/>
                </a:cubicBezTo>
                <a:cubicBezTo>
                  <a:pt x="766296" y="13466"/>
                  <a:pt x="757043" y="7455"/>
                  <a:pt x="744815" y="7455"/>
                </a:cubicBezTo>
                <a:close/>
                <a:moveTo>
                  <a:pt x="918038" y="44140"/>
                </a:moveTo>
                <a:lnTo>
                  <a:pt x="918038" y="115941"/>
                </a:lnTo>
                <a:cubicBezTo>
                  <a:pt x="918038" y="122981"/>
                  <a:pt x="918692" y="127372"/>
                  <a:pt x="920000" y="129116"/>
                </a:cubicBezTo>
                <a:cubicBezTo>
                  <a:pt x="921308" y="130859"/>
                  <a:pt x="923956" y="131960"/>
                  <a:pt x="927945" y="132420"/>
                </a:cubicBezTo>
                <a:lnTo>
                  <a:pt x="927945" y="135951"/>
                </a:lnTo>
                <a:lnTo>
                  <a:pt x="890573" y="135951"/>
                </a:lnTo>
                <a:lnTo>
                  <a:pt x="890573" y="123690"/>
                </a:lnTo>
                <a:cubicBezTo>
                  <a:pt x="886192" y="128921"/>
                  <a:pt x="881810" y="132731"/>
                  <a:pt x="877429" y="135117"/>
                </a:cubicBezTo>
                <a:cubicBezTo>
                  <a:pt x="873048" y="137504"/>
                  <a:pt x="868143" y="138698"/>
                  <a:pt x="862716" y="138698"/>
                </a:cubicBezTo>
                <a:cubicBezTo>
                  <a:pt x="857550" y="138698"/>
                  <a:pt x="852956" y="137112"/>
                  <a:pt x="848934" y="133940"/>
                </a:cubicBezTo>
                <a:cubicBezTo>
                  <a:pt x="844913" y="130769"/>
                  <a:pt x="842215" y="127058"/>
                  <a:pt x="840842" y="122807"/>
                </a:cubicBezTo>
                <a:cubicBezTo>
                  <a:pt x="839469" y="118557"/>
                  <a:pt x="838782" y="111135"/>
                  <a:pt x="838782" y="100541"/>
                </a:cubicBezTo>
                <a:lnTo>
                  <a:pt x="838782" y="64150"/>
                </a:lnTo>
                <a:cubicBezTo>
                  <a:pt x="838782" y="57135"/>
                  <a:pt x="838145" y="52767"/>
                  <a:pt x="836869" y="51046"/>
                </a:cubicBezTo>
                <a:cubicBezTo>
                  <a:pt x="835594" y="49325"/>
                  <a:pt x="832929" y="48200"/>
                  <a:pt x="828875" y="47671"/>
                </a:cubicBezTo>
                <a:lnTo>
                  <a:pt x="828875" y="44140"/>
                </a:lnTo>
                <a:lnTo>
                  <a:pt x="866247" y="44140"/>
                </a:lnTo>
                <a:lnTo>
                  <a:pt x="866247" y="106895"/>
                </a:lnTo>
                <a:cubicBezTo>
                  <a:pt x="866247" y="113443"/>
                  <a:pt x="866558" y="117666"/>
                  <a:pt x="867179" y="119564"/>
                </a:cubicBezTo>
                <a:cubicBezTo>
                  <a:pt x="867800" y="121463"/>
                  <a:pt x="868781" y="122903"/>
                  <a:pt x="870122" y="123886"/>
                </a:cubicBezTo>
                <a:cubicBezTo>
                  <a:pt x="871462" y="124867"/>
                  <a:pt x="873015" y="125358"/>
                  <a:pt x="874781" y="125358"/>
                </a:cubicBezTo>
                <a:cubicBezTo>
                  <a:pt x="877135" y="125358"/>
                  <a:pt x="879260" y="124736"/>
                  <a:pt x="881157" y="123494"/>
                </a:cubicBezTo>
                <a:cubicBezTo>
                  <a:pt x="883772" y="121794"/>
                  <a:pt x="886911" y="118361"/>
                  <a:pt x="890573" y="113195"/>
                </a:cubicBezTo>
                <a:lnTo>
                  <a:pt x="890573" y="64150"/>
                </a:lnTo>
                <a:cubicBezTo>
                  <a:pt x="890573" y="57135"/>
                  <a:pt x="889935" y="52767"/>
                  <a:pt x="888660" y="51046"/>
                </a:cubicBezTo>
                <a:cubicBezTo>
                  <a:pt x="887385" y="49325"/>
                  <a:pt x="884720" y="48200"/>
                  <a:pt x="880666" y="47671"/>
                </a:cubicBezTo>
                <a:lnTo>
                  <a:pt x="880666" y="44140"/>
                </a:lnTo>
                <a:lnTo>
                  <a:pt x="918038" y="44140"/>
                </a:lnTo>
                <a:close/>
                <a:moveTo>
                  <a:pt x="991530" y="122415"/>
                </a:moveTo>
                <a:cubicBezTo>
                  <a:pt x="980348" y="132355"/>
                  <a:pt x="970310" y="137324"/>
                  <a:pt x="961416" y="137324"/>
                </a:cubicBezTo>
                <a:cubicBezTo>
                  <a:pt x="956185" y="137324"/>
                  <a:pt x="951836" y="135603"/>
                  <a:pt x="948371" y="132159"/>
                </a:cubicBezTo>
                <a:cubicBezTo>
                  <a:pt x="944905" y="128714"/>
                  <a:pt x="943172" y="124400"/>
                  <a:pt x="943172" y="119218"/>
                </a:cubicBezTo>
                <a:cubicBezTo>
                  <a:pt x="943172" y="112196"/>
                  <a:pt x="946180" y="105881"/>
                  <a:pt x="952196" y="100271"/>
                </a:cubicBezTo>
                <a:cubicBezTo>
                  <a:pt x="958212" y="94662"/>
                  <a:pt x="971323" y="87199"/>
                  <a:pt x="991530" y="77883"/>
                </a:cubicBezTo>
                <a:lnTo>
                  <a:pt x="991530" y="68662"/>
                </a:lnTo>
                <a:cubicBezTo>
                  <a:pt x="991530" y="61731"/>
                  <a:pt x="991154" y="57366"/>
                  <a:pt x="990402" y="55567"/>
                </a:cubicBezTo>
                <a:cubicBezTo>
                  <a:pt x="989650" y="53769"/>
                  <a:pt x="988227" y="52200"/>
                  <a:pt x="986135" y="50859"/>
                </a:cubicBezTo>
                <a:cubicBezTo>
                  <a:pt x="984042" y="49519"/>
                  <a:pt x="981688" y="48848"/>
                  <a:pt x="979072" y="48848"/>
                </a:cubicBezTo>
                <a:cubicBezTo>
                  <a:pt x="974822" y="48848"/>
                  <a:pt x="971323" y="49796"/>
                  <a:pt x="968577" y="51693"/>
                </a:cubicBezTo>
                <a:cubicBezTo>
                  <a:pt x="966877" y="52870"/>
                  <a:pt x="966027" y="54243"/>
                  <a:pt x="966027" y="55813"/>
                </a:cubicBezTo>
                <a:cubicBezTo>
                  <a:pt x="966027" y="57186"/>
                  <a:pt x="966942" y="58886"/>
                  <a:pt x="968773" y="60913"/>
                </a:cubicBezTo>
                <a:cubicBezTo>
                  <a:pt x="971258" y="63725"/>
                  <a:pt x="972501" y="66439"/>
                  <a:pt x="972501" y="69055"/>
                </a:cubicBezTo>
                <a:cubicBezTo>
                  <a:pt x="972501" y="72259"/>
                  <a:pt x="971307" y="74989"/>
                  <a:pt x="968920" y="77245"/>
                </a:cubicBezTo>
                <a:cubicBezTo>
                  <a:pt x="966533" y="79501"/>
                  <a:pt x="963411" y="80629"/>
                  <a:pt x="959553" y="80629"/>
                </a:cubicBezTo>
                <a:cubicBezTo>
                  <a:pt x="955433" y="80629"/>
                  <a:pt x="951984" y="79387"/>
                  <a:pt x="949204" y="76902"/>
                </a:cubicBezTo>
                <a:cubicBezTo>
                  <a:pt x="946425" y="74417"/>
                  <a:pt x="945036" y="71507"/>
                  <a:pt x="945036" y="68172"/>
                </a:cubicBezTo>
                <a:cubicBezTo>
                  <a:pt x="945036" y="63464"/>
                  <a:pt x="946899" y="58968"/>
                  <a:pt x="950627" y="54685"/>
                </a:cubicBezTo>
                <a:cubicBezTo>
                  <a:pt x="954354" y="50401"/>
                  <a:pt x="959553" y="47115"/>
                  <a:pt x="966223" y="44827"/>
                </a:cubicBezTo>
                <a:cubicBezTo>
                  <a:pt x="972893" y="42538"/>
                  <a:pt x="979824" y="41394"/>
                  <a:pt x="987018" y="41394"/>
                </a:cubicBezTo>
                <a:cubicBezTo>
                  <a:pt x="995715" y="41394"/>
                  <a:pt x="1002597" y="43246"/>
                  <a:pt x="1007665" y="46951"/>
                </a:cubicBezTo>
                <a:cubicBezTo>
                  <a:pt x="1012733" y="50654"/>
                  <a:pt x="1016019" y="54668"/>
                  <a:pt x="1017523" y="58994"/>
                </a:cubicBezTo>
                <a:cubicBezTo>
                  <a:pt x="1018439" y="61747"/>
                  <a:pt x="1018897" y="68072"/>
                  <a:pt x="1018897" y="77968"/>
                </a:cubicBezTo>
                <a:lnTo>
                  <a:pt x="1018897" y="113657"/>
                </a:lnTo>
                <a:cubicBezTo>
                  <a:pt x="1018897" y="117853"/>
                  <a:pt x="1019060" y="120492"/>
                  <a:pt x="1019387" y="121575"/>
                </a:cubicBezTo>
                <a:cubicBezTo>
                  <a:pt x="1019714" y="122656"/>
                  <a:pt x="1020204" y="123459"/>
                  <a:pt x="1020858" y="123984"/>
                </a:cubicBezTo>
                <a:cubicBezTo>
                  <a:pt x="1021512" y="124507"/>
                  <a:pt x="1022264" y="124769"/>
                  <a:pt x="1023114" y="124769"/>
                </a:cubicBezTo>
                <a:cubicBezTo>
                  <a:pt x="1024815" y="124769"/>
                  <a:pt x="1026547" y="123559"/>
                  <a:pt x="1028313" y="121140"/>
                </a:cubicBezTo>
                <a:lnTo>
                  <a:pt x="1031256" y="123494"/>
                </a:lnTo>
                <a:cubicBezTo>
                  <a:pt x="1027986" y="128333"/>
                  <a:pt x="1024602" y="131848"/>
                  <a:pt x="1021104" y="134038"/>
                </a:cubicBezTo>
                <a:cubicBezTo>
                  <a:pt x="1017605" y="136229"/>
                  <a:pt x="1013632" y="137324"/>
                  <a:pt x="1009186" y="137324"/>
                </a:cubicBezTo>
                <a:cubicBezTo>
                  <a:pt x="1003954" y="137324"/>
                  <a:pt x="999867" y="136090"/>
                  <a:pt x="996925" y="133622"/>
                </a:cubicBezTo>
                <a:cubicBezTo>
                  <a:pt x="993982" y="131153"/>
                  <a:pt x="992184" y="127417"/>
                  <a:pt x="991530" y="122415"/>
                </a:cubicBezTo>
                <a:moveTo>
                  <a:pt x="991530" y="115156"/>
                </a:moveTo>
                <a:lnTo>
                  <a:pt x="991530" y="84473"/>
                </a:lnTo>
                <a:cubicBezTo>
                  <a:pt x="983617" y="89138"/>
                  <a:pt x="977732" y="94133"/>
                  <a:pt x="973874" y="99456"/>
                </a:cubicBezTo>
                <a:cubicBezTo>
                  <a:pt x="971323" y="103004"/>
                  <a:pt x="970048" y="106585"/>
                  <a:pt x="970048" y="110200"/>
                </a:cubicBezTo>
                <a:cubicBezTo>
                  <a:pt x="970048" y="113222"/>
                  <a:pt x="971127" y="115884"/>
                  <a:pt x="973285" y="118185"/>
                </a:cubicBezTo>
                <a:cubicBezTo>
                  <a:pt x="974920" y="119959"/>
                  <a:pt x="977209" y="120845"/>
                  <a:pt x="980151" y="120845"/>
                </a:cubicBezTo>
                <a:cubicBezTo>
                  <a:pt x="983421" y="120845"/>
                  <a:pt x="987214" y="118949"/>
                  <a:pt x="991530" y="115156"/>
                </a:cubicBezTo>
                <a:close/>
                <a:moveTo>
                  <a:pt x="1077621" y="2943"/>
                </a:moveTo>
                <a:lnTo>
                  <a:pt x="1077621" y="116922"/>
                </a:lnTo>
                <a:cubicBezTo>
                  <a:pt x="1077621" y="123396"/>
                  <a:pt x="1078373" y="127532"/>
                  <a:pt x="1079877" y="129330"/>
                </a:cubicBezTo>
                <a:cubicBezTo>
                  <a:pt x="1081381" y="131128"/>
                  <a:pt x="1084323" y="132158"/>
                  <a:pt x="1088705" y="132420"/>
                </a:cubicBezTo>
                <a:lnTo>
                  <a:pt x="1088705" y="135951"/>
                </a:lnTo>
                <a:lnTo>
                  <a:pt x="1039170" y="135951"/>
                </a:lnTo>
                <a:lnTo>
                  <a:pt x="1039170" y="132420"/>
                </a:lnTo>
                <a:cubicBezTo>
                  <a:pt x="1043224" y="132289"/>
                  <a:pt x="1046232" y="131112"/>
                  <a:pt x="1048194" y="128889"/>
                </a:cubicBezTo>
                <a:cubicBezTo>
                  <a:pt x="1049502" y="127385"/>
                  <a:pt x="1050156" y="123396"/>
                  <a:pt x="1050156" y="116922"/>
                </a:cubicBezTo>
                <a:lnTo>
                  <a:pt x="1050156" y="21972"/>
                </a:lnTo>
                <a:cubicBezTo>
                  <a:pt x="1050156" y="15523"/>
                  <a:pt x="1049404" y="11394"/>
                  <a:pt x="1047900" y="9585"/>
                </a:cubicBezTo>
                <a:cubicBezTo>
                  <a:pt x="1046396" y="7775"/>
                  <a:pt x="1043486" y="6737"/>
                  <a:pt x="1039170" y="6474"/>
                </a:cubicBezTo>
                <a:lnTo>
                  <a:pt x="1039170" y="2943"/>
                </a:lnTo>
                <a:lnTo>
                  <a:pt x="1077621" y="2943"/>
                </a:lnTo>
                <a:close/>
                <a:moveTo>
                  <a:pt x="1119596" y="0"/>
                </a:moveTo>
                <a:cubicBezTo>
                  <a:pt x="1123846" y="0"/>
                  <a:pt x="1127443" y="1493"/>
                  <a:pt x="1130386" y="4478"/>
                </a:cubicBezTo>
                <a:cubicBezTo>
                  <a:pt x="1133328" y="7462"/>
                  <a:pt x="1134800" y="11053"/>
                  <a:pt x="1134800" y="15253"/>
                </a:cubicBezTo>
                <a:cubicBezTo>
                  <a:pt x="1134800" y="19452"/>
                  <a:pt x="1133312" y="23028"/>
                  <a:pt x="1130336" y="25981"/>
                </a:cubicBezTo>
                <a:cubicBezTo>
                  <a:pt x="1127361" y="28932"/>
                  <a:pt x="1123781" y="30408"/>
                  <a:pt x="1119596" y="30408"/>
                </a:cubicBezTo>
                <a:cubicBezTo>
                  <a:pt x="1115411" y="30408"/>
                  <a:pt x="1111847" y="28932"/>
                  <a:pt x="1108904" y="25981"/>
                </a:cubicBezTo>
                <a:cubicBezTo>
                  <a:pt x="1105961" y="23028"/>
                  <a:pt x="1104490" y="19452"/>
                  <a:pt x="1104490" y="15253"/>
                </a:cubicBezTo>
                <a:cubicBezTo>
                  <a:pt x="1104490" y="11053"/>
                  <a:pt x="1105961" y="7462"/>
                  <a:pt x="1108904" y="4478"/>
                </a:cubicBezTo>
                <a:cubicBezTo>
                  <a:pt x="1111847" y="1493"/>
                  <a:pt x="1115411" y="0"/>
                  <a:pt x="1119596" y="0"/>
                </a:cubicBezTo>
                <a:moveTo>
                  <a:pt x="1133328" y="44140"/>
                </a:moveTo>
                <a:lnTo>
                  <a:pt x="1133328" y="116922"/>
                </a:lnTo>
                <a:cubicBezTo>
                  <a:pt x="1133328" y="123396"/>
                  <a:pt x="1134080" y="127532"/>
                  <a:pt x="1135584" y="129330"/>
                </a:cubicBezTo>
                <a:cubicBezTo>
                  <a:pt x="1137088" y="131128"/>
                  <a:pt x="1140031" y="132158"/>
                  <a:pt x="1144412" y="132420"/>
                </a:cubicBezTo>
                <a:lnTo>
                  <a:pt x="1144412" y="135951"/>
                </a:lnTo>
                <a:lnTo>
                  <a:pt x="1094877" y="135951"/>
                </a:lnTo>
                <a:lnTo>
                  <a:pt x="1094877" y="132420"/>
                </a:lnTo>
                <a:cubicBezTo>
                  <a:pt x="1098932" y="132289"/>
                  <a:pt x="1101940" y="131112"/>
                  <a:pt x="1103902" y="128889"/>
                </a:cubicBezTo>
                <a:cubicBezTo>
                  <a:pt x="1105209" y="127385"/>
                  <a:pt x="1105863" y="123396"/>
                  <a:pt x="1105863" y="116922"/>
                </a:cubicBezTo>
                <a:lnTo>
                  <a:pt x="1105863" y="63365"/>
                </a:lnTo>
                <a:cubicBezTo>
                  <a:pt x="1105863" y="56810"/>
                  <a:pt x="1105111" y="52622"/>
                  <a:pt x="1103607" y="50801"/>
                </a:cubicBezTo>
                <a:cubicBezTo>
                  <a:pt x="1102103" y="48980"/>
                  <a:pt x="1099193" y="47937"/>
                  <a:pt x="1094877" y="47671"/>
                </a:cubicBezTo>
                <a:lnTo>
                  <a:pt x="1094877" y="44140"/>
                </a:lnTo>
                <a:lnTo>
                  <a:pt x="1133328" y="44140"/>
                </a:lnTo>
                <a:close/>
                <a:moveTo>
                  <a:pt x="1189724" y="10397"/>
                </a:moveTo>
                <a:lnTo>
                  <a:pt x="1189724" y="44140"/>
                </a:lnTo>
                <a:lnTo>
                  <a:pt x="1211499" y="44140"/>
                </a:lnTo>
                <a:lnTo>
                  <a:pt x="1211499" y="53753"/>
                </a:lnTo>
                <a:lnTo>
                  <a:pt x="1189724" y="53753"/>
                </a:lnTo>
                <a:lnTo>
                  <a:pt x="1189724" y="110503"/>
                </a:lnTo>
                <a:cubicBezTo>
                  <a:pt x="1189724" y="115814"/>
                  <a:pt x="1189969" y="119240"/>
                  <a:pt x="1190459" y="120781"/>
                </a:cubicBezTo>
                <a:cubicBezTo>
                  <a:pt x="1190950" y="122322"/>
                  <a:pt x="1191816" y="123568"/>
                  <a:pt x="1193059" y="124521"/>
                </a:cubicBezTo>
                <a:cubicBezTo>
                  <a:pt x="1194301" y="125471"/>
                  <a:pt x="1195446" y="125946"/>
                  <a:pt x="1196492" y="125946"/>
                </a:cubicBezTo>
                <a:cubicBezTo>
                  <a:pt x="1200742" y="125946"/>
                  <a:pt x="1204764" y="122676"/>
                  <a:pt x="1208557" y="116137"/>
                </a:cubicBezTo>
                <a:lnTo>
                  <a:pt x="1211499" y="118317"/>
                </a:lnTo>
                <a:cubicBezTo>
                  <a:pt x="1206203" y="130988"/>
                  <a:pt x="1197604" y="137324"/>
                  <a:pt x="1185702" y="137324"/>
                </a:cubicBezTo>
                <a:cubicBezTo>
                  <a:pt x="1179882" y="137324"/>
                  <a:pt x="1174961" y="135701"/>
                  <a:pt x="1170940" y="132454"/>
                </a:cubicBezTo>
                <a:cubicBezTo>
                  <a:pt x="1166918" y="129205"/>
                  <a:pt x="1164351" y="125578"/>
                  <a:pt x="1163240" y="121575"/>
                </a:cubicBezTo>
                <a:cubicBezTo>
                  <a:pt x="1162586" y="119344"/>
                  <a:pt x="1162259" y="113306"/>
                  <a:pt x="1162259" y="103462"/>
                </a:cubicBezTo>
                <a:lnTo>
                  <a:pt x="1162259" y="53753"/>
                </a:lnTo>
                <a:lnTo>
                  <a:pt x="1150292" y="53753"/>
                </a:lnTo>
                <a:lnTo>
                  <a:pt x="1150292" y="50310"/>
                </a:lnTo>
                <a:cubicBezTo>
                  <a:pt x="1158531" y="44478"/>
                  <a:pt x="1165545" y="38351"/>
                  <a:pt x="1171332" y="31928"/>
                </a:cubicBezTo>
                <a:cubicBezTo>
                  <a:pt x="1177119" y="25505"/>
                  <a:pt x="1182171" y="18328"/>
                  <a:pt x="1186487" y="10397"/>
                </a:cubicBezTo>
                <a:lnTo>
                  <a:pt x="1189724" y="10397"/>
                </a:lnTo>
                <a:close/>
                <a:moveTo>
                  <a:pt x="1261866" y="139767"/>
                </a:moveTo>
                <a:lnTo>
                  <a:pt x="1232243" y="71632"/>
                </a:lnTo>
                <a:cubicBezTo>
                  <a:pt x="1227796" y="61313"/>
                  <a:pt x="1224510" y="54970"/>
                  <a:pt x="1222385" y="52603"/>
                </a:cubicBezTo>
                <a:cubicBezTo>
                  <a:pt x="1220260" y="50235"/>
                  <a:pt x="1217693" y="48591"/>
                  <a:pt x="1214685" y="47671"/>
                </a:cubicBezTo>
                <a:lnTo>
                  <a:pt x="1214685" y="44140"/>
                </a:lnTo>
                <a:lnTo>
                  <a:pt x="1263435" y="44140"/>
                </a:lnTo>
                <a:lnTo>
                  <a:pt x="1263435" y="47671"/>
                </a:lnTo>
                <a:cubicBezTo>
                  <a:pt x="1260231" y="47802"/>
                  <a:pt x="1257975" y="48426"/>
                  <a:pt x="1256667" y="49544"/>
                </a:cubicBezTo>
                <a:cubicBezTo>
                  <a:pt x="1255359" y="50660"/>
                  <a:pt x="1254705" y="52007"/>
                  <a:pt x="1254705" y="53584"/>
                </a:cubicBezTo>
                <a:cubicBezTo>
                  <a:pt x="1254705" y="56079"/>
                  <a:pt x="1256340" y="61006"/>
                  <a:pt x="1259610" y="68365"/>
                </a:cubicBezTo>
                <a:lnTo>
                  <a:pt x="1275304" y="104434"/>
                </a:lnTo>
                <a:lnTo>
                  <a:pt x="1285996" y="76561"/>
                </a:lnTo>
                <a:cubicBezTo>
                  <a:pt x="1289854" y="66636"/>
                  <a:pt x="1291783" y="59734"/>
                  <a:pt x="1291783" y="55855"/>
                </a:cubicBezTo>
                <a:cubicBezTo>
                  <a:pt x="1291783" y="53424"/>
                  <a:pt x="1290982" y="51484"/>
                  <a:pt x="1289380" y="50038"/>
                </a:cubicBezTo>
                <a:cubicBezTo>
                  <a:pt x="1287778" y="48591"/>
                  <a:pt x="1284949" y="47802"/>
                  <a:pt x="1280895" y="47671"/>
                </a:cubicBezTo>
                <a:lnTo>
                  <a:pt x="1280895" y="44140"/>
                </a:lnTo>
                <a:lnTo>
                  <a:pt x="1311597" y="44140"/>
                </a:lnTo>
                <a:lnTo>
                  <a:pt x="1311597" y="47671"/>
                </a:lnTo>
                <a:cubicBezTo>
                  <a:pt x="1308589" y="48000"/>
                  <a:pt x="1306137" y="49167"/>
                  <a:pt x="1304240" y="51172"/>
                </a:cubicBezTo>
                <a:cubicBezTo>
                  <a:pt x="1302344" y="53176"/>
                  <a:pt x="1299172" y="59997"/>
                  <a:pt x="1294726" y="71632"/>
                </a:cubicBezTo>
                <a:lnTo>
                  <a:pt x="1268536" y="139679"/>
                </a:lnTo>
                <a:cubicBezTo>
                  <a:pt x="1261931" y="156681"/>
                  <a:pt x="1257027" y="167143"/>
                  <a:pt x="1253822" y="171067"/>
                </a:cubicBezTo>
                <a:cubicBezTo>
                  <a:pt x="1249310" y="176560"/>
                  <a:pt x="1243654" y="179306"/>
                  <a:pt x="1236853" y="179306"/>
                </a:cubicBezTo>
                <a:cubicBezTo>
                  <a:pt x="1231425" y="179306"/>
                  <a:pt x="1227028" y="177753"/>
                  <a:pt x="1223660" y="174647"/>
                </a:cubicBezTo>
                <a:cubicBezTo>
                  <a:pt x="1220292" y="171541"/>
                  <a:pt x="1218609" y="167797"/>
                  <a:pt x="1218609" y="163416"/>
                </a:cubicBezTo>
                <a:cubicBezTo>
                  <a:pt x="1218609" y="159623"/>
                  <a:pt x="1219769" y="156484"/>
                  <a:pt x="1222091" y="154000"/>
                </a:cubicBezTo>
                <a:cubicBezTo>
                  <a:pt x="1224412" y="151515"/>
                  <a:pt x="1227273" y="150272"/>
                  <a:pt x="1230673" y="150272"/>
                </a:cubicBezTo>
                <a:cubicBezTo>
                  <a:pt x="1233943" y="150272"/>
                  <a:pt x="1236575" y="151312"/>
                  <a:pt x="1238570" y="153393"/>
                </a:cubicBezTo>
                <a:cubicBezTo>
                  <a:pt x="1240564" y="155475"/>
                  <a:pt x="1241594" y="158696"/>
                  <a:pt x="1241659" y="163054"/>
                </a:cubicBezTo>
                <a:cubicBezTo>
                  <a:pt x="1241725" y="165527"/>
                  <a:pt x="1242019" y="167121"/>
                  <a:pt x="1242542" y="167836"/>
                </a:cubicBezTo>
                <a:cubicBezTo>
                  <a:pt x="1243065" y="168551"/>
                  <a:pt x="1243817" y="168909"/>
                  <a:pt x="1244798" y="168909"/>
                </a:cubicBezTo>
                <a:cubicBezTo>
                  <a:pt x="1246368" y="168909"/>
                  <a:pt x="1248035" y="167965"/>
                  <a:pt x="1249801" y="166077"/>
                </a:cubicBezTo>
                <a:cubicBezTo>
                  <a:pt x="1252417" y="163343"/>
                  <a:pt x="1255490" y="157093"/>
                  <a:pt x="1259021" y="147329"/>
                </a:cubicBezTo>
                <a:lnTo>
                  <a:pt x="1261866" y="1397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feda3527542dd"/>
          <a:stretch xmlns:a="http://schemas.openxmlformats.org/drawingml/2006/main"/>
        </p:blipFill>
        <p:spPr>
          <a:xfrm xmlns:a="http://schemas.openxmlformats.org/drawingml/2006/main">
            <a:off x="9801142" y="3461943"/>
            <a:ext cx="1368536" cy="627769"/>
          </a:xfrm>
          <a:prstGeom xmlns:a="http://schemas.openxmlformats.org/drawingml/2006/main" prst="rect">
            <a:avLst/>
          </a:prstGeom>
        </p:spPr>
      </p:pic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b0e545f7e45d4"/>
          <a:stretch xmlns:a="http://schemas.openxmlformats.org/drawingml/2006/main"/>
        </p:blipFill>
        <p:spPr>
          <a:xfrm xmlns:a="http://schemas.openxmlformats.org/drawingml/2006/main">
            <a:off x="9841947" y="3414860"/>
            <a:ext cx="1286926" cy="781572"/>
          </a:xfrm>
          <a:prstGeom xmlns:a="http://schemas.openxmlformats.org/drawingml/2006/main" prst="rect">
            <a:avLst/>
          </a:prstGeom>
        </p:spPr>
      </p:pic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BE914D-87C3-49F5-A978-6C503143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223" y="3491239"/>
            <a:ext cx="1249261" cy="508492"/>
          </a:xfrm>
          <a:custGeom xmlns:a="http://schemas.openxmlformats.org/drawingml/2006/main">
            <a:pathLst>
              <a:path w="1249261" h="508492">
                <a:moveTo>
                  <a:pt x="0" y="84750"/>
                </a:moveTo>
                <a:cubicBezTo>
                  <a:pt x="0" y="37944"/>
                  <a:pt x="37944" y="0"/>
                  <a:pt x="84750" y="0"/>
                </a:cubicBezTo>
                <a:lnTo>
                  <a:pt x="1164510" y="0"/>
                </a:lnTo>
                <a:cubicBezTo>
                  <a:pt x="1211316" y="0"/>
                  <a:pt x="1249261" y="37944"/>
                  <a:pt x="1249261" y="84750"/>
                </a:cubicBezTo>
                <a:lnTo>
                  <a:pt x="1249261" y="423742"/>
                </a:lnTo>
                <a:cubicBezTo>
                  <a:pt x="1249261" y="470549"/>
                  <a:pt x="1211316" y="508492"/>
                  <a:pt x="1164510" y="508492"/>
                </a:cubicBezTo>
                <a:lnTo>
                  <a:pt x="84750" y="508492"/>
                </a:lnTo>
                <a:cubicBezTo>
                  <a:pt x="37944" y="508492"/>
                  <a:pt x="0" y="470549"/>
                  <a:pt x="0" y="423742"/>
                </a:cubicBezTo>
                <a:lnTo>
                  <a:pt x="0" y="84750"/>
                </a:lnTo>
                <a:close/>
              </a:path>
            </a:pathLst>
          </a:custGeom>
          <a:solidFill xmlns:a="http://schemas.openxmlformats.org/drawingml/2006/main">
            <a:srgbClr val="E3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Helpf">
            <a:extLst xmlns:a="http://schemas.openxmlformats.org/drawingml/2006/main">
              <a:ext uri="{FF2B5EF4-FFF2-40B4-BE49-F238E27FC236}">
                <a16:creationId xmlns:a16="http://schemas.microsoft.com/office/drawing/2014/main" id="{C52C0235-43A9-4B7C-9B12-3E4CDF09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050" y="3561404"/>
            <a:ext cx="491253" cy="178914"/>
          </a:xfrm>
          <a:custGeom xmlns:a="http://schemas.openxmlformats.org/drawingml/2006/main">
            <a:pathLst>
              <a:path w="491253" h="178914">
                <a:moveTo>
                  <a:pt x="50712" y="71997"/>
                </a:moveTo>
                <a:lnTo>
                  <a:pt x="50712" y="113195"/>
                </a:lnTo>
                <a:cubicBezTo>
                  <a:pt x="50712" y="120030"/>
                  <a:pt x="51088" y="124303"/>
                  <a:pt x="51840" y="126014"/>
                </a:cubicBezTo>
                <a:cubicBezTo>
                  <a:pt x="52592" y="127722"/>
                  <a:pt x="54063" y="129217"/>
                  <a:pt x="56254" y="130498"/>
                </a:cubicBezTo>
                <a:cubicBezTo>
                  <a:pt x="58445" y="131779"/>
                  <a:pt x="61404" y="132420"/>
                  <a:pt x="65131" y="132420"/>
                </a:cubicBezTo>
                <a:lnTo>
                  <a:pt x="69545" y="132420"/>
                </a:lnTo>
                <a:lnTo>
                  <a:pt x="69545" y="135951"/>
                </a:lnTo>
                <a:lnTo>
                  <a:pt x="0" y="135951"/>
                </a:lnTo>
                <a:lnTo>
                  <a:pt x="0" y="132420"/>
                </a:lnTo>
                <a:lnTo>
                  <a:pt x="4414" y="132420"/>
                </a:lnTo>
                <a:cubicBezTo>
                  <a:pt x="8272" y="132420"/>
                  <a:pt x="11378" y="131730"/>
                  <a:pt x="13732" y="130351"/>
                </a:cubicBezTo>
                <a:cubicBezTo>
                  <a:pt x="15433" y="129429"/>
                  <a:pt x="16741" y="127852"/>
                  <a:pt x="17656" y="125618"/>
                </a:cubicBezTo>
                <a:cubicBezTo>
                  <a:pt x="18375" y="124041"/>
                  <a:pt x="18735" y="119899"/>
                  <a:pt x="18735" y="113195"/>
                </a:cubicBezTo>
                <a:lnTo>
                  <a:pt x="18735" y="25699"/>
                </a:lnTo>
                <a:cubicBezTo>
                  <a:pt x="18735" y="18864"/>
                  <a:pt x="18375" y="14592"/>
                  <a:pt x="17656" y="12883"/>
                </a:cubicBezTo>
                <a:cubicBezTo>
                  <a:pt x="16937" y="11173"/>
                  <a:pt x="15482" y="9677"/>
                  <a:pt x="13291" y="8396"/>
                </a:cubicBezTo>
                <a:cubicBezTo>
                  <a:pt x="11100" y="7115"/>
                  <a:pt x="8141" y="6474"/>
                  <a:pt x="4414" y="6474"/>
                </a:cubicBezTo>
                <a:lnTo>
                  <a:pt x="0" y="6474"/>
                </a:lnTo>
                <a:lnTo>
                  <a:pt x="0" y="2943"/>
                </a:lnTo>
                <a:lnTo>
                  <a:pt x="69545" y="2943"/>
                </a:lnTo>
                <a:lnTo>
                  <a:pt x="69545" y="6474"/>
                </a:lnTo>
                <a:lnTo>
                  <a:pt x="65131" y="6474"/>
                </a:lnTo>
                <a:cubicBezTo>
                  <a:pt x="61273" y="6474"/>
                  <a:pt x="58167" y="7164"/>
                  <a:pt x="55813" y="8543"/>
                </a:cubicBezTo>
                <a:cubicBezTo>
                  <a:pt x="54112" y="9465"/>
                  <a:pt x="52772" y="11042"/>
                  <a:pt x="51791" y="13276"/>
                </a:cubicBezTo>
                <a:cubicBezTo>
                  <a:pt x="51072" y="14853"/>
                  <a:pt x="50712" y="18994"/>
                  <a:pt x="50712" y="25699"/>
                </a:cubicBezTo>
                <a:lnTo>
                  <a:pt x="50712" y="63365"/>
                </a:lnTo>
                <a:lnTo>
                  <a:pt x="97697" y="63365"/>
                </a:lnTo>
                <a:lnTo>
                  <a:pt x="97697" y="25699"/>
                </a:lnTo>
                <a:cubicBezTo>
                  <a:pt x="97697" y="18864"/>
                  <a:pt x="97337" y="14592"/>
                  <a:pt x="96618" y="12883"/>
                </a:cubicBezTo>
                <a:cubicBezTo>
                  <a:pt x="95898" y="11173"/>
                  <a:pt x="94427" y="9677"/>
                  <a:pt x="92204" y="8396"/>
                </a:cubicBezTo>
                <a:cubicBezTo>
                  <a:pt x="89980" y="7115"/>
                  <a:pt x="87005" y="6474"/>
                  <a:pt x="83277" y="6474"/>
                </a:cubicBezTo>
                <a:lnTo>
                  <a:pt x="78962" y="6474"/>
                </a:lnTo>
                <a:lnTo>
                  <a:pt x="78962" y="2943"/>
                </a:lnTo>
                <a:lnTo>
                  <a:pt x="148408" y="2943"/>
                </a:lnTo>
                <a:lnTo>
                  <a:pt x="148408" y="6474"/>
                </a:lnTo>
                <a:lnTo>
                  <a:pt x="144093" y="6474"/>
                </a:lnTo>
                <a:cubicBezTo>
                  <a:pt x="140169" y="6474"/>
                  <a:pt x="137063" y="7164"/>
                  <a:pt x="134774" y="8543"/>
                </a:cubicBezTo>
                <a:cubicBezTo>
                  <a:pt x="133074" y="9465"/>
                  <a:pt x="131733" y="11042"/>
                  <a:pt x="130752" y="13276"/>
                </a:cubicBezTo>
                <a:cubicBezTo>
                  <a:pt x="130033" y="14853"/>
                  <a:pt x="129673" y="18994"/>
                  <a:pt x="129673" y="25699"/>
                </a:cubicBezTo>
                <a:lnTo>
                  <a:pt x="129673" y="113195"/>
                </a:lnTo>
                <a:cubicBezTo>
                  <a:pt x="129673" y="120030"/>
                  <a:pt x="130033" y="124303"/>
                  <a:pt x="130752" y="126014"/>
                </a:cubicBezTo>
                <a:cubicBezTo>
                  <a:pt x="131472" y="127722"/>
                  <a:pt x="132943" y="129217"/>
                  <a:pt x="135166" y="130498"/>
                </a:cubicBezTo>
                <a:cubicBezTo>
                  <a:pt x="137390" y="131779"/>
                  <a:pt x="140365" y="132420"/>
                  <a:pt x="144093" y="132420"/>
                </a:cubicBezTo>
                <a:lnTo>
                  <a:pt x="148408" y="132420"/>
                </a:lnTo>
                <a:lnTo>
                  <a:pt x="148408" y="135951"/>
                </a:lnTo>
                <a:lnTo>
                  <a:pt x="78962" y="135951"/>
                </a:lnTo>
                <a:lnTo>
                  <a:pt x="78962" y="132420"/>
                </a:lnTo>
                <a:lnTo>
                  <a:pt x="83277" y="132420"/>
                </a:lnTo>
                <a:cubicBezTo>
                  <a:pt x="87201" y="132420"/>
                  <a:pt x="90307" y="131730"/>
                  <a:pt x="92596" y="130351"/>
                </a:cubicBezTo>
                <a:cubicBezTo>
                  <a:pt x="94296" y="129429"/>
                  <a:pt x="95637" y="127852"/>
                  <a:pt x="96618" y="125618"/>
                </a:cubicBezTo>
                <a:cubicBezTo>
                  <a:pt x="97337" y="124041"/>
                  <a:pt x="97697" y="119899"/>
                  <a:pt x="97697" y="113195"/>
                </a:cubicBezTo>
                <a:lnTo>
                  <a:pt x="97697" y="71997"/>
                </a:lnTo>
                <a:lnTo>
                  <a:pt x="50712" y="71997"/>
                </a:lnTo>
                <a:close/>
                <a:moveTo>
                  <a:pt x="236687" y="86711"/>
                </a:moveTo>
                <a:lnTo>
                  <a:pt x="186367" y="86711"/>
                </a:lnTo>
                <a:cubicBezTo>
                  <a:pt x="186956" y="98906"/>
                  <a:pt x="190193" y="108545"/>
                  <a:pt x="196078" y="115625"/>
                </a:cubicBezTo>
                <a:cubicBezTo>
                  <a:pt x="200590" y="121067"/>
                  <a:pt x="206018" y="123788"/>
                  <a:pt x="212361" y="123788"/>
                </a:cubicBezTo>
                <a:cubicBezTo>
                  <a:pt x="216284" y="123788"/>
                  <a:pt x="219848" y="122693"/>
                  <a:pt x="223052" y="120502"/>
                </a:cubicBezTo>
                <a:cubicBezTo>
                  <a:pt x="226257" y="118312"/>
                  <a:pt x="229690" y="114372"/>
                  <a:pt x="233352" y="108682"/>
                </a:cubicBezTo>
                <a:lnTo>
                  <a:pt x="236687" y="110840"/>
                </a:lnTo>
                <a:cubicBezTo>
                  <a:pt x="231717" y="120976"/>
                  <a:pt x="226224" y="128153"/>
                  <a:pt x="220208" y="132371"/>
                </a:cubicBezTo>
                <a:cubicBezTo>
                  <a:pt x="214192" y="136589"/>
                  <a:pt x="207227" y="138698"/>
                  <a:pt x="199315" y="138698"/>
                </a:cubicBezTo>
                <a:cubicBezTo>
                  <a:pt x="185713" y="138698"/>
                  <a:pt x="175414" y="133461"/>
                  <a:pt x="168417" y="122988"/>
                </a:cubicBezTo>
                <a:cubicBezTo>
                  <a:pt x="162793" y="114544"/>
                  <a:pt x="159981" y="104071"/>
                  <a:pt x="159981" y="91569"/>
                </a:cubicBezTo>
                <a:cubicBezTo>
                  <a:pt x="159981" y="76251"/>
                  <a:pt x="164117" y="64059"/>
                  <a:pt x="172390" y="54994"/>
                </a:cubicBezTo>
                <a:cubicBezTo>
                  <a:pt x="180662" y="45927"/>
                  <a:pt x="190356" y="41394"/>
                  <a:pt x="201473" y="41394"/>
                </a:cubicBezTo>
                <a:cubicBezTo>
                  <a:pt x="210759" y="41394"/>
                  <a:pt x="218818" y="45203"/>
                  <a:pt x="225652" y="52821"/>
                </a:cubicBezTo>
                <a:cubicBezTo>
                  <a:pt x="232485" y="60439"/>
                  <a:pt x="236164" y="71736"/>
                  <a:pt x="236687" y="86711"/>
                </a:cubicBezTo>
                <a:moveTo>
                  <a:pt x="212557" y="80237"/>
                </a:moveTo>
                <a:cubicBezTo>
                  <a:pt x="212557" y="69708"/>
                  <a:pt x="211985" y="62483"/>
                  <a:pt x="210840" y="58559"/>
                </a:cubicBezTo>
                <a:cubicBezTo>
                  <a:pt x="209696" y="54635"/>
                  <a:pt x="207914" y="51660"/>
                  <a:pt x="205495" y="49633"/>
                </a:cubicBezTo>
                <a:cubicBezTo>
                  <a:pt x="204121" y="48456"/>
                  <a:pt x="202290" y="47867"/>
                  <a:pt x="200002" y="47867"/>
                </a:cubicBezTo>
                <a:cubicBezTo>
                  <a:pt x="196601" y="47867"/>
                  <a:pt x="193822" y="49535"/>
                  <a:pt x="191664" y="52870"/>
                </a:cubicBezTo>
                <a:cubicBezTo>
                  <a:pt x="187806" y="58690"/>
                  <a:pt x="185877" y="66668"/>
                  <a:pt x="185877" y="76804"/>
                </a:cubicBezTo>
                <a:lnTo>
                  <a:pt x="185877" y="80237"/>
                </a:lnTo>
                <a:lnTo>
                  <a:pt x="212557" y="80237"/>
                </a:lnTo>
                <a:close/>
                <a:moveTo>
                  <a:pt x="284858" y="2943"/>
                </a:moveTo>
                <a:lnTo>
                  <a:pt x="284858" y="116922"/>
                </a:lnTo>
                <a:cubicBezTo>
                  <a:pt x="284858" y="123396"/>
                  <a:pt x="285610" y="127532"/>
                  <a:pt x="287114" y="129330"/>
                </a:cubicBezTo>
                <a:cubicBezTo>
                  <a:pt x="288618" y="131128"/>
                  <a:pt x="291561" y="132158"/>
                  <a:pt x="295942" y="132420"/>
                </a:cubicBezTo>
                <a:lnTo>
                  <a:pt x="295942" y="135951"/>
                </a:lnTo>
                <a:lnTo>
                  <a:pt x="246407" y="135951"/>
                </a:lnTo>
                <a:lnTo>
                  <a:pt x="246407" y="132420"/>
                </a:lnTo>
                <a:cubicBezTo>
                  <a:pt x="250461" y="132289"/>
                  <a:pt x="253469" y="131112"/>
                  <a:pt x="255431" y="128889"/>
                </a:cubicBezTo>
                <a:cubicBezTo>
                  <a:pt x="256739" y="127385"/>
                  <a:pt x="257393" y="123396"/>
                  <a:pt x="257393" y="116922"/>
                </a:cubicBezTo>
                <a:lnTo>
                  <a:pt x="257393" y="21972"/>
                </a:lnTo>
                <a:cubicBezTo>
                  <a:pt x="257393" y="15523"/>
                  <a:pt x="256641" y="11394"/>
                  <a:pt x="255137" y="9585"/>
                </a:cubicBezTo>
                <a:cubicBezTo>
                  <a:pt x="253633" y="7775"/>
                  <a:pt x="250723" y="6737"/>
                  <a:pt x="246407" y="6474"/>
                </a:cubicBezTo>
                <a:lnTo>
                  <a:pt x="246407" y="2943"/>
                </a:lnTo>
                <a:lnTo>
                  <a:pt x="284858" y="2943"/>
                </a:lnTo>
                <a:close/>
                <a:moveTo>
                  <a:pt x="340272" y="126633"/>
                </a:moveTo>
                <a:lnTo>
                  <a:pt x="340272" y="160670"/>
                </a:lnTo>
                <a:cubicBezTo>
                  <a:pt x="340272" y="165441"/>
                  <a:pt x="340648" y="168688"/>
                  <a:pt x="341400" y="170411"/>
                </a:cubicBezTo>
                <a:cubicBezTo>
                  <a:pt x="342152" y="172136"/>
                  <a:pt x="343313" y="173396"/>
                  <a:pt x="344882" y="174191"/>
                </a:cubicBezTo>
                <a:cubicBezTo>
                  <a:pt x="346452" y="174985"/>
                  <a:pt x="349525" y="175383"/>
                  <a:pt x="354103" y="175383"/>
                </a:cubicBezTo>
                <a:lnTo>
                  <a:pt x="354103" y="178914"/>
                </a:lnTo>
                <a:lnTo>
                  <a:pt x="301821" y="178914"/>
                </a:lnTo>
                <a:lnTo>
                  <a:pt x="301821" y="175383"/>
                </a:lnTo>
                <a:cubicBezTo>
                  <a:pt x="305875" y="175250"/>
                  <a:pt x="308884" y="174090"/>
                  <a:pt x="310845" y="171904"/>
                </a:cubicBezTo>
                <a:cubicBezTo>
                  <a:pt x="312153" y="170381"/>
                  <a:pt x="312807" y="166440"/>
                  <a:pt x="312807" y="160081"/>
                </a:cubicBezTo>
                <a:lnTo>
                  <a:pt x="312807" y="63365"/>
                </a:lnTo>
                <a:cubicBezTo>
                  <a:pt x="312807" y="56810"/>
                  <a:pt x="312055" y="52622"/>
                  <a:pt x="310551" y="50801"/>
                </a:cubicBezTo>
                <a:cubicBezTo>
                  <a:pt x="309047" y="48980"/>
                  <a:pt x="306137" y="47937"/>
                  <a:pt x="301821" y="47671"/>
                </a:cubicBezTo>
                <a:lnTo>
                  <a:pt x="301821" y="44140"/>
                </a:lnTo>
                <a:lnTo>
                  <a:pt x="340272" y="44140"/>
                </a:lnTo>
                <a:lnTo>
                  <a:pt x="340272" y="56205"/>
                </a:lnTo>
                <a:cubicBezTo>
                  <a:pt x="343476" y="51497"/>
                  <a:pt x="346746" y="48096"/>
                  <a:pt x="350081" y="46004"/>
                </a:cubicBezTo>
                <a:cubicBezTo>
                  <a:pt x="354855" y="42930"/>
                  <a:pt x="360053" y="41394"/>
                  <a:pt x="365677" y="41394"/>
                </a:cubicBezTo>
                <a:cubicBezTo>
                  <a:pt x="372412" y="41394"/>
                  <a:pt x="378543" y="43521"/>
                  <a:pt x="384069" y="47775"/>
                </a:cubicBezTo>
                <a:cubicBezTo>
                  <a:pt x="389594" y="52030"/>
                  <a:pt x="393796" y="57905"/>
                  <a:pt x="396673" y="65401"/>
                </a:cubicBezTo>
                <a:cubicBezTo>
                  <a:pt x="399550" y="72896"/>
                  <a:pt x="400989" y="80964"/>
                  <a:pt x="400989" y="89604"/>
                </a:cubicBezTo>
                <a:cubicBezTo>
                  <a:pt x="400989" y="98898"/>
                  <a:pt x="399501" y="107391"/>
                  <a:pt x="396526" y="115083"/>
                </a:cubicBezTo>
                <a:cubicBezTo>
                  <a:pt x="393551" y="122775"/>
                  <a:pt x="389235" y="128633"/>
                  <a:pt x="383578" y="132659"/>
                </a:cubicBezTo>
                <a:cubicBezTo>
                  <a:pt x="377922" y="136685"/>
                  <a:pt x="371628" y="138698"/>
                  <a:pt x="364696" y="138698"/>
                </a:cubicBezTo>
                <a:cubicBezTo>
                  <a:pt x="359661" y="138698"/>
                  <a:pt x="354953" y="137586"/>
                  <a:pt x="350571" y="135363"/>
                </a:cubicBezTo>
                <a:cubicBezTo>
                  <a:pt x="347302" y="133662"/>
                  <a:pt x="343869" y="130752"/>
                  <a:pt x="340272" y="126633"/>
                </a:cubicBezTo>
                <a:moveTo>
                  <a:pt x="340272" y="116710"/>
                </a:moveTo>
                <a:cubicBezTo>
                  <a:pt x="345896" y="124699"/>
                  <a:pt x="351912" y="128693"/>
                  <a:pt x="358320" y="128693"/>
                </a:cubicBezTo>
                <a:cubicBezTo>
                  <a:pt x="361852" y="128693"/>
                  <a:pt x="364761" y="126827"/>
                  <a:pt x="367050" y="123095"/>
                </a:cubicBezTo>
                <a:cubicBezTo>
                  <a:pt x="370451" y="117594"/>
                  <a:pt x="372151" y="107117"/>
                  <a:pt x="372151" y="91664"/>
                </a:cubicBezTo>
                <a:cubicBezTo>
                  <a:pt x="372151" y="75819"/>
                  <a:pt x="370287" y="64982"/>
                  <a:pt x="366560" y="59154"/>
                </a:cubicBezTo>
                <a:cubicBezTo>
                  <a:pt x="364075" y="55291"/>
                  <a:pt x="360740" y="53360"/>
                  <a:pt x="356555" y="53360"/>
                </a:cubicBezTo>
                <a:cubicBezTo>
                  <a:pt x="349950" y="53360"/>
                  <a:pt x="344522" y="58140"/>
                  <a:pt x="340272" y="67700"/>
                </a:cubicBezTo>
                <a:lnTo>
                  <a:pt x="340272" y="116710"/>
                </a:lnTo>
                <a:close/>
                <a:moveTo>
                  <a:pt x="456431" y="53753"/>
                </a:moveTo>
                <a:lnTo>
                  <a:pt x="456431" y="117510"/>
                </a:lnTo>
                <a:cubicBezTo>
                  <a:pt x="456431" y="123657"/>
                  <a:pt x="457085" y="127516"/>
                  <a:pt x="458393" y="129085"/>
                </a:cubicBezTo>
                <a:cubicBezTo>
                  <a:pt x="460485" y="131504"/>
                  <a:pt x="464344" y="132616"/>
                  <a:pt x="469967" y="132420"/>
                </a:cubicBezTo>
                <a:lnTo>
                  <a:pt x="469967" y="135951"/>
                </a:lnTo>
                <a:lnTo>
                  <a:pt x="415920" y="135951"/>
                </a:lnTo>
                <a:lnTo>
                  <a:pt x="415920" y="132420"/>
                </a:lnTo>
                <a:cubicBezTo>
                  <a:pt x="420040" y="132355"/>
                  <a:pt x="422966" y="131880"/>
                  <a:pt x="424699" y="130998"/>
                </a:cubicBezTo>
                <a:cubicBezTo>
                  <a:pt x="426432" y="130115"/>
                  <a:pt x="427626" y="128889"/>
                  <a:pt x="428280" y="127319"/>
                </a:cubicBezTo>
                <a:cubicBezTo>
                  <a:pt x="428933" y="125750"/>
                  <a:pt x="429260" y="122480"/>
                  <a:pt x="429260" y="117510"/>
                </a:cubicBezTo>
                <a:lnTo>
                  <a:pt x="429260" y="53753"/>
                </a:lnTo>
                <a:lnTo>
                  <a:pt x="415920" y="53753"/>
                </a:lnTo>
                <a:lnTo>
                  <a:pt x="415920" y="44140"/>
                </a:lnTo>
                <a:lnTo>
                  <a:pt x="429260" y="44140"/>
                </a:lnTo>
                <a:lnTo>
                  <a:pt x="429260" y="37403"/>
                </a:lnTo>
                <a:lnTo>
                  <a:pt x="429162" y="32811"/>
                </a:lnTo>
                <a:cubicBezTo>
                  <a:pt x="429162" y="23437"/>
                  <a:pt x="432612" y="15626"/>
                  <a:pt x="439511" y="9377"/>
                </a:cubicBezTo>
                <a:cubicBezTo>
                  <a:pt x="446410" y="3126"/>
                  <a:pt x="455744" y="0"/>
                  <a:pt x="467515" y="0"/>
                </a:cubicBezTo>
                <a:cubicBezTo>
                  <a:pt x="475558" y="0"/>
                  <a:pt x="481525" y="1510"/>
                  <a:pt x="485416" y="4530"/>
                </a:cubicBezTo>
                <a:cubicBezTo>
                  <a:pt x="489307" y="7549"/>
                  <a:pt x="491253" y="10896"/>
                  <a:pt x="491253" y="14572"/>
                </a:cubicBezTo>
                <a:cubicBezTo>
                  <a:pt x="491253" y="17527"/>
                  <a:pt x="490043" y="20088"/>
                  <a:pt x="487623" y="22254"/>
                </a:cubicBezTo>
                <a:cubicBezTo>
                  <a:pt x="485204" y="24420"/>
                  <a:pt x="482000" y="25503"/>
                  <a:pt x="478011" y="25503"/>
                </a:cubicBezTo>
                <a:cubicBezTo>
                  <a:pt x="474610" y="25503"/>
                  <a:pt x="471913" y="24620"/>
                  <a:pt x="469918" y="22855"/>
                </a:cubicBezTo>
                <a:cubicBezTo>
                  <a:pt x="467924" y="21089"/>
                  <a:pt x="466927" y="19127"/>
                  <a:pt x="466927" y="16969"/>
                </a:cubicBezTo>
                <a:cubicBezTo>
                  <a:pt x="466927" y="16381"/>
                  <a:pt x="467123" y="15171"/>
                  <a:pt x="467515" y="13340"/>
                </a:cubicBezTo>
                <a:cubicBezTo>
                  <a:pt x="467777" y="12228"/>
                  <a:pt x="467907" y="11182"/>
                  <a:pt x="467907" y="10201"/>
                </a:cubicBezTo>
                <a:cubicBezTo>
                  <a:pt x="467907" y="8828"/>
                  <a:pt x="467515" y="7814"/>
                  <a:pt x="466730" y="7160"/>
                </a:cubicBezTo>
                <a:cubicBezTo>
                  <a:pt x="465684" y="6180"/>
                  <a:pt x="464409" y="5689"/>
                  <a:pt x="462905" y="5689"/>
                </a:cubicBezTo>
                <a:cubicBezTo>
                  <a:pt x="461009" y="5689"/>
                  <a:pt x="459423" y="6468"/>
                  <a:pt x="458148" y="8025"/>
                </a:cubicBezTo>
                <a:cubicBezTo>
                  <a:pt x="456872" y="9582"/>
                  <a:pt x="456235" y="12080"/>
                  <a:pt x="456235" y="15519"/>
                </a:cubicBezTo>
                <a:lnTo>
                  <a:pt x="456431" y="32556"/>
                </a:lnTo>
                <a:lnTo>
                  <a:pt x="456431" y="44140"/>
                </a:lnTo>
                <a:lnTo>
                  <a:pt x="469967" y="44140"/>
                </a:lnTo>
                <a:lnTo>
                  <a:pt x="469967" y="53753"/>
                </a:lnTo>
                <a:lnTo>
                  <a:pt x="456431" y="537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ul">
            <a:extLst xmlns:a="http://schemas.openxmlformats.org/drawingml/2006/main">
              <a:ext uri="{FF2B5EF4-FFF2-40B4-BE49-F238E27FC236}">
                <a16:creationId xmlns:a16="http://schemas.microsoft.com/office/drawing/2014/main" id="{9DAA126D-3AAD-4515-B0C9-60014AFD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129" y="3564347"/>
            <a:ext cx="159025" cy="135755"/>
          </a:xfrm>
          <a:custGeom xmlns:a="http://schemas.openxmlformats.org/drawingml/2006/main">
            <a:pathLst>
              <a:path w="159025" h="135755">
                <a:moveTo>
                  <a:pt x="89163" y="41197"/>
                </a:moveTo>
                <a:lnTo>
                  <a:pt x="89163" y="112998"/>
                </a:lnTo>
                <a:cubicBezTo>
                  <a:pt x="89163" y="120038"/>
                  <a:pt x="89817" y="124430"/>
                  <a:pt x="91125" y="126173"/>
                </a:cubicBezTo>
                <a:cubicBezTo>
                  <a:pt x="92432" y="127916"/>
                  <a:pt x="95081" y="129018"/>
                  <a:pt x="99070" y="129477"/>
                </a:cubicBezTo>
                <a:lnTo>
                  <a:pt x="99070" y="133009"/>
                </a:lnTo>
                <a:lnTo>
                  <a:pt x="61698" y="133009"/>
                </a:lnTo>
                <a:lnTo>
                  <a:pt x="61698" y="120747"/>
                </a:lnTo>
                <a:cubicBezTo>
                  <a:pt x="57317" y="125979"/>
                  <a:pt x="52935" y="129788"/>
                  <a:pt x="48554" y="132175"/>
                </a:cubicBezTo>
                <a:cubicBezTo>
                  <a:pt x="44173" y="134562"/>
                  <a:pt x="39268" y="135755"/>
                  <a:pt x="33841" y="135755"/>
                </a:cubicBezTo>
                <a:cubicBezTo>
                  <a:pt x="28675" y="135755"/>
                  <a:pt x="24081" y="134169"/>
                  <a:pt x="20059" y="130998"/>
                </a:cubicBezTo>
                <a:cubicBezTo>
                  <a:pt x="16038" y="127826"/>
                  <a:pt x="13340" y="124115"/>
                  <a:pt x="11967" y="119865"/>
                </a:cubicBezTo>
                <a:cubicBezTo>
                  <a:pt x="10594" y="115614"/>
                  <a:pt x="9907" y="108192"/>
                  <a:pt x="9907" y="97598"/>
                </a:cubicBezTo>
                <a:lnTo>
                  <a:pt x="9907" y="61207"/>
                </a:lnTo>
                <a:cubicBezTo>
                  <a:pt x="9907" y="54192"/>
                  <a:pt x="9269" y="49824"/>
                  <a:pt x="7994" y="48103"/>
                </a:cubicBezTo>
                <a:cubicBezTo>
                  <a:pt x="6719" y="46383"/>
                  <a:pt x="4054" y="45258"/>
                  <a:pt x="0" y="44729"/>
                </a:cubicBezTo>
                <a:lnTo>
                  <a:pt x="0" y="41197"/>
                </a:lnTo>
                <a:lnTo>
                  <a:pt x="37372" y="41197"/>
                </a:lnTo>
                <a:lnTo>
                  <a:pt x="37372" y="103953"/>
                </a:lnTo>
                <a:cubicBezTo>
                  <a:pt x="37372" y="110500"/>
                  <a:pt x="37682" y="114723"/>
                  <a:pt x="38304" y="116622"/>
                </a:cubicBezTo>
                <a:cubicBezTo>
                  <a:pt x="38925" y="118520"/>
                  <a:pt x="39906" y="119961"/>
                  <a:pt x="41246" y="120944"/>
                </a:cubicBezTo>
                <a:cubicBezTo>
                  <a:pt x="42587" y="121924"/>
                  <a:pt x="44140" y="122415"/>
                  <a:pt x="45906" y="122415"/>
                </a:cubicBezTo>
                <a:cubicBezTo>
                  <a:pt x="48260" y="122415"/>
                  <a:pt x="50385" y="121794"/>
                  <a:pt x="52281" y="120551"/>
                </a:cubicBezTo>
                <a:cubicBezTo>
                  <a:pt x="54897" y="118851"/>
                  <a:pt x="58036" y="115418"/>
                  <a:pt x="61698" y="110252"/>
                </a:cubicBezTo>
                <a:lnTo>
                  <a:pt x="61698" y="61207"/>
                </a:lnTo>
                <a:cubicBezTo>
                  <a:pt x="61698" y="54192"/>
                  <a:pt x="61060" y="49824"/>
                  <a:pt x="59785" y="48103"/>
                </a:cubicBezTo>
                <a:cubicBezTo>
                  <a:pt x="58510" y="46383"/>
                  <a:pt x="55845" y="45258"/>
                  <a:pt x="51791" y="44729"/>
                </a:cubicBezTo>
                <a:lnTo>
                  <a:pt x="51791" y="41197"/>
                </a:lnTo>
                <a:lnTo>
                  <a:pt x="89163" y="41197"/>
                </a:lnTo>
                <a:close/>
                <a:moveTo>
                  <a:pt x="147941" y="0"/>
                </a:moveTo>
                <a:lnTo>
                  <a:pt x="147941" y="113979"/>
                </a:lnTo>
                <a:cubicBezTo>
                  <a:pt x="147941" y="120453"/>
                  <a:pt x="148693" y="124589"/>
                  <a:pt x="150197" y="126388"/>
                </a:cubicBezTo>
                <a:cubicBezTo>
                  <a:pt x="151701" y="128186"/>
                  <a:pt x="154644" y="129216"/>
                  <a:pt x="159025" y="129477"/>
                </a:cubicBezTo>
                <a:lnTo>
                  <a:pt x="159025" y="133009"/>
                </a:lnTo>
                <a:lnTo>
                  <a:pt x="109490" y="133009"/>
                </a:lnTo>
                <a:lnTo>
                  <a:pt x="109490" y="129477"/>
                </a:lnTo>
                <a:cubicBezTo>
                  <a:pt x="113545" y="129347"/>
                  <a:pt x="116553" y="128169"/>
                  <a:pt x="118515" y="125946"/>
                </a:cubicBezTo>
                <a:cubicBezTo>
                  <a:pt x="119822" y="124442"/>
                  <a:pt x="120476" y="120453"/>
                  <a:pt x="120476" y="113979"/>
                </a:cubicBezTo>
                <a:lnTo>
                  <a:pt x="120476" y="19029"/>
                </a:lnTo>
                <a:cubicBezTo>
                  <a:pt x="120476" y="12580"/>
                  <a:pt x="119724" y="8451"/>
                  <a:pt x="118220" y="6642"/>
                </a:cubicBezTo>
                <a:cubicBezTo>
                  <a:pt x="116716" y="4832"/>
                  <a:pt x="113806" y="3795"/>
                  <a:pt x="109490" y="3531"/>
                </a:cubicBezTo>
                <a:lnTo>
                  <a:pt x="109490" y="0"/>
                </a:lnTo>
                <a:lnTo>
                  <a:pt x="14794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Suggestion">
            <a:extLst xmlns:a="http://schemas.openxmlformats.org/drawingml/2006/main">
              <a:ext uri="{FF2B5EF4-FFF2-40B4-BE49-F238E27FC236}">
                <a16:creationId xmlns:a16="http://schemas.microsoft.com/office/drawing/2014/main" id="{F37F6364-0BAE-4FC6-8C63-F47B8812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962" y="3803095"/>
            <a:ext cx="911841" cy="179306"/>
          </a:xfrm>
          <a:custGeom xmlns:a="http://schemas.openxmlformats.org/drawingml/2006/main">
            <a:pathLst>
              <a:path w="911841" h="179306">
                <a:moveTo>
                  <a:pt x="83964" y="0"/>
                </a:moveTo>
                <a:lnTo>
                  <a:pt x="85043" y="44336"/>
                </a:lnTo>
                <a:lnTo>
                  <a:pt x="81021" y="44336"/>
                </a:lnTo>
                <a:cubicBezTo>
                  <a:pt x="79125" y="33248"/>
                  <a:pt x="74466" y="24329"/>
                  <a:pt x="67044" y="17579"/>
                </a:cubicBezTo>
                <a:cubicBezTo>
                  <a:pt x="59622" y="10830"/>
                  <a:pt x="51595" y="7455"/>
                  <a:pt x="42963" y="7455"/>
                </a:cubicBezTo>
                <a:cubicBezTo>
                  <a:pt x="36293" y="7455"/>
                  <a:pt x="31012" y="9232"/>
                  <a:pt x="27122" y="12785"/>
                </a:cubicBezTo>
                <a:cubicBezTo>
                  <a:pt x="23231" y="16337"/>
                  <a:pt x="21285" y="20427"/>
                  <a:pt x="21285" y="25056"/>
                </a:cubicBezTo>
                <a:cubicBezTo>
                  <a:pt x="21285" y="27988"/>
                  <a:pt x="21972" y="30596"/>
                  <a:pt x="23345" y="32878"/>
                </a:cubicBezTo>
                <a:cubicBezTo>
                  <a:pt x="25242" y="35941"/>
                  <a:pt x="28282" y="38972"/>
                  <a:pt x="32467" y="41970"/>
                </a:cubicBezTo>
                <a:cubicBezTo>
                  <a:pt x="35541" y="44122"/>
                  <a:pt x="42636" y="47936"/>
                  <a:pt x="53753" y="53412"/>
                </a:cubicBezTo>
                <a:cubicBezTo>
                  <a:pt x="69316" y="61039"/>
                  <a:pt x="79812" y="68243"/>
                  <a:pt x="85239" y="75026"/>
                </a:cubicBezTo>
                <a:cubicBezTo>
                  <a:pt x="90601" y="81806"/>
                  <a:pt x="93283" y="89565"/>
                  <a:pt x="93283" y="98303"/>
                </a:cubicBezTo>
                <a:cubicBezTo>
                  <a:pt x="93283" y="109387"/>
                  <a:pt x="88950" y="118924"/>
                  <a:pt x="80286" y="126912"/>
                </a:cubicBezTo>
                <a:cubicBezTo>
                  <a:pt x="71621" y="134900"/>
                  <a:pt x="60619" y="138894"/>
                  <a:pt x="47279" y="138894"/>
                </a:cubicBezTo>
                <a:cubicBezTo>
                  <a:pt x="43094" y="138894"/>
                  <a:pt x="39137" y="138469"/>
                  <a:pt x="35410" y="137619"/>
                </a:cubicBezTo>
                <a:cubicBezTo>
                  <a:pt x="31683" y="136769"/>
                  <a:pt x="27007" y="135166"/>
                  <a:pt x="21383" y="132812"/>
                </a:cubicBezTo>
                <a:cubicBezTo>
                  <a:pt x="18245" y="131504"/>
                  <a:pt x="15662" y="130851"/>
                  <a:pt x="13634" y="130851"/>
                </a:cubicBezTo>
                <a:cubicBezTo>
                  <a:pt x="11934" y="130851"/>
                  <a:pt x="10136" y="131513"/>
                  <a:pt x="8239" y="132837"/>
                </a:cubicBezTo>
                <a:cubicBezTo>
                  <a:pt x="6343" y="134161"/>
                  <a:pt x="4806" y="136180"/>
                  <a:pt x="3629" y="138894"/>
                </a:cubicBezTo>
                <a:lnTo>
                  <a:pt x="0" y="138894"/>
                </a:lnTo>
                <a:lnTo>
                  <a:pt x="0" y="88672"/>
                </a:lnTo>
                <a:lnTo>
                  <a:pt x="3629" y="88672"/>
                </a:lnTo>
                <a:cubicBezTo>
                  <a:pt x="6507" y="102764"/>
                  <a:pt x="12049" y="113513"/>
                  <a:pt x="20255" y="120919"/>
                </a:cubicBezTo>
                <a:cubicBezTo>
                  <a:pt x="28462" y="128325"/>
                  <a:pt x="37306" y="132028"/>
                  <a:pt x="46788" y="132028"/>
                </a:cubicBezTo>
                <a:cubicBezTo>
                  <a:pt x="54112" y="132028"/>
                  <a:pt x="59949" y="130039"/>
                  <a:pt x="64297" y="126063"/>
                </a:cubicBezTo>
                <a:cubicBezTo>
                  <a:pt x="68646" y="122086"/>
                  <a:pt x="70820" y="117457"/>
                  <a:pt x="70820" y="112177"/>
                </a:cubicBezTo>
                <a:cubicBezTo>
                  <a:pt x="70820" y="109048"/>
                  <a:pt x="69986" y="106018"/>
                  <a:pt x="68319" y="103085"/>
                </a:cubicBezTo>
                <a:cubicBezTo>
                  <a:pt x="66651" y="100151"/>
                  <a:pt x="64117" y="97363"/>
                  <a:pt x="60717" y="94723"/>
                </a:cubicBezTo>
                <a:cubicBezTo>
                  <a:pt x="57317" y="92083"/>
                  <a:pt x="51300" y="88645"/>
                  <a:pt x="42669" y="84409"/>
                </a:cubicBezTo>
                <a:cubicBezTo>
                  <a:pt x="30571" y="78476"/>
                  <a:pt x="21874" y="73421"/>
                  <a:pt x="16577" y="69242"/>
                </a:cubicBezTo>
                <a:cubicBezTo>
                  <a:pt x="11280" y="65063"/>
                  <a:pt x="7210" y="60394"/>
                  <a:pt x="4365" y="55236"/>
                </a:cubicBezTo>
                <a:cubicBezTo>
                  <a:pt x="1520" y="50078"/>
                  <a:pt x="98" y="44398"/>
                  <a:pt x="98" y="38196"/>
                </a:cubicBezTo>
                <a:cubicBezTo>
                  <a:pt x="98" y="27619"/>
                  <a:pt x="3989" y="18609"/>
                  <a:pt x="11771" y="11167"/>
                </a:cubicBezTo>
                <a:cubicBezTo>
                  <a:pt x="19552" y="3722"/>
                  <a:pt x="29361" y="0"/>
                  <a:pt x="41197" y="0"/>
                </a:cubicBezTo>
                <a:cubicBezTo>
                  <a:pt x="45513" y="0"/>
                  <a:pt x="49698" y="529"/>
                  <a:pt x="53753" y="1588"/>
                </a:cubicBezTo>
                <a:cubicBezTo>
                  <a:pt x="56826" y="2381"/>
                  <a:pt x="60570" y="3851"/>
                  <a:pt x="64984" y="5999"/>
                </a:cubicBezTo>
                <a:cubicBezTo>
                  <a:pt x="69398" y="8146"/>
                  <a:pt x="72488" y="9220"/>
                  <a:pt x="74253" y="9220"/>
                </a:cubicBezTo>
                <a:cubicBezTo>
                  <a:pt x="75953" y="9220"/>
                  <a:pt x="77294" y="8692"/>
                  <a:pt x="78275" y="7636"/>
                </a:cubicBezTo>
                <a:cubicBezTo>
                  <a:pt x="79256" y="6577"/>
                  <a:pt x="80171" y="4032"/>
                  <a:pt x="81021" y="0"/>
                </a:cubicBezTo>
                <a:lnTo>
                  <a:pt x="83964" y="0"/>
                </a:lnTo>
                <a:close/>
                <a:moveTo>
                  <a:pt x="196437" y="44140"/>
                </a:moveTo>
                <a:lnTo>
                  <a:pt x="196437" y="115941"/>
                </a:lnTo>
                <a:cubicBezTo>
                  <a:pt x="196437" y="122981"/>
                  <a:pt x="197091" y="127372"/>
                  <a:pt x="198399" y="129116"/>
                </a:cubicBezTo>
                <a:cubicBezTo>
                  <a:pt x="199707" y="130859"/>
                  <a:pt x="202355" y="131960"/>
                  <a:pt x="206344" y="132420"/>
                </a:cubicBezTo>
                <a:lnTo>
                  <a:pt x="206344" y="135951"/>
                </a:lnTo>
                <a:lnTo>
                  <a:pt x="168972" y="135951"/>
                </a:lnTo>
                <a:lnTo>
                  <a:pt x="168972" y="123690"/>
                </a:lnTo>
                <a:cubicBezTo>
                  <a:pt x="164591" y="128921"/>
                  <a:pt x="160209" y="132731"/>
                  <a:pt x="155828" y="135117"/>
                </a:cubicBezTo>
                <a:cubicBezTo>
                  <a:pt x="151447" y="137504"/>
                  <a:pt x="146542" y="138698"/>
                  <a:pt x="141115" y="138698"/>
                </a:cubicBezTo>
                <a:cubicBezTo>
                  <a:pt x="135949" y="138698"/>
                  <a:pt x="131355" y="137112"/>
                  <a:pt x="127333" y="133940"/>
                </a:cubicBezTo>
                <a:cubicBezTo>
                  <a:pt x="123312" y="130769"/>
                  <a:pt x="120614" y="127058"/>
                  <a:pt x="119241" y="122807"/>
                </a:cubicBezTo>
                <a:cubicBezTo>
                  <a:pt x="117868" y="118557"/>
                  <a:pt x="117181" y="111135"/>
                  <a:pt x="117181" y="100541"/>
                </a:cubicBezTo>
                <a:lnTo>
                  <a:pt x="117181" y="64150"/>
                </a:lnTo>
                <a:cubicBezTo>
                  <a:pt x="117181" y="57135"/>
                  <a:pt x="116544" y="52767"/>
                  <a:pt x="115268" y="51046"/>
                </a:cubicBezTo>
                <a:cubicBezTo>
                  <a:pt x="113993" y="49325"/>
                  <a:pt x="111328" y="48200"/>
                  <a:pt x="107274" y="47671"/>
                </a:cubicBezTo>
                <a:lnTo>
                  <a:pt x="107274" y="44140"/>
                </a:lnTo>
                <a:lnTo>
                  <a:pt x="144646" y="44140"/>
                </a:lnTo>
                <a:lnTo>
                  <a:pt x="144646" y="106895"/>
                </a:lnTo>
                <a:cubicBezTo>
                  <a:pt x="144646" y="113443"/>
                  <a:pt x="144957" y="117666"/>
                  <a:pt x="145578" y="119564"/>
                </a:cubicBezTo>
                <a:cubicBezTo>
                  <a:pt x="146199" y="121463"/>
                  <a:pt x="147180" y="122903"/>
                  <a:pt x="148520" y="123886"/>
                </a:cubicBezTo>
                <a:cubicBezTo>
                  <a:pt x="149861" y="124867"/>
                  <a:pt x="151414" y="125358"/>
                  <a:pt x="153180" y="125358"/>
                </a:cubicBezTo>
                <a:cubicBezTo>
                  <a:pt x="155534" y="125358"/>
                  <a:pt x="157659" y="124736"/>
                  <a:pt x="159555" y="123494"/>
                </a:cubicBezTo>
                <a:cubicBezTo>
                  <a:pt x="162171" y="121794"/>
                  <a:pt x="165310" y="118361"/>
                  <a:pt x="168972" y="113195"/>
                </a:cubicBezTo>
                <a:lnTo>
                  <a:pt x="168972" y="64150"/>
                </a:lnTo>
                <a:cubicBezTo>
                  <a:pt x="168972" y="57135"/>
                  <a:pt x="168334" y="52767"/>
                  <a:pt x="167059" y="51046"/>
                </a:cubicBezTo>
                <a:cubicBezTo>
                  <a:pt x="165784" y="49325"/>
                  <a:pt x="163119" y="48200"/>
                  <a:pt x="159065" y="47671"/>
                </a:cubicBezTo>
                <a:lnTo>
                  <a:pt x="159065" y="44140"/>
                </a:lnTo>
                <a:lnTo>
                  <a:pt x="196437" y="44140"/>
                </a:lnTo>
                <a:close/>
                <a:moveTo>
                  <a:pt x="278207" y="45317"/>
                </a:moveTo>
                <a:lnTo>
                  <a:pt x="309105" y="45317"/>
                </a:lnTo>
                <a:lnTo>
                  <a:pt x="309105" y="56107"/>
                </a:lnTo>
                <a:lnTo>
                  <a:pt x="291547" y="56107"/>
                </a:lnTo>
                <a:cubicBezTo>
                  <a:pt x="294752" y="59311"/>
                  <a:pt x="296975" y="62221"/>
                  <a:pt x="298217" y="64837"/>
                </a:cubicBezTo>
                <a:cubicBezTo>
                  <a:pt x="299787" y="68368"/>
                  <a:pt x="300572" y="72063"/>
                  <a:pt x="300572" y="75921"/>
                </a:cubicBezTo>
                <a:cubicBezTo>
                  <a:pt x="300572" y="82460"/>
                  <a:pt x="298757" y="88133"/>
                  <a:pt x="295128" y="92939"/>
                </a:cubicBezTo>
                <a:cubicBezTo>
                  <a:pt x="291498" y="97746"/>
                  <a:pt x="286561" y="101506"/>
                  <a:pt x="280316" y="104219"/>
                </a:cubicBezTo>
                <a:cubicBezTo>
                  <a:pt x="274071" y="106933"/>
                  <a:pt x="268529" y="108290"/>
                  <a:pt x="263690" y="108290"/>
                </a:cubicBezTo>
                <a:cubicBezTo>
                  <a:pt x="263298" y="108290"/>
                  <a:pt x="259374" y="108127"/>
                  <a:pt x="251920" y="107800"/>
                </a:cubicBezTo>
                <a:cubicBezTo>
                  <a:pt x="248977" y="107800"/>
                  <a:pt x="246508" y="108759"/>
                  <a:pt x="244514" y="110678"/>
                </a:cubicBezTo>
                <a:cubicBezTo>
                  <a:pt x="242519" y="112597"/>
                  <a:pt x="241522" y="114889"/>
                  <a:pt x="241522" y="117553"/>
                </a:cubicBezTo>
                <a:cubicBezTo>
                  <a:pt x="241522" y="119895"/>
                  <a:pt x="242421" y="121814"/>
                  <a:pt x="244220" y="123310"/>
                </a:cubicBezTo>
                <a:cubicBezTo>
                  <a:pt x="246018" y="124806"/>
                  <a:pt x="248944" y="125554"/>
                  <a:pt x="252998" y="125554"/>
                </a:cubicBezTo>
                <a:lnTo>
                  <a:pt x="269968" y="125358"/>
                </a:lnTo>
                <a:cubicBezTo>
                  <a:pt x="283700" y="125358"/>
                  <a:pt x="293150" y="126865"/>
                  <a:pt x="298316" y="129879"/>
                </a:cubicBezTo>
                <a:cubicBezTo>
                  <a:pt x="305705" y="134070"/>
                  <a:pt x="309400" y="140523"/>
                  <a:pt x="309400" y="149236"/>
                </a:cubicBezTo>
                <a:cubicBezTo>
                  <a:pt x="309400" y="154805"/>
                  <a:pt x="307699" y="159865"/>
                  <a:pt x="304299" y="164418"/>
                </a:cubicBezTo>
                <a:cubicBezTo>
                  <a:pt x="300899" y="168971"/>
                  <a:pt x="296419" y="172329"/>
                  <a:pt x="290861" y="174491"/>
                </a:cubicBezTo>
                <a:cubicBezTo>
                  <a:pt x="282425" y="177701"/>
                  <a:pt x="272714" y="179306"/>
                  <a:pt x="261728" y="179306"/>
                </a:cubicBezTo>
                <a:cubicBezTo>
                  <a:pt x="253489" y="179306"/>
                  <a:pt x="245969" y="178505"/>
                  <a:pt x="239168" y="176903"/>
                </a:cubicBezTo>
                <a:cubicBezTo>
                  <a:pt x="232367" y="175301"/>
                  <a:pt x="227495" y="173077"/>
                  <a:pt x="224553" y="170230"/>
                </a:cubicBezTo>
                <a:cubicBezTo>
                  <a:pt x="221610" y="167386"/>
                  <a:pt x="220139" y="164393"/>
                  <a:pt x="220139" y="161252"/>
                </a:cubicBezTo>
                <a:cubicBezTo>
                  <a:pt x="220139" y="158244"/>
                  <a:pt x="221267" y="155545"/>
                  <a:pt x="223523" y="153157"/>
                </a:cubicBezTo>
                <a:cubicBezTo>
                  <a:pt x="225779" y="150770"/>
                  <a:pt x="229980" y="148759"/>
                  <a:pt x="236127" y="147124"/>
                </a:cubicBezTo>
                <a:cubicBezTo>
                  <a:pt x="227626" y="142939"/>
                  <a:pt x="223376" y="137120"/>
                  <a:pt x="223376" y="129667"/>
                </a:cubicBezTo>
                <a:cubicBezTo>
                  <a:pt x="223376" y="125155"/>
                  <a:pt x="225109" y="120775"/>
                  <a:pt x="228574" y="116527"/>
                </a:cubicBezTo>
                <a:cubicBezTo>
                  <a:pt x="232040" y="112276"/>
                  <a:pt x="237533" y="108581"/>
                  <a:pt x="245053" y="105442"/>
                </a:cubicBezTo>
                <a:cubicBezTo>
                  <a:pt x="236291" y="102234"/>
                  <a:pt x="229948" y="98010"/>
                  <a:pt x="226024" y="92771"/>
                </a:cubicBezTo>
                <a:cubicBezTo>
                  <a:pt x="222100" y="87531"/>
                  <a:pt x="220139" y="81473"/>
                  <a:pt x="220139" y="74597"/>
                </a:cubicBezTo>
                <a:cubicBezTo>
                  <a:pt x="220139" y="65626"/>
                  <a:pt x="223801" y="57849"/>
                  <a:pt x="231125" y="51267"/>
                </a:cubicBezTo>
                <a:cubicBezTo>
                  <a:pt x="238449" y="44685"/>
                  <a:pt x="247865" y="41394"/>
                  <a:pt x="259374" y="41394"/>
                </a:cubicBezTo>
                <a:cubicBezTo>
                  <a:pt x="265456" y="41394"/>
                  <a:pt x="271733" y="42701"/>
                  <a:pt x="278207" y="45317"/>
                </a:cubicBezTo>
                <a:moveTo>
                  <a:pt x="261238" y="47671"/>
                </a:moveTo>
                <a:cubicBezTo>
                  <a:pt x="257445" y="47671"/>
                  <a:pt x="254241" y="49581"/>
                  <a:pt x="251625" y="53400"/>
                </a:cubicBezTo>
                <a:cubicBezTo>
                  <a:pt x="249010" y="57217"/>
                  <a:pt x="247702" y="65132"/>
                  <a:pt x="247702" y="77144"/>
                </a:cubicBezTo>
                <a:cubicBezTo>
                  <a:pt x="247702" y="86869"/>
                  <a:pt x="248993" y="93543"/>
                  <a:pt x="251576" y="97166"/>
                </a:cubicBezTo>
                <a:cubicBezTo>
                  <a:pt x="254159" y="100789"/>
                  <a:pt x="257216" y="102601"/>
                  <a:pt x="260748" y="102601"/>
                </a:cubicBezTo>
                <a:cubicBezTo>
                  <a:pt x="264671" y="102601"/>
                  <a:pt x="267941" y="100806"/>
                  <a:pt x="270556" y="97215"/>
                </a:cubicBezTo>
                <a:cubicBezTo>
                  <a:pt x="273172" y="93625"/>
                  <a:pt x="274480" y="86640"/>
                  <a:pt x="274480" y="76261"/>
                </a:cubicBezTo>
                <a:cubicBezTo>
                  <a:pt x="274480" y="64578"/>
                  <a:pt x="273009" y="56615"/>
                  <a:pt x="270066" y="52370"/>
                </a:cubicBezTo>
                <a:cubicBezTo>
                  <a:pt x="267973" y="49238"/>
                  <a:pt x="265031" y="47671"/>
                  <a:pt x="261238" y="47671"/>
                </a:cubicBezTo>
                <a:moveTo>
                  <a:pt x="255451" y="149487"/>
                </a:moveTo>
                <a:cubicBezTo>
                  <a:pt x="248781" y="149487"/>
                  <a:pt x="244367" y="150041"/>
                  <a:pt x="242209" y="151149"/>
                </a:cubicBezTo>
                <a:cubicBezTo>
                  <a:pt x="238481" y="153166"/>
                  <a:pt x="236618" y="155900"/>
                  <a:pt x="236618" y="159352"/>
                </a:cubicBezTo>
                <a:cubicBezTo>
                  <a:pt x="236618" y="162672"/>
                  <a:pt x="238547" y="165683"/>
                  <a:pt x="242405" y="168385"/>
                </a:cubicBezTo>
                <a:cubicBezTo>
                  <a:pt x="246263" y="171088"/>
                  <a:pt x="253522" y="172440"/>
                  <a:pt x="264181" y="172440"/>
                </a:cubicBezTo>
                <a:cubicBezTo>
                  <a:pt x="273270" y="172440"/>
                  <a:pt x="280414" y="171236"/>
                  <a:pt x="285613" y="168826"/>
                </a:cubicBezTo>
                <a:cubicBezTo>
                  <a:pt x="290812" y="166417"/>
                  <a:pt x="293411" y="163031"/>
                  <a:pt x="293411" y="158668"/>
                </a:cubicBezTo>
                <a:cubicBezTo>
                  <a:pt x="293411" y="157041"/>
                  <a:pt x="292921" y="155674"/>
                  <a:pt x="291940" y="154567"/>
                </a:cubicBezTo>
                <a:cubicBezTo>
                  <a:pt x="290174" y="152613"/>
                  <a:pt x="287509" y="151278"/>
                  <a:pt x="283946" y="150560"/>
                </a:cubicBezTo>
                <a:cubicBezTo>
                  <a:pt x="280382" y="149845"/>
                  <a:pt x="270883" y="149487"/>
                  <a:pt x="255451" y="149487"/>
                </a:cubicBezTo>
                <a:close/>
                <a:moveTo>
                  <a:pt x="378851" y="45317"/>
                </a:moveTo>
                <a:lnTo>
                  <a:pt x="409749" y="45317"/>
                </a:lnTo>
                <a:lnTo>
                  <a:pt x="409749" y="56107"/>
                </a:lnTo>
                <a:lnTo>
                  <a:pt x="392191" y="56107"/>
                </a:lnTo>
                <a:cubicBezTo>
                  <a:pt x="395395" y="59311"/>
                  <a:pt x="397619" y="62221"/>
                  <a:pt x="398861" y="64837"/>
                </a:cubicBezTo>
                <a:cubicBezTo>
                  <a:pt x="400431" y="68368"/>
                  <a:pt x="401215" y="72063"/>
                  <a:pt x="401215" y="75921"/>
                </a:cubicBezTo>
                <a:cubicBezTo>
                  <a:pt x="401215" y="82460"/>
                  <a:pt x="399401" y="88133"/>
                  <a:pt x="395771" y="92939"/>
                </a:cubicBezTo>
                <a:cubicBezTo>
                  <a:pt x="392142" y="97746"/>
                  <a:pt x="387205" y="101506"/>
                  <a:pt x="380960" y="104219"/>
                </a:cubicBezTo>
                <a:cubicBezTo>
                  <a:pt x="374715" y="106933"/>
                  <a:pt x="369173" y="108290"/>
                  <a:pt x="364334" y="108290"/>
                </a:cubicBezTo>
                <a:cubicBezTo>
                  <a:pt x="363942" y="108290"/>
                  <a:pt x="360018" y="108127"/>
                  <a:pt x="352563" y="107800"/>
                </a:cubicBezTo>
                <a:cubicBezTo>
                  <a:pt x="349621" y="107800"/>
                  <a:pt x="347152" y="108759"/>
                  <a:pt x="345158" y="110678"/>
                </a:cubicBezTo>
                <a:cubicBezTo>
                  <a:pt x="343163" y="112597"/>
                  <a:pt x="342166" y="114889"/>
                  <a:pt x="342166" y="117553"/>
                </a:cubicBezTo>
                <a:cubicBezTo>
                  <a:pt x="342166" y="119895"/>
                  <a:pt x="343065" y="121814"/>
                  <a:pt x="344863" y="123310"/>
                </a:cubicBezTo>
                <a:cubicBezTo>
                  <a:pt x="346662" y="124806"/>
                  <a:pt x="349588" y="125554"/>
                  <a:pt x="353642" y="125554"/>
                </a:cubicBezTo>
                <a:lnTo>
                  <a:pt x="370612" y="125358"/>
                </a:lnTo>
                <a:cubicBezTo>
                  <a:pt x="384344" y="125358"/>
                  <a:pt x="393793" y="126865"/>
                  <a:pt x="398959" y="129879"/>
                </a:cubicBezTo>
                <a:cubicBezTo>
                  <a:pt x="406349" y="134070"/>
                  <a:pt x="410043" y="140523"/>
                  <a:pt x="410043" y="149236"/>
                </a:cubicBezTo>
                <a:cubicBezTo>
                  <a:pt x="410043" y="154805"/>
                  <a:pt x="408343" y="159865"/>
                  <a:pt x="404943" y="164418"/>
                </a:cubicBezTo>
                <a:cubicBezTo>
                  <a:pt x="401542" y="168971"/>
                  <a:pt x="397063" y="172329"/>
                  <a:pt x="391505" y="174491"/>
                </a:cubicBezTo>
                <a:cubicBezTo>
                  <a:pt x="383069" y="177701"/>
                  <a:pt x="373358" y="179306"/>
                  <a:pt x="362372" y="179306"/>
                </a:cubicBezTo>
                <a:cubicBezTo>
                  <a:pt x="354133" y="179306"/>
                  <a:pt x="346613" y="178505"/>
                  <a:pt x="339812" y="176903"/>
                </a:cubicBezTo>
                <a:cubicBezTo>
                  <a:pt x="333011" y="175301"/>
                  <a:pt x="328139" y="173077"/>
                  <a:pt x="325196" y="170230"/>
                </a:cubicBezTo>
                <a:cubicBezTo>
                  <a:pt x="322254" y="167386"/>
                  <a:pt x="320782" y="164393"/>
                  <a:pt x="320782" y="161252"/>
                </a:cubicBezTo>
                <a:cubicBezTo>
                  <a:pt x="320782" y="158244"/>
                  <a:pt x="321910" y="155545"/>
                  <a:pt x="324167" y="153157"/>
                </a:cubicBezTo>
                <a:cubicBezTo>
                  <a:pt x="326423" y="150770"/>
                  <a:pt x="330624" y="148759"/>
                  <a:pt x="336771" y="147124"/>
                </a:cubicBezTo>
                <a:cubicBezTo>
                  <a:pt x="328270" y="142939"/>
                  <a:pt x="324019" y="137120"/>
                  <a:pt x="324019" y="129667"/>
                </a:cubicBezTo>
                <a:cubicBezTo>
                  <a:pt x="324019" y="125155"/>
                  <a:pt x="325752" y="120775"/>
                  <a:pt x="329218" y="116527"/>
                </a:cubicBezTo>
                <a:cubicBezTo>
                  <a:pt x="332684" y="112276"/>
                  <a:pt x="338177" y="108581"/>
                  <a:pt x="345697" y="105442"/>
                </a:cubicBezTo>
                <a:cubicBezTo>
                  <a:pt x="336934" y="102234"/>
                  <a:pt x="330591" y="98010"/>
                  <a:pt x="326668" y="92771"/>
                </a:cubicBezTo>
                <a:cubicBezTo>
                  <a:pt x="322744" y="87531"/>
                  <a:pt x="320782" y="81473"/>
                  <a:pt x="320782" y="74597"/>
                </a:cubicBezTo>
                <a:cubicBezTo>
                  <a:pt x="320782" y="65626"/>
                  <a:pt x="324444" y="57849"/>
                  <a:pt x="331768" y="51267"/>
                </a:cubicBezTo>
                <a:cubicBezTo>
                  <a:pt x="339092" y="44685"/>
                  <a:pt x="348509" y="41394"/>
                  <a:pt x="360018" y="41394"/>
                </a:cubicBezTo>
                <a:cubicBezTo>
                  <a:pt x="366100" y="41394"/>
                  <a:pt x="372377" y="42701"/>
                  <a:pt x="378851" y="45317"/>
                </a:cubicBezTo>
                <a:moveTo>
                  <a:pt x="361882" y="47671"/>
                </a:moveTo>
                <a:cubicBezTo>
                  <a:pt x="358089" y="47671"/>
                  <a:pt x="354885" y="49581"/>
                  <a:pt x="352269" y="53400"/>
                </a:cubicBezTo>
                <a:cubicBezTo>
                  <a:pt x="349653" y="57217"/>
                  <a:pt x="348345" y="65132"/>
                  <a:pt x="348345" y="77144"/>
                </a:cubicBezTo>
                <a:cubicBezTo>
                  <a:pt x="348345" y="86869"/>
                  <a:pt x="349637" y="93543"/>
                  <a:pt x="352220" y="97166"/>
                </a:cubicBezTo>
                <a:cubicBezTo>
                  <a:pt x="354803" y="100789"/>
                  <a:pt x="357860" y="102601"/>
                  <a:pt x="361391" y="102601"/>
                </a:cubicBezTo>
                <a:cubicBezTo>
                  <a:pt x="365315" y="102601"/>
                  <a:pt x="368584" y="100806"/>
                  <a:pt x="371200" y="97215"/>
                </a:cubicBezTo>
                <a:cubicBezTo>
                  <a:pt x="373816" y="93625"/>
                  <a:pt x="375124" y="86640"/>
                  <a:pt x="375124" y="76261"/>
                </a:cubicBezTo>
                <a:cubicBezTo>
                  <a:pt x="375124" y="64578"/>
                  <a:pt x="373652" y="56615"/>
                  <a:pt x="370710" y="52370"/>
                </a:cubicBezTo>
                <a:cubicBezTo>
                  <a:pt x="368617" y="49238"/>
                  <a:pt x="365674" y="47671"/>
                  <a:pt x="361882" y="47671"/>
                </a:cubicBezTo>
                <a:moveTo>
                  <a:pt x="356094" y="149487"/>
                </a:moveTo>
                <a:cubicBezTo>
                  <a:pt x="349424" y="149487"/>
                  <a:pt x="345010" y="150041"/>
                  <a:pt x="342852" y="151149"/>
                </a:cubicBezTo>
                <a:cubicBezTo>
                  <a:pt x="339125" y="153166"/>
                  <a:pt x="337261" y="155900"/>
                  <a:pt x="337261" y="159352"/>
                </a:cubicBezTo>
                <a:cubicBezTo>
                  <a:pt x="337261" y="162672"/>
                  <a:pt x="339190" y="165683"/>
                  <a:pt x="343049" y="168385"/>
                </a:cubicBezTo>
                <a:cubicBezTo>
                  <a:pt x="346907" y="171088"/>
                  <a:pt x="354165" y="172440"/>
                  <a:pt x="364824" y="172440"/>
                </a:cubicBezTo>
                <a:cubicBezTo>
                  <a:pt x="373914" y="172440"/>
                  <a:pt x="381058" y="171236"/>
                  <a:pt x="386257" y="168826"/>
                </a:cubicBezTo>
                <a:cubicBezTo>
                  <a:pt x="391455" y="166417"/>
                  <a:pt x="394055" y="163031"/>
                  <a:pt x="394055" y="158668"/>
                </a:cubicBezTo>
                <a:cubicBezTo>
                  <a:pt x="394055" y="157041"/>
                  <a:pt x="393564" y="155674"/>
                  <a:pt x="392584" y="154567"/>
                </a:cubicBezTo>
                <a:cubicBezTo>
                  <a:pt x="390818" y="152613"/>
                  <a:pt x="388153" y="151278"/>
                  <a:pt x="384589" y="150560"/>
                </a:cubicBezTo>
                <a:cubicBezTo>
                  <a:pt x="381025" y="149845"/>
                  <a:pt x="371527" y="149487"/>
                  <a:pt x="356094" y="149487"/>
                </a:cubicBezTo>
                <a:close/>
                <a:moveTo>
                  <a:pt x="498328" y="86711"/>
                </a:moveTo>
                <a:lnTo>
                  <a:pt x="448009" y="86711"/>
                </a:lnTo>
                <a:cubicBezTo>
                  <a:pt x="448597" y="98906"/>
                  <a:pt x="451834" y="108545"/>
                  <a:pt x="457719" y="115625"/>
                </a:cubicBezTo>
                <a:cubicBezTo>
                  <a:pt x="462231" y="121067"/>
                  <a:pt x="467659" y="123788"/>
                  <a:pt x="474002" y="123788"/>
                </a:cubicBezTo>
                <a:cubicBezTo>
                  <a:pt x="477926" y="123788"/>
                  <a:pt x="481490" y="122693"/>
                  <a:pt x="484694" y="120502"/>
                </a:cubicBezTo>
                <a:cubicBezTo>
                  <a:pt x="487898" y="118312"/>
                  <a:pt x="491331" y="114372"/>
                  <a:pt x="494993" y="108682"/>
                </a:cubicBezTo>
                <a:lnTo>
                  <a:pt x="498328" y="110840"/>
                </a:lnTo>
                <a:cubicBezTo>
                  <a:pt x="493358" y="120976"/>
                  <a:pt x="487865" y="128153"/>
                  <a:pt x="481849" y="132371"/>
                </a:cubicBezTo>
                <a:cubicBezTo>
                  <a:pt x="475833" y="136589"/>
                  <a:pt x="468869" y="138698"/>
                  <a:pt x="460956" y="138698"/>
                </a:cubicBezTo>
                <a:cubicBezTo>
                  <a:pt x="447355" y="138698"/>
                  <a:pt x="437055" y="133461"/>
                  <a:pt x="430058" y="122988"/>
                </a:cubicBezTo>
                <a:cubicBezTo>
                  <a:pt x="424435" y="114544"/>
                  <a:pt x="421623" y="104071"/>
                  <a:pt x="421623" y="91569"/>
                </a:cubicBezTo>
                <a:cubicBezTo>
                  <a:pt x="421623" y="76251"/>
                  <a:pt x="425759" y="64059"/>
                  <a:pt x="434031" y="54994"/>
                </a:cubicBezTo>
                <a:cubicBezTo>
                  <a:pt x="442303" y="45927"/>
                  <a:pt x="451997" y="41394"/>
                  <a:pt x="463114" y="41394"/>
                </a:cubicBezTo>
                <a:cubicBezTo>
                  <a:pt x="472400" y="41394"/>
                  <a:pt x="480460" y="45203"/>
                  <a:pt x="487293" y="52821"/>
                </a:cubicBezTo>
                <a:cubicBezTo>
                  <a:pt x="494127" y="60439"/>
                  <a:pt x="497805" y="71736"/>
                  <a:pt x="498328" y="86711"/>
                </a:cubicBezTo>
                <a:moveTo>
                  <a:pt x="474198" y="80237"/>
                </a:moveTo>
                <a:cubicBezTo>
                  <a:pt x="474198" y="69708"/>
                  <a:pt x="473626" y="62483"/>
                  <a:pt x="472482" y="58559"/>
                </a:cubicBezTo>
                <a:cubicBezTo>
                  <a:pt x="471337" y="54635"/>
                  <a:pt x="469555" y="51660"/>
                  <a:pt x="467136" y="49633"/>
                </a:cubicBezTo>
                <a:cubicBezTo>
                  <a:pt x="465763" y="48456"/>
                  <a:pt x="463932" y="47867"/>
                  <a:pt x="461643" y="47867"/>
                </a:cubicBezTo>
                <a:cubicBezTo>
                  <a:pt x="458242" y="47867"/>
                  <a:pt x="455463" y="49535"/>
                  <a:pt x="453305" y="52870"/>
                </a:cubicBezTo>
                <a:cubicBezTo>
                  <a:pt x="449447" y="58690"/>
                  <a:pt x="447518" y="66668"/>
                  <a:pt x="447518" y="76804"/>
                </a:cubicBezTo>
                <a:lnTo>
                  <a:pt x="447518" y="80237"/>
                </a:lnTo>
                <a:lnTo>
                  <a:pt x="474198" y="80237"/>
                </a:lnTo>
                <a:close/>
                <a:moveTo>
                  <a:pt x="568609" y="41786"/>
                </a:moveTo>
                <a:lnTo>
                  <a:pt x="570081" y="73174"/>
                </a:lnTo>
                <a:lnTo>
                  <a:pt x="566746" y="73174"/>
                </a:lnTo>
                <a:cubicBezTo>
                  <a:pt x="562757" y="63813"/>
                  <a:pt x="558621" y="57419"/>
                  <a:pt x="554337" y="53992"/>
                </a:cubicBezTo>
                <a:cubicBezTo>
                  <a:pt x="550054" y="50563"/>
                  <a:pt x="545787" y="48848"/>
                  <a:pt x="541537" y="48848"/>
                </a:cubicBezTo>
                <a:cubicBezTo>
                  <a:pt x="538856" y="48848"/>
                  <a:pt x="536567" y="49747"/>
                  <a:pt x="534670" y="51546"/>
                </a:cubicBezTo>
                <a:cubicBezTo>
                  <a:pt x="532774" y="53344"/>
                  <a:pt x="531826" y="55420"/>
                  <a:pt x="531826" y="57774"/>
                </a:cubicBezTo>
                <a:cubicBezTo>
                  <a:pt x="531826" y="59540"/>
                  <a:pt x="532480" y="61240"/>
                  <a:pt x="533788" y="62875"/>
                </a:cubicBezTo>
                <a:cubicBezTo>
                  <a:pt x="535880" y="65556"/>
                  <a:pt x="541733" y="70150"/>
                  <a:pt x="551346" y="76656"/>
                </a:cubicBezTo>
                <a:cubicBezTo>
                  <a:pt x="560958" y="83163"/>
                  <a:pt x="567285" y="88689"/>
                  <a:pt x="570326" y="93233"/>
                </a:cubicBezTo>
                <a:cubicBezTo>
                  <a:pt x="573367" y="97778"/>
                  <a:pt x="574887" y="102863"/>
                  <a:pt x="574887" y="108486"/>
                </a:cubicBezTo>
                <a:cubicBezTo>
                  <a:pt x="574887" y="113587"/>
                  <a:pt x="573612" y="118589"/>
                  <a:pt x="571061" y="123494"/>
                </a:cubicBezTo>
                <a:cubicBezTo>
                  <a:pt x="568511" y="128398"/>
                  <a:pt x="564915" y="132158"/>
                  <a:pt x="560272" y="134774"/>
                </a:cubicBezTo>
                <a:cubicBezTo>
                  <a:pt x="555629" y="137390"/>
                  <a:pt x="550495" y="138698"/>
                  <a:pt x="544872" y="138698"/>
                </a:cubicBezTo>
                <a:cubicBezTo>
                  <a:pt x="540490" y="138698"/>
                  <a:pt x="534638" y="137299"/>
                  <a:pt x="527314" y="134501"/>
                </a:cubicBezTo>
                <a:cubicBezTo>
                  <a:pt x="525352" y="133768"/>
                  <a:pt x="524011" y="133401"/>
                  <a:pt x="523292" y="133401"/>
                </a:cubicBezTo>
                <a:cubicBezTo>
                  <a:pt x="521134" y="133401"/>
                  <a:pt x="519336" y="135036"/>
                  <a:pt x="517897" y="138305"/>
                </a:cubicBezTo>
                <a:lnTo>
                  <a:pt x="514660" y="138305"/>
                </a:lnTo>
                <a:lnTo>
                  <a:pt x="513091" y="105347"/>
                </a:lnTo>
                <a:lnTo>
                  <a:pt x="516426" y="105347"/>
                </a:lnTo>
                <a:cubicBezTo>
                  <a:pt x="519369" y="113979"/>
                  <a:pt x="523407" y="120453"/>
                  <a:pt x="528540" y="124769"/>
                </a:cubicBezTo>
                <a:cubicBezTo>
                  <a:pt x="533673" y="129085"/>
                  <a:pt x="538529" y="131243"/>
                  <a:pt x="543106" y="131243"/>
                </a:cubicBezTo>
                <a:cubicBezTo>
                  <a:pt x="546245" y="131243"/>
                  <a:pt x="548812" y="130278"/>
                  <a:pt x="550806" y="128349"/>
                </a:cubicBezTo>
                <a:cubicBezTo>
                  <a:pt x="552801" y="126420"/>
                  <a:pt x="553798" y="124082"/>
                  <a:pt x="553798" y="121336"/>
                </a:cubicBezTo>
                <a:cubicBezTo>
                  <a:pt x="553798" y="118197"/>
                  <a:pt x="552817" y="115483"/>
                  <a:pt x="550855" y="113195"/>
                </a:cubicBezTo>
                <a:cubicBezTo>
                  <a:pt x="548893" y="110906"/>
                  <a:pt x="544512" y="107440"/>
                  <a:pt x="537711" y="102797"/>
                </a:cubicBezTo>
                <a:cubicBezTo>
                  <a:pt x="527706" y="95866"/>
                  <a:pt x="521232" y="90569"/>
                  <a:pt x="518290" y="86907"/>
                </a:cubicBezTo>
                <a:cubicBezTo>
                  <a:pt x="513974" y="81545"/>
                  <a:pt x="511816" y="75627"/>
                  <a:pt x="511816" y="69153"/>
                </a:cubicBezTo>
                <a:cubicBezTo>
                  <a:pt x="511816" y="62090"/>
                  <a:pt x="514252" y="55698"/>
                  <a:pt x="519123" y="49976"/>
                </a:cubicBezTo>
                <a:cubicBezTo>
                  <a:pt x="523995" y="44254"/>
                  <a:pt x="531041" y="41394"/>
                  <a:pt x="540262" y="41394"/>
                </a:cubicBezTo>
                <a:cubicBezTo>
                  <a:pt x="545231" y="41394"/>
                  <a:pt x="550038" y="42650"/>
                  <a:pt x="554681" y="45164"/>
                </a:cubicBezTo>
                <a:cubicBezTo>
                  <a:pt x="556446" y="46181"/>
                  <a:pt x="557885" y="46690"/>
                  <a:pt x="558997" y="46690"/>
                </a:cubicBezTo>
                <a:cubicBezTo>
                  <a:pt x="560174" y="46690"/>
                  <a:pt x="561122" y="46445"/>
                  <a:pt x="561841" y="45955"/>
                </a:cubicBezTo>
                <a:cubicBezTo>
                  <a:pt x="562560" y="45464"/>
                  <a:pt x="563705" y="44075"/>
                  <a:pt x="565274" y="41786"/>
                </a:cubicBezTo>
                <a:lnTo>
                  <a:pt x="568609" y="41786"/>
                </a:lnTo>
                <a:close/>
                <a:moveTo>
                  <a:pt x="626179" y="10397"/>
                </a:moveTo>
                <a:lnTo>
                  <a:pt x="626179" y="44140"/>
                </a:lnTo>
                <a:lnTo>
                  <a:pt x="647954" y="44140"/>
                </a:lnTo>
                <a:lnTo>
                  <a:pt x="647954" y="53753"/>
                </a:lnTo>
                <a:lnTo>
                  <a:pt x="626179" y="53753"/>
                </a:lnTo>
                <a:lnTo>
                  <a:pt x="626179" y="110503"/>
                </a:lnTo>
                <a:cubicBezTo>
                  <a:pt x="626179" y="115814"/>
                  <a:pt x="626424" y="119240"/>
                  <a:pt x="626914" y="120781"/>
                </a:cubicBezTo>
                <a:cubicBezTo>
                  <a:pt x="627405" y="122322"/>
                  <a:pt x="628271" y="123568"/>
                  <a:pt x="629514" y="124521"/>
                </a:cubicBezTo>
                <a:cubicBezTo>
                  <a:pt x="630756" y="125471"/>
                  <a:pt x="631901" y="125946"/>
                  <a:pt x="632947" y="125946"/>
                </a:cubicBezTo>
                <a:cubicBezTo>
                  <a:pt x="637197" y="125946"/>
                  <a:pt x="641219" y="122676"/>
                  <a:pt x="645012" y="116137"/>
                </a:cubicBezTo>
                <a:lnTo>
                  <a:pt x="647954" y="118317"/>
                </a:lnTo>
                <a:cubicBezTo>
                  <a:pt x="642658" y="130988"/>
                  <a:pt x="634059" y="137324"/>
                  <a:pt x="622157" y="137324"/>
                </a:cubicBezTo>
                <a:cubicBezTo>
                  <a:pt x="616337" y="137324"/>
                  <a:pt x="611416" y="135701"/>
                  <a:pt x="607395" y="132454"/>
                </a:cubicBezTo>
                <a:cubicBezTo>
                  <a:pt x="603373" y="129205"/>
                  <a:pt x="600806" y="125578"/>
                  <a:pt x="599695" y="121575"/>
                </a:cubicBezTo>
                <a:cubicBezTo>
                  <a:pt x="599041" y="119344"/>
                  <a:pt x="598714" y="113306"/>
                  <a:pt x="598714" y="103462"/>
                </a:cubicBezTo>
                <a:lnTo>
                  <a:pt x="598714" y="53753"/>
                </a:lnTo>
                <a:lnTo>
                  <a:pt x="586747" y="53753"/>
                </a:lnTo>
                <a:lnTo>
                  <a:pt x="586747" y="50310"/>
                </a:lnTo>
                <a:cubicBezTo>
                  <a:pt x="594986" y="44478"/>
                  <a:pt x="602000" y="38351"/>
                  <a:pt x="607787" y="31928"/>
                </a:cubicBezTo>
                <a:cubicBezTo>
                  <a:pt x="613574" y="25505"/>
                  <a:pt x="618626" y="18328"/>
                  <a:pt x="622942" y="10397"/>
                </a:cubicBezTo>
                <a:lnTo>
                  <a:pt x="626179" y="10397"/>
                </a:lnTo>
                <a:close/>
                <a:moveTo>
                  <a:pt x="678352" y="0"/>
                </a:moveTo>
                <a:cubicBezTo>
                  <a:pt x="682602" y="0"/>
                  <a:pt x="686199" y="1493"/>
                  <a:pt x="689142" y="4478"/>
                </a:cubicBezTo>
                <a:cubicBezTo>
                  <a:pt x="692084" y="7462"/>
                  <a:pt x="693556" y="11053"/>
                  <a:pt x="693556" y="15253"/>
                </a:cubicBezTo>
                <a:cubicBezTo>
                  <a:pt x="693556" y="19452"/>
                  <a:pt x="692068" y="23028"/>
                  <a:pt x="689092" y="25981"/>
                </a:cubicBezTo>
                <a:cubicBezTo>
                  <a:pt x="686117" y="28932"/>
                  <a:pt x="682537" y="30408"/>
                  <a:pt x="678352" y="30408"/>
                </a:cubicBezTo>
                <a:cubicBezTo>
                  <a:pt x="674167" y="30408"/>
                  <a:pt x="670603" y="28932"/>
                  <a:pt x="667660" y="25981"/>
                </a:cubicBezTo>
                <a:cubicBezTo>
                  <a:pt x="664717" y="23028"/>
                  <a:pt x="663246" y="19452"/>
                  <a:pt x="663246" y="15253"/>
                </a:cubicBezTo>
                <a:cubicBezTo>
                  <a:pt x="663246" y="11053"/>
                  <a:pt x="664717" y="7462"/>
                  <a:pt x="667660" y="4478"/>
                </a:cubicBezTo>
                <a:cubicBezTo>
                  <a:pt x="670603" y="1493"/>
                  <a:pt x="674167" y="0"/>
                  <a:pt x="678352" y="0"/>
                </a:cubicBezTo>
                <a:moveTo>
                  <a:pt x="692084" y="44140"/>
                </a:moveTo>
                <a:lnTo>
                  <a:pt x="692084" y="116922"/>
                </a:lnTo>
                <a:cubicBezTo>
                  <a:pt x="692084" y="123396"/>
                  <a:pt x="692836" y="127532"/>
                  <a:pt x="694340" y="129330"/>
                </a:cubicBezTo>
                <a:cubicBezTo>
                  <a:pt x="695844" y="131128"/>
                  <a:pt x="698787" y="132158"/>
                  <a:pt x="703168" y="132420"/>
                </a:cubicBezTo>
                <a:lnTo>
                  <a:pt x="703168" y="135951"/>
                </a:lnTo>
                <a:lnTo>
                  <a:pt x="653633" y="135951"/>
                </a:lnTo>
                <a:lnTo>
                  <a:pt x="653633" y="132420"/>
                </a:lnTo>
                <a:cubicBezTo>
                  <a:pt x="657688" y="132289"/>
                  <a:pt x="660696" y="131112"/>
                  <a:pt x="662658" y="128889"/>
                </a:cubicBezTo>
                <a:cubicBezTo>
                  <a:pt x="663965" y="127385"/>
                  <a:pt x="664619" y="123396"/>
                  <a:pt x="664619" y="116922"/>
                </a:cubicBezTo>
                <a:lnTo>
                  <a:pt x="664619" y="63365"/>
                </a:lnTo>
                <a:cubicBezTo>
                  <a:pt x="664619" y="56810"/>
                  <a:pt x="663867" y="52622"/>
                  <a:pt x="662363" y="50801"/>
                </a:cubicBezTo>
                <a:cubicBezTo>
                  <a:pt x="660859" y="48980"/>
                  <a:pt x="657949" y="47937"/>
                  <a:pt x="653633" y="47671"/>
                </a:cubicBezTo>
                <a:lnTo>
                  <a:pt x="653633" y="44140"/>
                </a:lnTo>
                <a:lnTo>
                  <a:pt x="692084" y="44140"/>
                </a:lnTo>
                <a:close/>
                <a:moveTo>
                  <a:pt x="755385" y="41394"/>
                </a:moveTo>
                <a:cubicBezTo>
                  <a:pt x="763362" y="41394"/>
                  <a:pt x="770784" y="43455"/>
                  <a:pt x="777651" y="47579"/>
                </a:cubicBezTo>
                <a:cubicBezTo>
                  <a:pt x="784517" y="51703"/>
                  <a:pt x="789732" y="57562"/>
                  <a:pt x="793296" y="65156"/>
                </a:cubicBezTo>
                <a:cubicBezTo>
                  <a:pt x="796860" y="72749"/>
                  <a:pt x="798642" y="81062"/>
                  <a:pt x="798642" y="90095"/>
                </a:cubicBezTo>
                <a:cubicBezTo>
                  <a:pt x="798642" y="103120"/>
                  <a:pt x="795339" y="114019"/>
                  <a:pt x="788735" y="122792"/>
                </a:cubicBezTo>
                <a:cubicBezTo>
                  <a:pt x="780757" y="133396"/>
                  <a:pt x="769738" y="138698"/>
                  <a:pt x="755679" y="138698"/>
                </a:cubicBezTo>
                <a:cubicBezTo>
                  <a:pt x="741881" y="138698"/>
                  <a:pt x="731255" y="133854"/>
                  <a:pt x="723800" y="124165"/>
                </a:cubicBezTo>
                <a:cubicBezTo>
                  <a:pt x="716345" y="114477"/>
                  <a:pt x="712618" y="103251"/>
                  <a:pt x="712618" y="90487"/>
                </a:cubicBezTo>
                <a:cubicBezTo>
                  <a:pt x="712618" y="77331"/>
                  <a:pt x="716427" y="65860"/>
                  <a:pt x="724045" y="56073"/>
                </a:cubicBezTo>
                <a:cubicBezTo>
                  <a:pt x="731663" y="46287"/>
                  <a:pt x="742110" y="41394"/>
                  <a:pt x="755385" y="41394"/>
                </a:cubicBezTo>
                <a:moveTo>
                  <a:pt x="755777" y="48260"/>
                </a:moveTo>
                <a:cubicBezTo>
                  <a:pt x="752442" y="48260"/>
                  <a:pt x="749581" y="49521"/>
                  <a:pt x="747194" y="52042"/>
                </a:cubicBezTo>
                <a:cubicBezTo>
                  <a:pt x="744807" y="54562"/>
                  <a:pt x="743238" y="59537"/>
                  <a:pt x="742486" y="66967"/>
                </a:cubicBezTo>
                <a:cubicBezTo>
                  <a:pt x="741734" y="74397"/>
                  <a:pt x="741358" y="84725"/>
                  <a:pt x="741358" y="97951"/>
                </a:cubicBezTo>
                <a:cubicBezTo>
                  <a:pt x="741358" y="104956"/>
                  <a:pt x="741816" y="111504"/>
                  <a:pt x="742731" y="117593"/>
                </a:cubicBezTo>
                <a:cubicBezTo>
                  <a:pt x="743450" y="122240"/>
                  <a:pt x="744987" y="125775"/>
                  <a:pt x="747341" y="128199"/>
                </a:cubicBezTo>
                <a:cubicBezTo>
                  <a:pt x="749695" y="130621"/>
                  <a:pt x="752376" y="131831"/>
                  <a:pt x="755385" y="131831"/>
                </a:cubicBezTo>
                <a:cubicBezTo>
                  <a:pt x="758327" y="131831"/>
                  <a:pt x="760779" y="131013"/>
                  <a:pt x="762741" y="129376"/>
                </a:cubicBezTo>
                <a:cubicBezTo>
                  <a:pt x="765291" y="127151"/>
                  <a:pt x="766992" y="124041"/>
                  <a:pt x="767842" y="120045"/>
                </a:cubicBezTo>
                <a:cubicBezTo>
                  <a:pt x="769150" y="113827"/>
                  <a:pt x="769804" y="101257"/>
                  <a:pt x="769804" y="82336"/>
                </a:cubicBezTo>
                <a:cubicBezTo>
                  <a:pt x="769804" y="71207"/>
                  <a:pt x="769182" y="63565"/>
                  <a:pt x="767940" y="59408"/>
                </a:cubicBezTo>
                <a:cubicBezTo>
                  <a:pt x="766697" y="55250"/>
                  <a:pt x="764866" y="52221"/>
                  <a:pt x="762447" y="50323"/>
                </a:cubicBezTo>
                <a:cubicBezTo>
                  <a:pt x="760747" y="48947"/>
                  <a:pt x="758523" y="48260"/>
                  <a:pt x="755777" y="48260"/>
                </a:cubicBezTo>
                <a:close/>
                <a:moveTo>
                  <a:pt x="850241" y="44140"/>
                </a:moveTo>
                <a:lnTo>
                  <a:pt x="850241" y="56107"/>
                </a:lnTo>
                <a:cubicBezTo>
                  <a:pt x="854950" y="50971"/>
                  <a:pt x="859462" y="47236"/>
                  <a:pt x="863778" y="44900"/>
                </a:cubicBezTo>
                <a:cubicBezTo>
                  <a:pt x="868093" y="42562"/>
                  <a:pt x="872736" y="41394"/>
                  <a:pt x="877706" y="41394"/>
                </a:cubicBezTo>
                <a:cubicBezTo>
                  <a:pt x="883657" y="41394"/>
                  <a:pt x="888594" y="43047"/>
                  <a:pt x="892518" y="46353"/>
                </a:cubicBezTo>
                <a:cubicBezTo>
                  <a:pt x="896441" y="49660"/>
                  <a:pt x="899057" y="53768"/>
                  <a:pt x="900365" y="58679"/>
                </a:cubicBezTo>
                <a:cubicBezTo>
                  <a:pt x="901411" y="62412"/>
                  <a:pt x="901934" y="69583"/>
                  <a:pt x="901934" y="80191"/>
                </a:cubicBezTo>
                <a:lnTo>
                  <a:pt x="901934" y="115941"/>
                </a:lnTo>
                <a:cubicBezTo>
                  <a:pt x="901934" y="123003"/>
                  <a:pt x="902572" y="127401"/>
                  <a:pt x="903847" y="129134"/>
                </a:cubicBezTo>
                <a:cubicBezTo>
                  <a:pt x="905122" y="130867"/>
                  <a:pt x="907787" y="131962"/>
                  <a:pt x="911841" y="132420"/>
                </a:cubicBezTo>
                <a:lnTo>
                  <a:pt x="911841" y="135951"/>
                </a:lnTo>
                <a:lnTo>
                  <a:pt x="865445" y="135951"/>
                </a:lnTo>
                <a:lnTo>
                  <a:pt x="865445" y="132420"/>
                </a:lnTo>
                <a:cubicBezTo>
                  <a:pt x="868911" y="131962"/>
                  <a:pt x="871396" y="130524"/>
                  <a:pt x="872900" y="128104"/>
                </a:cubicBezTo>
                <a:cubicBezTo>
                  <a:pt x="873946" y="126469"/>
                  <a:pt x="874469" y="122415"/>
                  <a:pt x="874469" y="115941"/>
                </a:cubicBezTo>
                <a:lnTo>
                  <a:pt x="874469" y="75136"/>
                </a:lnTo>
                <a:cubicBezTo>
                  <a:pt x="874469" y="67616"/>
                  <a:pt x="874175" y="62875"/>
                  <a:pt x="873586" y="60913"/>
                </a:cubicBezTo>
                <a:cubicBezTo>
                  <a:pt x="872998" y="58951"/>
                  <a:pt x="872001" y="57431"/>
                  <a:pt x="870595" y="56352"/>
                </a:cubicBezTo>
                <a:cubicBezTo>
                  <a:pt x="869189" y="55273"/>
                  <a:pt x="867636" y="54734"/>
                  <a:pt x="865935" y="54734"/>
                </a:cubicBezTo>
                <a:cubicBezTo>
                  <a:pt x="860312" y="54734"/>
                  <a:pt x="855080" y="58788"/>
                  <a:pt x="850241" y="66897"/>
                </a:cubicBezTo>
                <a:lnTo>
                  <a:pt x="850241" y="115941"/>
                </a:lnTo>
                <a:cubicBezTo>
                  <a:pt x="850241" y="122807"/>
                  <a:pt x="850879" y="127156"/>
                  <a:pt x="852154" y="128987"/>
                </a:cubicBezTo>
                <a:cubicBezTo>
                  <a:pt x="853429" y="130818"/>
                  <a:pt x="855800" y="131962"/>
                  <a:pt x="859265" y="132420"/>
                </a:cubicBezTo>
                <a:lnTo>
                  <a:pt x="859265" y="135951"/>
                </a:lnTo>
                <a:lnTo>
                  <a:pt x="812869" y="135951"/>
                </a:lnTo>
                <a:lnTo>
                  <a:pt x="812869" y="132420"/>
                </a:lnTo>
                <a:cubicBezTo>
                  <a:pt x="816728" y="132028"/>
                  <a:pt x="819474" y="130785"/>
                  <a:pt x="821109" y="128693"/>
                </a:cubicBezTo>
                <a:cubicBezTo>
                  <a:pt x="822221" y="127254"/>
                  <a:pt x="822776" y="123003"/>
                  <a:pt x="822776" y="115941"/>
                </a:cubicBezTo>
                <a:lnTo>
                  <a:pt x="822776" y="64150"/>
                </a:lnTo>
                <a:cubicBezTo>
                  <a:pt x="822776" y="57135"/>
                  <a:pt x="822139" y="52767"/>
                  <a:pt x="820864" y="51046"/>
                </a:cubicBezTo>
                <a:cubicBezTo>
                  <a:pt x="819588" y="49325"/>
                  <a:pt x="816924" y="48200"/>
                  <a:pt x="812869" y="47671"/>
                </a:cubicBezTo>
                <a:lnTo>
                  <a:pt x="812869" y="44140"/>
                </a:lnTo>
                <a:lnTo>
                  <a:pt x="850241" y="441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ea76bfda04d3a"/>
          <a:stretch xmlns:a="http://schemas.openxmlformats.org/drawingml/2006/main"/>
        </p:blipFill>
        <p:spPr>
          <a:xfrm xmlns:a="http://schemas.openxmlformats.org/drawingml/2006/main">
            <a:off x="9788588" y="2824758"/>
            <a:ext cx="1371675" cy="630908"/>
          </a:xfrm>
          <a:prstGeom xmlns:a="http://schemas.openxmlformats.org/drawingml/2006/main" prst="rect">
            <a:avLst/>
          </a:prstGeom>
        </p:spPr>
      </p:pic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5c78f704c4d78"/>
          <a:stretch xmlns:a="http://schemas.openxmlformats.org/drawingml/2006/main"/>
        </p:blipFill>
        <p:spPr>
          <a:xfrm xmlns:a="http://schemas.openxmlformats.org/drawingml/2006/main">
            <a:off x="9832531" y="2780814"/>
            <a:ext cx="1286926" cy="781572"/>
          </a:xfrm>
          <a:prstGeom xmlns:a="http://schemas.openxmlformats.org/drawingml/2006/main" prst="rect">
            <a:avLst/>
          </a:prstGeom>
        </p:spPr>
      </p:pic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57E2C7-412E-4731-B70D-A85497C4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668" y="2854053"/>
            <a:ext cx="1252398" cy="511633"/>
          </a:xfrm>
          <a:custGeom xmlns:a="http://schemas.openxmlformats.org/drawingml/2006/main">
            <a:pathLst>
              <a:path w="1252398" h="511633">
                <a:moveTo>
                  <a:pt x="0" y="85274"/>
                </a:moveTo>
                <a:cubicBezTo>
                  <a:pt x="0" y="38178"/>
                  <a:pt x="38179" y="0"/>
                  <a:pt x="85274" y="0"/>
                </a:cubicBezTo>
                <a:lnTo>
                  <a:pt x="1167124" y="0"/>
                </a:lnTo>
                <a:cubicBezTo>
                  <a:pt x="1214220" y="0"/>
                  <a:pt x="1252398" y="38178"/>
                  <a:pt x="1252398" y="85274"/>
                </a:cubicBezTo>
                <a:lnTo>
                  <a:pt x="1252398" y="426359"/>
                </a:lnTo>
                <a:cubicBezTo>
                  <a:pt x="1252398" y="473454"/>
                  <a:pt x="1214220" y="511633"/>
                  <a:pt x="1167124" y="511633"/>
                </a:cubicBezTo>
                <a:lnTo>
                  <a:pt x="85274" y="511633"/>
                </a:lnTo>
                <a:cubicBezTo>
                  <a:pt x="38179" y="511633"/>
                  <a:pt x="0" y="473454"/>
                  <a:pt x="0" y="426359"/>
                </a:cubicBezTo>
                <a:lnTo>
                  <a:pt x="0" y="85274"/>
                </a:lnTo>
                <a:close/>
              </a:path>
            </a:pathLst>
          </a:custGeom>
          <a:solidFill xmlns:a="http://schemas.openxmlformats.org/drawingml/2006/main">
            <a:srgbClr val="E3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Buggy">
            <a:extLst xmlns:a="http://schemas.openxmlformats.org/drawingml/2006/main">
              <a:ext uri="{FF2B5EF4-FFF2-40B4-BE49-F238E27FC236}">
                <a16:creationId xmlns:a16="http://schemas.microsoft.com/office/drawing/2014/main" id="{F5104360-51A2-42D3-B976-8F87C3B3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445" y="2930301"/>
            <a:ext cx="542257" cy="176364"/>
          </a:xfrm>
          <a:custGeom xmlns:a="http://schemas.openxmlformats.org/drawingml/2006/main">
            <a:pathLst>
              <a:path w="542257" h="176364">
                <a:moveTo>
                  <a:pt x="85141" y="62483"/>
                </a:moveTo>
                <a:cubicBezTo>
                  <a:pt x="97762" y="65425"/>
                  <a:pt x="106623" y="68989"/>
                  <a:pt x="111723" y="73174"/>
                </a:cubicBezTo>
                <a:cubicBezTo>
                  <a:pt x="119047" y="79125"/>
                  <a:pt x="122709" y="86841"/>
                  <a:pt x="122709" y="96323"/>
                </a:cubicBezTo>
                <a:cubicBezTo>
                  <a:pt x="122709" y="106328"/>
                  <a:pt x="118688" y="114601"/>
                  <a:pt x="110644" y="121140"/>
                </a:cubicBezTo>
                <a:cubicBezTo>
                  <a:pt x="100770" y="129052"/>
                  <a:pt x="86416" y="133009"/>
                  <a:pt x="67583" y="133009"/>
                </a:cubicBezTo>
                <a:lnTo>
                  <a:pt x="0" y="133009"/>
                </a:lnTo>
                <a:lnTo>
                  <a:pt x="0" y="129477"/>
                </a:lnTo>
                <a:cubicBezTo>
                  <a:pt x="6147" y="129477"/>
                  <a:pt x="10316" y="128902"/>
                  <a:pt x="12506" y="127752"/>
                </a:cubicBezTo>
                <a:cubicBezTo>
                  <a:pt x="14697" y="126601"/>
                  <a:pt x="16234" y="125106"/>
                  <a:pt x="17117" y="123267"/>
                </a:cubicBezTo>
                <a:cubicBezTo>
                  <a:pt x="17999" y="121428"/>
                  <a:pt x="18441" y="116893"/>
                  <a:pt x="18441" y="109663"/>
                </a:cubicBezTo>
                <a:lnTo>
                  <a:pt x="18441" y="23345"/>
                </a:lnTo>
                <a:cubicBezTo>
                  <a:pt x="18441" y="16115"/>
                  <a:pt x="17999" y="11564"/>
                  <a:pt x="17117" y="9692"/>
                </a:cubicBezTo>
                <a:cubicBezTo>
                  <a:pt x="16234" y="7819"/>
                  <a:pt x="14681" y="6324"/>
                  <a:pt x="12457" y="5208"/>
                </a:cubicBezTo>
                <a:cubicBezTo>
                  <a:pt x="10234" y="4090"/>
                  <a:pt x="6082" y="3531"/>
                  <a:pt x="0" y="3531"/>
                </a:cubicBezTo>
                <a:lnTo>
                  <a:pt x="0" y="0"/>
                </a:lnTo>
                <a:lnTo>
                  <a:pt x="63758" y="0"/>
                </a:lnTo>
                <a:cubicBezTo>
                  <a:pt x="78994" y="0"/>
                  <a:pt x="89784" y="1357"/>
                  <a:pt x="96127" y="4071"/>
                </a:cubicBezTo>
                <a:cubicBezTo>
                  <a:pt x="102470" y="6784"/>
                  <a:pt x="107473" y="10839"/>
                  <a:pt x="111135" y="16234"/>
                </a:cubicBezTo>
                <a:cubicBezTo>
                  <a:pt x="114797" y="21629"/>
                  <a:pt x="116628" y="27367"/>
                  <a:pt x="116628" y="33448"/>
                </a:cubicBezTo>
                <a:cubicBezTo>
                  <a:pt x="116628" y="39857"/>
                  <a:pt x="114306" y="45562"/>
                  <a:pt x="109663" y="50565"/>
                </a:cubicBezTo>
                <a:cubicBezTo>
                  <a:pt x="105020" y="55567"/>
                  <a:pt x="96846" y="59540"/>
                  <a:pt x="85141" y="62483"/>
                </a:cubicBezTo>
                <a:moveTo>
                  <a:pt x="49437" y="59834"/>
                </a:moveTo>
                <a:cubicBezTo>
                  <a:pt x="58723" y="59834"/>
                  <a:pt x="65572" y="58788"/>
                  <a:pt x="69986" y="56695"/>
                </a:cubicBezTo>
                <a:cubicBezTo>
                  <a:pt x="74400" y="54603"/>
                  <a:pt x="77784" y="51660"/>
                  <a:pt x="80139" y="47867"/>
                </a:cubicBezTo>
                <a:cubicBezTo>
                  <a:pt x="82493" y="44075"/>
                  <a:pt x="83670" y="39236"/>
                  <a:pt x="83670" y="33350"/>
                </a:cubicBezTo>
                <a:cubicBezTo>
                  <a:pt x="83670" y="27465"/>
                  <a:pt x="82509" y="22642"/>
                  <a:pt x="80188" y="18882"/>
                </a:cubicBezTo>
                <a:cubicBezTo>
                  <a:pt x="77866" y="15122"/>
                  <a:pt x="74548" y="12261"/>
                  <a:pt x="70232" y="10299"/>
                </a:cubicBezTo>
                <a:cubicBezTo>
                  <a:pt x="65916" y="8338"/>
                  <a:pt x="58984" y="7389"/>
                  <a:pt x="49437" y="7455"/>
                </a:cubicBezTo>
                <a:lnTo>
                  <a:pt x="49437" y="59834"/>
                </a:lnTo>
                <a:moveTo>
                  <a:pt x="49437" y="67485"/>
                </a:moveTo>
                <a:lnTo>
                  <a:pt x="49437" y="110154"/>
                </a:lnTo>
                <a:lnTo>
                  <a:pt x="49339" y="114997"/>
                </a:lnTo>
                <a:cubicBezTo>
                  <a:pt x="49339" y="118483"/>
                  <a:pt x="50238" y="121114"/>
                  <a:pt x="52036" y="122890"/>
                </a:cubicBezTo>
                <a:cubicBezTo>
                  <a:pt x="53834" y="124666"/>
                  <a:pt x="56499" y="125554"/>
                  <a:pt x="60030" y="125554"/>
                </a:cubicBezTo>
                <a:cubicBezTo>
                  <a:pt x="65262" y="125554"/>
                  <a:pt x="70085" y="124397"/>
                  <a:pt x="74499" y="122084"/>
                </a:cubicBezTo>
                <a:cubicBezTo>
                  <a:pt x="78913" y="119771"/>
                  <a:pt x="82297" y="116414"/>
                  <a:pt x="84651" y="112014"/>
                </a:cubicBezTo>
                <a:cubicBezTo>
                  <a:pt x="87005" y="107615"/>
                  <a:pt x="88182" y="102710"/>
                  <a:pt x="88182" y="97301"/>
                </a:cubicBezTo>
                <a:cubicBezTo>
                  <a:pt x="88182" y="91111"/>
                  <a:pt x="86743" y="85556"/>
                  <a:pt x="83866" y="80635"/>
                </a:cubicBezTo>
                <a:cubicBezTo>
                  <a:pt x="80989" y="75714"/>
                  <a:pt x="77032" y="72276"/>
                  <a:pt x="71997" y="70321"/>
                </a:cubicBezTo>
                <a:cubicBezTo>
                  <a:pt x="66962" y="68365"/>
                  <a:pt x="59442" y="67420"/>
                  <a:pt x="49437" y="67485"/>
                </a:cubicBezTo>
                <a:close/>
                <a:moveTo>
                  <a:pt x="225999" y="41197"/>
                </a:moveTo>
                <a:lnTo>
                  <a:pt x="225999" y="112998"/>
                </a:lnTo>
                <a:cubicBezTo>
                  <a:pt x="225999" y="120038"/>
                  <a:pt x="226653" y="124430"/>
                  <a:pt x="227961" y="126173"/>
                </a:cubicBezTo>
                <a:cubicBezTo>
                  <a:pt x="229269" y="127916"/>
                  <a:pt x="231917" y="129018"/>
                  <a:pt x="235906" y="129477"/>
                </a:cubicBezTo>
                <a:lnTo>
                  <a:pt x="235906" y="133009"/>
                </a:lnTo>
                <a:lnTo>
                  <a:pt x="198535" y="133009"/>
                </a:lnTo>
                <a:lnTo>
                  <a:pt x="198535" y="120747"/>
                </a:lnTo>
                <a:cubicBezTo>
                  <a:pt x="194153" y="125979"/>
                  <a:pt x="189772" y="129788"/>
                  <a:pt x="185391" y="132175"/>
                </a:cubicBezTo>
                <a:cubicBezTo>
                  <a:pt x="181009" y="134562"/>
                  <a:pt x="176105" y="135755"/>
                  <a:pt x="170677" y="135755"/>
                </a:cubicBezTo>
                <a:cubicBezTo>
                  <a:pt x="165511" y="135755"/>
                  <a:pt x="160917" y="134169"/>
                  <a:pt x="156896" y="130998"/>
                </a:cubicBezTo>
                <a:cubicBezTo>
                  <a:pt x="152874" y="127826"/>
                  <a:pt x="150177" y="124115"/>
                  <a:pt x="148803" y="119865"/>
                </a:cubicBezTo>
                <a:cubicBezTo>
                  <a:pt x="147430" y="115614"/>
                  <a:pt x="146744" y="108192"/>
                  <a:pt x="146744" y="97598"/>
                </a:cubicBezTo>
                <a:lnTo>
                  <a:pt x="146744" y="61207"/>
                </a:lnTo>
                <a:cubicBezTo>
                  <a:pt x="146744" y="54192"/>
                  <a:pt x="146106" y="49824"/>
                  <a:pt x="144831" y="48103"/>
                </a:cubicBezTo>
                <a:cubicBezTo>
                  <a:pt x="143556" y="46383"/>
                  <a:pt x="140891" y="45258"/>
                  <a:pt x="136837" y="44729"/>
                </a:cubicBezTo>
                <a:lnTo>
                  <a:pt x="136837" y="41197"/>
                </a:lnTo>
                <a:lnTo>
                  <a:pt x="174208" y="41197"/>
                </a:lnTo>
                <a:lnTo>
                  <a:pt x="174208" y="103953"/>
                </a:lnTo>
                <a:cubicBezTo>
                  <a:pt x="174208" y="110500"/>
                  <a:pt x="174519" y="114723"/>
                  <a:pt x="175140" y="116622"/>
                </a:cubicBezTo>
                <a:cubicBezTo>
                  <a:pt x="175762" y="118520"/>
                  <a:pt x="176742" y="119961"/>
                  <a:pt x="178083" y="120944"/>
                </a:cubicBezTo>
                <a:cubicBezTo>
                  <a:pt x="179424" y="121924"/>
                  <a:pt x="180977" y="122415"/>
                  <a:pt x="182742" y="122415"/>
                </a:cubicBezTo>
                <a:cubicBezTo>
                  <a:pt x="185096" y="122415"/>
                  <a:pt x="187222" y="121794"/>
                  <a:pt x="189118" y="120551"/>
                </a:cubicBezTo>
                <a:cubicBezTo>
                  <a:pt x="191734" y="118851"/>
                  <a:pt x="194873" y="115418"/>
                  <a:pt x="198535" y="110252"/>
                </a:cubicBezTo>
                <a:lnTo>
                  <a:pt x="198535" y="61207"/>
                </a:lnTo>
                <a:cubicBezTo>
                  <a:pt x="198535" y="54192"/>
                  <a:pt x="197897" y="49824"/>
                  <a:pt x="196622" y="48103"/>
                </a:cubicBezTo>
                <a:cubicBezTo>
                  <a:pt x="195347" y="46383"/>
                  <a:pt x="192682" y="45258"/>
                  <a:pt x="188628" y="44729"/>
                </a:cubicBezTo>
                <a:lnTo>
                  <a:pt x="188628" y="41197"/>
                </a:lnTo>
                <a:lnTo>
                  <a:pt x="225999" y="41197"/>
                </a:lnTo>
                <a:close/>
                <a:moveTo>
                  <a:pt x="307851" y="42374"/>
                </a:moveTo>
                <a:lnTo>
                  <a:pt x="338749" y="42374"/>
                </a:lnTo>
                <a:lnTo>
                  <a:pt x="338749" y="53164"/>
                </a:lnTo>
                <a:lnTo>
                  <a:pt x="321191" y="53164"/>
                </a:lnTo>
                <a:cubicBezTo>
                  <a:pt x="324395" y="56368"/>
                  <a:pt x="326619" y="59278"/>
                  <a:pt x="327861" y="61894"/>
                </a:cubicBezTo>
                <a:cubicBezTo>
                  <a:pt x="329431" y="65425"/>
                  <a:pt x="330215" y="69120"/>
                  <a:pt x="330215" y="72978"/>
                </a:cubicBezTo>
                <a:cubicBezTo>
                  <a:pt x="330215" y="79517"/>
                  <a:pt x="328401" y="85190"/>
                  <a:pt x="324771" y="89997"/>
                </a:cubicBezTo>
                <a:cubicBezTo>
                  <a:pt x="321142" y="94803"/>
                  <a:pt x="316205" y="98563"/>
                  <a:pt x="309960" y="101277"/>
                </a:cubicBezTo>
                <a:cubicBezTo>
                  <a:pt x="303715" y="103991"/>
                  <a:pt x="298173" y="105347"/>
                  <a:pt x="293334" y="105347"/>
                </a:cubicBezTo>
                <a:cubicBezTo>
                  <a:pt x="292942" y="105347"/>
                  <a:pt x="289018" y="105184"/>
                  <a:pt x="281563" y="104857"/>
                </a:cubicBezTo>
                <a:cubicBezTo>
                  <a:pt x="278621" y="104857"/>
                  <a:pt x="276152" y="105816"/>
                  <a:pt x="274157" y="107735"/>
                </a:cubicBezTo>
                <a:cubicBezTo>
                  <a:pt x="272163" y="109654"/>
                  <a:pt x="271166" y="111946"/>
                  <a:pt x="271166" y="114611"/>
                </a:cubicBezTo>
                <a:cubicBezTo>
                  <a:pt x="271166" y="116953"/>
                  <a:pt x="272065" y="118871"/>
                  <a:pt x="273863" y="120367"/>
                </a:cubicBezTo>
                <a:cubicBezTo>
                  <a:pt x="275662" y="121863"/>
                  <a:pt x="278588" y="122611"/>
                  <a:pt x="282642" y="122611"/>
                </a:cubicBezTo>
                <a:lnTo>
                  <a:pt x="299612" y="122415"/>
                </a:lnTo>
                <a:cubicBezTo>
                  <a:pt x="313344" y="122415"/>
                  <a:pt x="322793" y="123922"/>
                  <a:pt x="327959" y="126936"/>
                </a:cubicBezTo>
                <a:cubicBezTo>
                  <a:pt x="335349" y="131127"/>
                  <a:pt x="339043" y="137580"/>
                  <a:pt x="339043" y="146293"/>
                </a:cubicBezTo>
                <a:cubicBezTo>
                  <a:pt x="339043" y="151862"/>
                  <a:pt x="337343" y="156923"/>
                  <a:pt x="333943" y="161476"/>
                </a:cubicBezTo>
                <a:cubicBezTo>
                  <a:pt x="330542" y="166029"/>
                  <a:pt x="326063" y="169386"/>
                  <a:pt x="320504" y="171548"/>
                </a:cubicBezTo>
                <a:cubicBezTo>
                  <a:pt x="312069" y="174759"/>
                  <a:pt x="302358" y="176364"/>
                  <a:pt x="291372" y="176364"/>
                </a:cubicBezTo>
                <a:cubicBezTo>
                  <a:pt x="283133" y="176364"/>
                  <a:pt x="275612" y="175563"/>
                  <a:pt x="268812" y="173961"/>
                </a:cubicBezTo>
                <a:cubicBezTo>
                  <a:pt x="262011" y="172359"/>
                  <a:pt x="257139" y="170134"/>
                  <a:pt x="254196" y="167288"/>
                </a:cubicBezTo>
                <a:cubicBezTo>
                  <a:pt x="251254" y="164443"/>
                  <a:pt x="249782" y="161450"/>
                  <a:pt x="249782" y="158309"/>
                </a:cubicBezTo>
                <a:cubicBezTo>
                  <a:pt x="249782" y="155301"/>
                  <a:pt x="250910" y="152603"/>
                  <a:pt x="253166" y="150214"/>
                </a:cubicBezTo>
                <a:cubicBezTo>
                  <a:pt x="255423" y="147827"/>
                  <a:pt x="259624" y="145816"/>
                  <a:pt x="265771" y="144181"/>
                </a:cubicBezTo>
                <a:cubicBezTo>
                  <a:pt x="257270" y="139996"/>
                  <a:pt x="253019" y="134177"/>
                  <a:pt x="253019" y="126725"/>
                </a:cubicBezTo>
                <a:cubicBezTo>
                  <a:pt x="253019" y="122213"/>
                  <a:pt x="254752" y="117832"/>
                  <a:pt x="258218" y="113584"/>
                </a:cubicBezTo>
                <a:cubicBezTo>
                  <a:pt x="261684" y="109333"/>
                  <a:pt x="267177" y="105639"/>
                  <a:pt x="274697" y="102500"/>
                </a:cubicBezTo>
                <a:cubicBezTo>
                  <a:pt x="265934" y="99291"/>
                  <a:pt x="259591" y="95068"/>
                  <a:pt x="255668" y="89828"/>
                </a:cubicBezTo>
                <a:cubicBezTo>
                  <a:pt x="251744" y="84588"/>
                  <a:pt x="249782" y="78530"/>
                  <a:pt x="249782" y="71654"/>
                </a:cubicBezTo>
                <a:cubicBezTo>
                  <a:pt x="249782" y="62683"/>
                  <a:pt x="253444" y="54906"/>
                  <a:pt x="260768" y="48324"/>
                </a:cubicBezTo>
                <a:cubicBezTo>
                  <a:pt x="268092" y="41742"/>
                  <a:pt x="277509" y="38451"/>
                  <a:pt x="289018" y="38451"/>
                </a:cubicBezTo>
                <a:cubicBezTo>
                  <a:pt x="295099" y="38451"/>
                  <a:pt x="301377" y="39759"/>
                  <a:pt x="307851" y="42374"/>
                </a:cubicBezTo>
                <a:moveTo>
                  <a:pt x="290882" y="44729"/>
                </a:moveTo>
                <a:cubicBezTo>
                  <a:pt x="287089" y="44729"/>
                  <a:pt x="283885" y="46638"/>
                  <a:pt x="281269" y="50458"/>
                </a:cubicBezTo>
                <a:cubicBezTo>
                  <a:pt x="278653" y="54275"/>
                  <a:pt x="277345" y="62189"/>
                  <a:pt x="277345" y="74201"/>
                </a:cubicBezTo>
                <a:cubicBezTo>
                  <a:pt x="277345" y="83926"/>
                  <a:pt x="278637" y="90600"/>
                  <a:pt x="281220" y="94224"/>
                </a:cubicBezTo>
                <a:cubicBezTo>
                  <a:pt x="283803" y="97847"/>
                  <a:pt x="286860" y="99658"/>
                  <a:pt x="290391" y="99658"/>
                </a:cubicBezTo>
                <a:cubicBezTo>
                  <a:pt x="294315" y="99658"/>
                  <a:pt x="297584" y="97863"/>
                  <a:pt x="300200" y="94273"/>
                </a:cubicBezTo>
                <a:cubicBezTo>
                  <a:pt x="302816" y="90682"/>
                  <a:pt x="304124" y="83697"/>
                  <a:pt x="304124" y="73318"/>
                </a:cubicBezTo>
                <a:cubicBezTo>
                  <a:pt x="304124" y="61636"/>
                  <a:pt x="302652" y="53672"/>
                  <a:pt x="299710" y="49428"/>
                </a:cubicBezTo>
                <a:cubicBezTo>
                  <a:pt x="297617" y="46295"/>
                  <a:pt x="294674" y="44729"/>
                  <a:pt x="290882" y="44729"/>
                </a:cubicBezTo>
                <a:moveTo>
                  <a:pt x="285094" y="146545"/>
                </a:moveTo>
                <a:cubicBezTo>
                  <a:pt x="278424" y="146545"/>
                  <a:pt x="274010" y="147099"/>
                  <a:pt x="271852" y="148206"/>
                </a:cubicBezTo>
                <a:cubicBezTo>
                  <a:pt x="268125" y="150223"/>
                  <a:pt x="266261" y="152957"/>
                  <a:pt x="266261" y="156409"/>
                </a:cubicBezTo>
                <a:cubicBezTo>
                  <a:pt x="266261" y="159730"/>
                  <a:pt x="268190" y="162741"/>
                  <a:pt x="272049" y="165442"/>
                </a:cubicBezTo>
                <a:cubicBezTo>
                  <a:pt x="275907" y="168146"/>
                  <a:pt x="283165" y="169498"/>
                  <a:pt x="293824" y="169498"/>
                </a:cubicBezTo>
                <a:cubicBezTo>
                  <a:pt x="302914" y="169498"/>
                  <a:pt x="310058" y="168293"/>
                  <a:pt x="315257" y="165884"/>
                </a:cubicBezTo>
                <a:cubicBezTo>
                  <a:pt x="320455" y="163474"/>
                  <a:pt x="323055" y="160088"/>
                  <a:pt x="323055" y="155725"/>
                </a:cubicBezTo>
                <a:cubicBezTo>
                  <a:pt x="323055" y="154099"/>
                  <a:pt x="322564" y="152732"/>
                  <a:pt x="321583" y="151624"/>
                </a:cubicBezTo>
                <a:cubicBezTo>
                  <a:pt x="319818" y="149670"/>
                  <a:pt x="317153" y="148335"/>
                  <a:pt x="313589" y="147618"/>
                </a:cubicBezTo>
                <a:cubicBezTo>
                  <a:pt x="310025" y="146902"/>
                  <a:pt x="300527" y="146545"/>
                  <a:pt x="285094" y="146545"/>
                </a:cubicBezTo>
                <a:close/>
                <a:moveTo>
                  <a:pt x="408575" y="42374"/>
                </a:moveTo>
                <a:lnTo>
                  <a:pt x="439473" y="42374"/>
                </a:lnTo>
                <a:lnTo>
                  <a:pt x="439473" y="53164"/>
                </a:lnTo>
                <a:lnTo>
                  <a:pt x="421915" y="53164"/>
                </a:lnTo>
                <a:cubicBezTo>
                  <a:pt x="425119" y="56368"/>
                  <a:pt x="427343" y="59278"/>
                  <a:pt x="428585" y="61894"/>
                </a:cubicBezTo>
                <a:cubicBezTo>
                  <a:pt x="430155" y="65425"/>
                  <a:pt x="430939" y="69120"/>
                  <a:pt x="430939" y="72978"/>
                </a:cubicBezTo>
                <a:cubicBezTo>
                  <a:pt x="430939" y="79517"/>
                  <a:pt x="429125" y="85190"/>
                  <a:pt x="425495" y="89997"/>
                </a:cubicBezTo>
                <a:cubicBezTo>
                  <a:pt x="421866" y="94803"/>
                  <a:pt x="416929" y="98563"/>
                  <a:pt x="410684" y="101277"/>
                </a:cubicBezTo>
                <a:cubicBezTo>
                  <a:pt x="404439" y="103991"/>
                  <a:pt x="398897" y="105347"/>
                  <a:pt x="394058" y="105347"/>
                </a:cubicBezTo>
                <a:cubicBezTo>
                  <a:pt x="393666" y="105347"/>
                  <a:pt x="389742" y="105184"/>
                  <a:pt x="382287" y="104857"/>
                </a:cubicBezTo>
                <a:cubicBezTo>
                  <a:pt x="379345" y="104857"/>
                  <a:pt x="376876" y="105816"/>
                  <a:pt x="374881" y="107735"/>
                </a:cubicBezTo>
                <a:cubicBezTo>
                  <a:pt x="372887" y="109654"/>
                  <a:pt x="371890" y="111946"/>
                  <a:pt x="371890" y="114611"/>
                </a:cubicBezTo>
                <a:cubicBezTo>
                  <a:pt x="371890" y="116953"/>
                  <a:pt x="372789" y="118871"/>
                  <a:pt x="374587" y="120367"/>
                </a:cubicBezTo>
                <a:cubicBezTo>
                  <a:pt x="376386" y="121863"/>
                  <a:pt x="379312" y="122611"/>
                  <a:pt x="383366" y="122611"/>
                </a:cubicBezTo>
                <a:lnTo>
                  <a:pt x="400336" y="122415"/>
                </a:lnTo>
                <a:cubicBezTo>
                  <a:pt x="414068" y="122415"/>
                  <a:pt x="423517" y="123922"/>
                  <a:pt x="428683" y="126936"/>
                </a:cubicBezTo>
                <a:cubicBezTo>
                  <a:pt x="436073" y="131127"/>
                  <a:pt x="439767" y="137580"/>
                  <a:pt x="439767" y="146293"/>
                </a:cubicBezTo>
                <a:cubicBezTo>
                  <a:pt x="439767" y="151862"/>
                  <a:pt x="438067" y="156923"/>
                  <a:pt x="434667" y="161476"/>
                </a:cubicBezTo>
                <a:cubicBezTo>
                  <a:pt x="431266" y="166029"/>
                  <a:pt x="426787" y="169386"/>
                  <a:pt x="421228" y="171548"/>
                </a:cubicBezTo>
                <a:cubicBezTo>
                  <a:pt x="412793" y="174759"/>
                  <a:pt x="403082" y="176364"/>
                  <a:pt x="392096" y="176364"/>
                </a:cubicBezTo>
                <a:cubicBezTo>
                  <a:pt x="383857" y="176364"/>
                  <a:pt x="376336" y="175563"/>
                  <a:pt x="369536" y="173961"/>
                </a:cubicBezTo>
                <a:cubicBezTo>
                  <a:pt x="362735" y="172359"/>
                  <a:pt x="357863" y="170134"/>
                  <a:pt x="354920" y="167288"/>
                </a:cubicBezTo>
                <a:cubicBezTo>
                  <a:pt x="351978" y="164443"/>
                  <a:pt x="350506" y="161450"/>
                  <a:pt x="350506" y="158309"/>
                </a:cubicBezTo>
                <a:cubicBezTo>
                  <a:pt x="350506" y="155301"/>
                  <a:pt x="351634" y="152603"/>
                  <a:pt x="353890" y="150214"/>
                </a:cubicBezTo>
                <a:cubicBezTo>
                  <a:pt x="356147" y="147827"/>
                  <a:pt x="360348" y="145816"/>
                  <a:pt x="366495" y="144181"/>
                </a:cubicBezTo>
                <a:cubicBezTo>
                  <a:pt x="357994" y="139996"/>
                  <a:pt x="353743" y="134177"/>
                  <a:pt x="353743" y="126725"/>
                </a:cubicBezTo>
                <a:cubicBezTo>
                  <a:pt x="353743" y="122213"/>
                  <a:pt x="355476" y="117832"/>
                  <a:pt x="358942" y="113584"/>
                </a:cubicBezTo>
                <a:cubicBezTo>
                  <a:pt x="362408" y="109333"/>
                  <a:pt x="367901" y="105639"/>
                  <a:pt x="375421" y="102500"/>
                </a:cubicBezTo>
                <a:cubicBezTo>
                  <a:pt x="366658" y="99291"/>
                  <a:pt x="360315" y="95068"/>
                  <a:pt x="356392" y="89828"/>
                </a:cubicBezTo>
                <a:cubicBezTo>
                  <a:pt x="352468" y="84588"/>
                  <a:pt x="350506" y="78530"/>
                  <a:pt x="350506" y="71654"/>
                </a:cubicBezTo>
                <a:cubicBezTo>
                  <a:pt x="350506" y="62683"/>
                  <a:pt x="354168" y="54906"/>
                  <a:pt x="361492" y="48324"/>
                </a:cubicBezTo>
                <a:cubicBezTo>
                  <a:pt x="368816" y="41742"/>
                  <a:pt x="378233" y="38451"/>
                  <a:pt x="389742" y="38451"/>
                </a:cubicBezTo>
                <a:cubicBezTo>
                  <a:pt x="395823" y="38451"/>
                  <a:pt x="402101" y="39759"/>
                  <a:pt x="408575" y="42374"/>
                </a:cubicBezTo>
                <a:moveTo>
                  <a:pt x="391606" y="44729"/>
                </a:moveTo>
                <a:cubicBezTo>
                  <a:pt x="387813" y="44729"/>
                  <a:pt x="384609" y="46638"/>
                  <a:pt x="381993" y="50458"/>
                </a:cubicBezTo>
                <a:cubicBezTo>
                  <a:pt x="379377" y="54275"/>
                  <a:pt x="378069" y="62189"/>
                  <a:pt x="378069" y="74201"/>
                </a:cubicBezTo>
                <a:cubicBezTo>
                  <a:pt x="378069" y="83926"/>
                  <a:pt x="379361" y="90600"/>
                  <a:pt x="381944" y="94224"/>
                </a:cubicBezTo>
                <a:cubicBezTo>
                  <a:pt x="384527" y="97847"/>
                  <a:pt x="387584" y="99658"/>
                  <a:pt x="391115" y="99658"/>
                </a:cubicBezTo>
                <a:cubicBezTo>
                  <a:pt x="395039" y="99658"/>
                  <a:pt x="398308" y="97863"/>
                  <a:pt x="400924" y="94273"/>
                </a:cubicBezTo>
                <a:cubicBezTo>
                  <a:pt x="403540" y="90682"/>
                  <a:pt x="404848" y="83697"/>
                  <a:pt x="404848" y="73318"/>
                </a:cubicBezTo>
                <a:cubicBezTo>
                  <a:pt x="404848" y="61636"/>
                  <a:pt x="403376" y="53672"/>
                  <a:pt x="400434" y="49428"/>
                </a:cubicBezTo>
                <a:cubicBezTo>
                  <a:pt x="398341" y="46295"/>
                  <a:pt x="395398" y="44729"/>
                  <a:pt x="391606" y="44729"/>
                </a:cubicBezTo>
                <a:moveTo>
                  <a:pt x="385818" y="146545"/>
                </a:moveTo>
                <a:cubicBezTo>
                  <a:pt x="379148" y="146545"/>
                  <a:pt x="374734" y="147099"/>
                  <a:pt x="372576" y="148206"/>
                </a:cubicBezTo>
                <a:cubicBezTo>
                  <a:pt x="368849" y="150223"/>
                  <a:pt x="366985" y="152957"/>
                  <a:pt x="366985" y="156409"/>
                </a:cubicBezTo>
                <a:cubicBezTo>
                  <a:pt x="366985" y="159730"/>
                  <a:pt x="368914" y="162741"/>
                  <a:pt x="372773" y="165442"/>
                </a:cubicBezTo>
                <a:cubicBezTo>
                  <a:pt x="376631" y="168146"/>
                  <a:pt x="383889" y="169498"/>
                  <a:pt x="394548" y="169498"/>
                </a:cubicBezTo>
                <a:cubicBezTo>
                  <a:pt x="403638" y="169498"/>
                  <a:pt x="410782" y="168293"/>
                  <a:pt x="415981" y="165884"/>
                </a:cubicBezTo>
                <a:cubicBezTo>
                  <a:pt x="421179" y="163474"/>
                  <a:pt x="423779" y="160088"/>
                  <a:pt x="423779" y="155725"/>
                </a:cubicBezTo>
                <a:cubicBezTo>
                  <a:pt x="423779" y="154099"/>
                  <a:pt x="423288" y="152732"/>
                  <a:pt x="422307" y="151624"/>
                </a:cubicBezTo>
                <a:cubicBezTo>
                  <a:pt x="420542" y="149670"/>
                  <a:pt x="417877" y="148335"/>
                  <a:pt x="414313" y="147618"/>
                </a:cubicBezTo>
                <a:cubicBezTo>
                  <a:pt x="410749" y="146902"/>
                  <a:pt x="401251" y="146545"/>
                  <a:pt x="385818" y="146545"/>
                </a:cubicBezTo>
                <a:close/>
                <a:moveTo>
                  <a:pt x="492526" y="136825"/>
                </a:moveTo>
                <a:lnTo>
                  <a:pt x="462903" y="68690"/>
                </a:lnTo>
                <a:cubicBezTo>
                  <a:pt x="458456" y="58370"/>
                  <a:pt x="455170" y="52027"/>
                  <a:pt x="453045" y="49661"/>
                </a:cubicBezTo>
                <a:cubicBezTo>
                  <a:pt x="450920" y="47292"/>
                  <a:pt x="448353" y="45648"/>
                  <a:pt x="445345" y="44729"/>
                </a:cubicBezTo>
                <a:lnTo>
                  <a:pt x="445345" y="41197"/>
                </a:lnTo>
                <a:lnTo>
                  <a:pt x="494095" y="41197"/>
                </a:lnTo>
                <a:lnTo>
                  <a:pt x="494095" y="44729"/>
                </a:lnTo>
                <a:cubicBezTo>
                  <a:pt x="490891" y="44859"/>
                  <a:pt x="488635" y="45484"/>
                  <a:pt x="487327" y="46601"/>
                </a:cubicBezTo>
                <a:cubicBezTo>
                  <a:pt x="486019" y="47717"/>
                  <a:pt x="485365" y="49064"/>
                  <a:pt x="485365" y="50641"/>
                </a:cubicBezTo>
                <a:cubicBezTo>
                  <a:pt x="485365" y="53137"/>
                  <a:pt x="487000" y="58064"/>
                  <a:pt x="490270" y="65422"/>
                </a:cubicBezTo>
                <a:lnTo>
                  <a:pt x="505964" y="101491"/>
                </a:lnTo>
                <a:lnTo>
                  <a:pt x="516656" y="73619"/>
                </a:lnTo>
                <a:cubicBezTo>
                  <a:pt x="520514" y="63693"/>
                  <a:pt x="522443" y="56791"/>
                  <a:pt x="522443" y="52913"/>
                </a:cubicBezTo>
                <a:cubicBezTo>
                  <a:pt x="522443" y="50481"/>
                  <a:pt x="521642" y="48542"/>
                  <a:pt x="520040" y="47095"/>
                </a:cubicBezTo>
                <a:cubicBezTo>
                  <a:pt x="518438" y="45648"/>
                  <a:pt x="515609" y="44859"/>
                  <a:pt x="511555" y="44729"/>
                </a:cubicBezTo>
                <a:lnTo>
                  <a:pt x="511555" y="41197"/>
                </a:lnTo>
                <a:lnTo>
                  <a:pt x="542257" y="41197"/>
                </a:lnTo>
                <a:lnTo>
                  <a:pt x="542257" y="44729"/>
                </a:lnTo>
                <a:cubicBezTo>
                  <a:pt x="539249" y="45058"/>
                  <a:pt x="536797" y="46224"/>
                  <a:pt x="534900" y="48229"/>
                </a:cubicBezTo>
                <a:cubicBezTo>
                  <a:pt x="533004" y="50234"/>
                  <a:pt x="529832" y="57054"/>
                  <a:pt x="525386" y="68690"/>
                </a:cubicBezTo>
                <a:lnTo>
                  <a:pt x="499196" y="136736"/>
                </a:lnTo>
                <a:cubicBezTo>
                  <a:pt x="492591" y="153738"/>
                  <a:pt x="487687" y="164201"/>
                  <a:pt x="484483" y="168124"/>
                </a:cubicBezTo>
                <a:cubicBezTo>
                  <a:pt x="479970" y="173617"/>
                  <a:pt x="474314" y="176364"/>
                  <a:pt x="467513" y="176364"/>
                </a:cubicBezTo>
                <a:cubicBezTo>
                  <a:pt x="462086" y="176364"/>
                  <a:pt x="457688" y="174811"/>
                  <a:pt x="454320" y="171705"/>
                </a:cubicBezTo>
                <a:cubicBezTo>
                  <a:pt x="450953" y="168598"/>
                  <a:pt x="449269" y="164855"/>
                  <a:pt x="449269" y="160473"/>
                </a:cubicBezTo>
                <a:cubicBezTo>
                  <a:pt x="449269" y="156681"/>
                  <a:pt x="450429" y="153542"/>
                  <a:pt x="452751" y="151057"/>
                </a:cubicBezTo>
                <a:cubicBezTo>
                  <a:pt x="455072" y="148572"/>
                  <a:pt x="457933" y="147329"/>
                  <a:pt x="461334" y="147329"/>
                </a:cubicBezTo>
                <a:cubicBezTo>
                  <a:pt x="464603" y="147329"/>
                  <a:pt x="467235" y="148370"/>
                  <a:pt x="469230" y="150450"/>
                </a:cubicBezTo>
                <a:cubicBezTo>
                  <a:pt x="471224" y="152532"/>
                  <a:pt x="472254" y="155753"/>
                  <a:pt x="472320" y="160112"/>
                </a:cubicBezTo>
                <a:cubicBezTo>
                  <a:pt x="472385" y="162584"/>
                  <a:pt x="472679" y="164178"/>
                  <a:pt x="473202" y="164894"/>
                </a:cubicBezTo>
                <a:cubicBezTo>
                  <a:pt x="473725" y="165609"/>
                  <a:pt x="474477" y="165966"/>
                  <a:pt x="475458" y="165966"/>
                </a:cubicBezTo>
                <a:cubicBezTo>
                  <a:pt x="477028" y="165966"/>
                  <a:pt x="478695" y="165022"/>
                  <a:pt x="480461" y="163134"/>
                </a:cubicBezTo>
                <a:cubicBezTo>
                  <a:pt x="483077" y="160400"/>
                  <a:pt x="486150" y="154151"/>
                  <a:pt x="489681" y="144387"/>
                </a:cubicBezTo>
                <a:lnTo>
                  <a:pt x="492526" y="1368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Suggestion">
            <a:extLst xmlns:a="http://schemas.openxmlformats.org/drawingml/2006/main">
              <a:ext uri="{FF2B5EF4-FFF2-40B4-BE49-F238E27FC236}">
                <a16:creationId xmlns:a16="http://schemas.microsoft.com/office/drawing/2014/main" id="{FBB286B5-343B-4654-B076-56B4A57E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0942" y="3169049"/>
            <a:ext cx="911842" cy="179306"/>
          </a:xfrm>
          <a:custGeom xmlns:a="http://schemas.openxmlformats.org/drawingml/2006/main">
            <a:pathLst>
              <a:path w="911842" h="179306">
                <a:moveTo>
                  <a:pt x="83964" y="0"/>
                </a:moveTo>
                <a:lnTo>
                  <a:pt x="85043" y="44336"/>
                </a:lnTo>
                <a:lnTo>
                  <a:pt x="81021" y="44336"/>
                </a:lnTo>
                <a:cubicBezTo>
                  <a:pt x="79125" y="33248"/>
                  <a:pt x="74466" y="24329"/>
                  <a:pt x="67044" y="17579"/>
                </a:cubicBezTo>
                <a:cubicBezTo>
                  <a:pt x="59622" y="10830"/>
                  <a:pt x="51595" y="7455"/>
                  <a:pt x="42963" y="7455"/>
                </a:cubicBezTo>
                <a:cubicBezTo>
                  <a:pt x="36293" y="7455"/>
                  <a:pt x="31012" y="9232"/>
                  <a:pt x="27122" y="12785"/>
                </a:cubicBezTo>
                <a:cubicBezTo>
                  <a:pt x="23231" y="16337"/>
                  <a:pt x="21285" y="20427"/>
                  <a:pt x="21285" y="25056"/>
                </a:cubicBezTo>
                <a:cubicBezTo>
                  <a:pt x="21285" y="27988"/>
                  <a:pt x="21972" y="30596"/>
                  <a:pt x="23345" y="32878"/>
                </a:cubicBezTo>
                <a:cubicBezTo>
                  <a:pt x="25242" y="35941"/>
                  <a:pt x="28282" y="38972"/>
                  <a:pt x="32467" y="41970"/>
                </a:cubicBezTo>
                <a:cubicBezTo>
                  <a:pt x="35541" y="44122"/>
                  <a:pt x="42636" y="47936"/>
                  <a:pt x="53753" y="53412"/>
                </a:cubicBezTo>
                <a:cubicBezTo>
                  <a:pt x="69316" y="61039"/>
                  <a:pt x="79812" y="68243"/>
                  <a:pt x="85239" y="75026"/>
                </a:cubicBezTo>
                <a:cubicBezTo>
                  <a:pt x="90601" y="81806"/>
                  <a:pt x="93283" y="89565"/>
                  <a:pt x="93283" y="98303"/>
                </a:cubicBezTo>
                <a:cubicBezTo>
                  <a:pt x="93283" y="109387"/>
                  <a:pt x="88950" y="118924"/>
                  <a:pt x="80286" y="126912"/>
                </a:cubicBezTo>
                <a:cubicBezTo>
                  <a:pt x="71621" y="134900"/>
                  <a:pt x="60619" y="138894"/>
                  <a:pt x="47279" y="138894"/>
                </a:cubicBezTo>
                <a:cubicBezTo>
                  <a:pt x="43094" y="138894"/>
                  <a:pt x="39137" y="138469"/>
                  <a:pt x="35410" y="137619"/>
                </a:cubicBezTo>
                <a:cubicBezTo>
                  <a:pt x="31683" y="136769"/>
                  <a:pt x="27007" y="135166"/>
                  <a:pt x="21383" y="132812"/>
                </a:cubicBezTo>
                <a:cubicBezTo>
                  <a:pt x="18245" y="131504"/>
                  <a:pt x="15662" y="130851"/>
                  <a:pt x="13634" y="130851"/>
                </a:cubicBezTo>
                <a:cubicBezTo>
                  <a:pt x="11934" y="130851"/>
                  <a:pt x="10136" y="131513"/>
                  <a:pt x="8239" y="132837"/>
                </a:cubicBezTo>
                <a:cubicBezTo>
                  <a:pt x="6343" y="134161"/>
                  <a:pt x="4806" y="136180"/>
                  <a:pt x="3629" y="138894"/>
                </a:cubicBezTo>
                <a:lnTo>
                  <a:pt x="0" y="138894"/>
                </a:lnTo>
                <a:lnTo>
                  <a:pt x="0" y="88672"/>
                </a:lnTo>
                <a:lnTo>
                  <a:pt x="3629" y="88672"/>
                </a:lnTo>
                <a:cubicBezTo>
                  <a:pt x="6507" y="102764"/>
                  <a:pt x="12049" y="113513"/>
                  <a:pt x="20255" y="120919"/>
                </a:cubicBezTo>
                <a:cubicBezTo>
                  <a:pt x="28462" y="128325"/>
                  <a:pt x="37306" y="132028"/>
                  <a:pt x="46788" y="132028"/>
                </a:cubicBezTo>
                <a:cubicBezTo>
                  <a:pt x="54112" y="132028"/>
                  <a:pt x="59949" y="130039"/>
                  <a:pt x="64297" y="126063"/>
                </a:cubicBezTo>
                <a:cubicBezTo>
                  <a:pt x="68646" y="122086"/>
                  <a:pt x="70820" y="117457"/>
                  <a:pt x="70820" y="112177"/>
                </a:cubicBezTo>
                <a:cubicBezTo>
                  <a:pt x="70820" y="109048"/>
                  <a:pt x="69986" y="106018"/>
                  <a:pt x="68319" y="103085"/>
                </a:cubicBezTo>
                <a:cubicBezTo>
                  <a:pt x="66651" y="100151"/>
                  <a:pt x="64117" y="97363"/>
                  <a:pt x="60717" y="94723"/>
                </a:cubicBezTo>
                <a:cubicBezTo>
                  <a:pt x="57317" y="92083"/>
                  <a:pt x="51300" y="88645"/>
                  <a:pt x="42669" y="84409"/>
                </a:cubicBezTo>
                <a:cubicBezTo>
                  <a:pt x="30571" y="78476"/>
                  <a:pt x="21874" y="73421"/>
                  <a:pt x="16577" y="69242"/>
                </a:cubicBezTo>
                <a:cubicBezTo>
                  <a:pt x="11280" y="65063"/>
                  <a:pt x="7210" y="60394"/>
                  <a:pt x="4365" y="55236"/>
                </a:cubicBezTo>
                <a:cubicBezTo>
                  <a:pt x="1520" y="50078"/>
                  <a:pt x="98" y="44398"/>
                  <a:pt x="98" y="38196"/>
                </a:cubicBezTo>
                <a:cubicBezTo>
                  <a:pt x="98" y="27619"/>
                  <a:pt x="3989" y="18609"/>
                  <a:pt x="11771" y="11167"/>
                </a:cubicBezTo>
                <a:cubicBezTo>
                  <a:pt x="19552" y="3722"/>
                  <a:pt x="29361" y="0"/>
                  <a:pt x="41197" y="0"/>
                </a:cubicBezTo>
                <a:cubicBezTo>
                  <a:pt x="45513" y="0"/>
                  <a:pt x="49698" y="529"/>
                  <a:pt x="53753" y="1588"/>
                </a:cubicBezTo>
                <a:cubicBezTo>
                  <a:pt x="56826" y="2381"/>
                  <a:pt x="60570" y="3851"/>
                  <a:pt x="64984" y="5999"/>
                </a:cubicBezTo>
                <a:cubicBezTo>
                  <a:pt x="69398" y="8146"/>
                  <a:pt x="72488" y="9220"/>
                  <a:pt x="74253" y="9220"/>
                </a:cubicBezTo>
                <a:cubicBezTo>
                  <a:pt x="75953" y="9220"/>
                  <a:pt x="77294" y="8692"/>
                  <a:pt x="78275" y="7636"/>
                </a:cubicBezTo>
                <a:cubicBezTo>
                  <a:pt x="79256" y="6577"/>
                  <a:pt x="80171" y="4032"/>
                  <a:pt x="81021" y="0"/>
                </a:cubicBezTo>
                <a:lnTo>
                  <a:pt x="83964" y="0"/>
                </a:lnTo>
                <a:close/>
                <a:moveTo>
                  <a:pt x="196437" y="44140"/>
                </a:moveTo>
                <a:lnTo>
                  <a:pt x="196437" y="115941"/>
                </a:lnTo>
                <a:cubicBezTo>
                  <a:pt x="196437" y="122981"/>
                  <a:pt x="197091" y="127372"/>
                  <a:pt x="198399" y="129116"/>
                </a:cubicBezTo>
                <a:cubicBezTo>
                  <a:pt x="199707" y="130859"/>
                  <a:pt x="202355" y="131960"/>
                  <a:pt x="206344" y="132420"/>
                </a:cubicBezTo>
                <a:lnTo>
                  <a:pt x="206344" y="135951"/>
                </a:lnTo>
                <a:lnTo>
                  <a:pt x="168972" y="135951"/>
                </a:lnTo>
                <a:lnTo>
                  <a:pt x="168972" y="123690"/>
                </a:lnTo>
                <a:cubicBezTo>
                  <a:pt x="164591" y="128921"/>
                  <a:pt x="160209" y="132731"/>
                  <a:pt x="155828" y="135117"/>
                </a:cubicBezTo>
                <a:cubicBezTo>
                  <a:pt x="151447" y="137504"/>
                  <a:pt x="146542" y="138698"/>
                  <a:pt x="141115" y="138698"/>
                </a:cubicBezTo>
                <a:cubicBezTo>
                  <a:pt x="135949" y="138698"/>
                  <a:pt x="131355" y="137112"/>
                  <a:pt x="127333" y="133940"/>
                </a:cubicBezTo>
                <a:cubicBezTo>
                  <a:pt x="123312" y="130769"/>
                  <a:pt x="120614" y="127058"/>
                  <a:pt x="119241" y="122807"/>
                </a:cubicBezTo>
                <a:cubicBezTo>
                  <a:pt x="117868" y="118557"/>
                  <a:pt x="117181" y="111135"/>
                  <a:pt x="117181" y="100541"/>
                </a:cubicBezTo>
                <a:lnTo>
                  <a:pt x="117181" y="64150"/>
                </a:lnTo>
                <a:cubicBezTo>
                  <a:pt x="117181" y="57135"/>
                  <a:pt x="116544" y="52767"/>
                  <a:pt x="115268" y="51046"/>
                </a:cubicBezTo>
                <a:cubicBezTo>
                  <a:pt x="113993" y="49325"/>
                  <a:pt x="111328" y="48200"/>
                  <a:pt x="107274" y="47671"/>
                </a:cubicBezTo>
                <a:lnTo>
                  <a:pt x="107274" y="44140"/>
                </a:lnTo>
                <a:lnTo>
                  <a:pt x="144646" y="44140"/>
                </a:lnTo>
                <a:lnTo>
                  <a:pt x="144646" y="106895"/>
                </a:lnTo>
                <a:cubicBezTo>
                  <a:pt x="144646" y="113443"/>
                  <a:pt x="144957" y="117666"/>
                  <a:pt x="145578" y="119564"/>
                </a:cubicBezTo>
                <a:cubicBezTo>
                  <a:pt x="146199" y="121463"/>
                  <a:pt x="147180" y="122903"/>
                  <a:pt x="148520" y="123886"/>
                </a:cubicBezTo>
                <a:cubicBezTo>
                  <a:pt x="149861" y="124867"/>
                  <a:pt x="151414" y="125358"/>
                  <a:pt x="153180" y="125358"/>
                </a:cubicBezTo>
                <a:cubicBezTo>
                  <a:pt x="155534" y="125358"/>
                  <a:pt x="157659" y="124736"/>
                  <a:pt x="159555" y="123494"/>
                </a:cubicBezTo>
                <a:cubicBezTo>
                  <a:pt x="162171" y="121794"/>
                  <a:pt x="165310" y="118361"/>
                  <a:pt x="168972" y="113195"/>
                </a:cubicBezTo>
                <a:lnTo>
                  <a:pt x="168972" y="64150"/>
                </a:lnTo>
                <a:cubicBezTo>
                  <a:pt x="168972" y="57135"/>
                  <a:pt x="168334" y="52767"/>
                  <a:pt x="167059" y="51046"/>
                </a:cubicBezTo>
                <a:cubicBezTo>
                  <a:pt x="165784" y="49325"/>
                  <a:pt x="163119" y="48200"/>
                  <a:pt x="159065" y="47671"/>
                </a:cubicBezTo>
                <a:lnTo>
                  <a:pt x="159065" y="44140"/>
                </a:lnTo>
                <a:lnTo>
                  <a:pt x="196437" y="44140"/>
                </a:lnTo>
                <a:close/>
                <a:moveTo>
                  <a:pt x="278207" y="45317"/>
                </a:moveTo>
                <a:lnTo>
                  <a:pt x="309105" y="45317"/>
                </a:lnTo>
                <a:lnTo>
                  <a:pt x="309105" y="56107"/>
                </a:lnTo>
                <a:lnTo>
                  <a:pt x="291547" y="56107"/>
                </a:lnTo>
                <a:cubicBezTo>
                  <a:pt x="294752" y="59311"/>
                  <a:pt x="296975" y="62221"/>
                  <a:pt x="298217" y="64837"/>
                </a:cubicBezTo>
                <a:cubicBezTo>
                  <a:pt x="299787" y="68368"/>
                  <a:pt x="300572" y="72063"/>
                  <a:pt x="300572" y="75921"/>
                </a:cubicBezTo>
                <a:cubicBezTo>
                  <a:pt x="300572" y="82460"/>
                  <a:pt x="298757" y="88133"/>
                  <a:pt x="295128" y="92939"/>
                </a:cubicBezTo>
                <a:cubicBezTo>
                  <a:pt x="291498" y="97746"/>
                  <a:pt x="286561" y="101506"/>
                  <a:pt x="280316" y="104219"/>
                </a:cubicBezTo>
                <a:cubicBezTo>
                  <a:pt x="274071" y="106933"/>
                  <a:pt x="268529" y="108290"/>
                  <a:pt x="263690" y="108290"/>
                </a:cubicBezTo>
                <a:cubicBezTo>
                  <a:pt x="263298" y="108290"/>
                  <a:pt x="259374" y="108127"/>
                  <a:pt x="251920" y="107800"/>
                </a:cubicBezTo>
                <a:cubicBezTo>
                  <a:pt x="248977" y="107800"/>
                  <a:pt x="246508" y="108759"/>
                  <a:pt x="244514" y="110678"/>
                </a:cubicBezTo>
                <a:cubicBezTo>
                  <a:pt x="242519" y="112597"/>
                  <a:pt x="241522" y="114889"/>
                  <a:pt x="241522" y="117553"/>
                </a:cubicBezTo>
                <a:cubicBezTo>
                  <a:pt x="241522" y="119895"/>
                  <a:pt x="242421" y="121814"/>
                  <a:pt x="244220" y="123310"/>
                </a:cubicBezTo>
                <a:cubicBezTo>
                  <a:pt x="246018" y="124806"/>
                  <a:pt x="248944" y="125554"/>
                  <a:pt x="252998" y="125554"/>
                </a:cubicBezTo>
                <a:lnTo>
                  <a:pt x="269968" y="125358"/>
                </a:lnTo>
                <a:cubicBezTo>
                  <a:pt x="283700" y="125358"/>
                  <a:pt x="293150" y="126865"/>
                  <a:pt x="298316" y="129879"/>
                </a:cubicBezTo>
                <a:cubicBezTo>
                  <a:pt x="305705" y="134070"/>
                  <a:pt x="309400" y="140523"/>
                  <a:pt x="309400" y="149236"/>
                </a:cubicBezTo>
                <a:cubicBezTo>
                  <a:pt x="309400" y="154805"/>
                  <a:pt x="307699" y="159865"/>
                  <a:pt x="304299" y="164418"/>
                </a:cubicBezTo>
                <a:cubicBezTo>
                  <a:pt x="300899" y="168971"/>
                  <a:pt x="296419" y="172329"/>
                  <a:pt x="290861" y="174491"/>
                </a:cubicBezTo>
                <a:cubicBezTo>
                  <a:pt x="282425" y="177701"/>
                  <a:pt x="272714" y="179306"/>
                  <a:pt x="261728" y="179306"/>
                </a:cubicBezTo>
                <a:cubicBezTo>
                  <a:pt x="253489" y="179306"/>
                  <a:pt x="245969" y="178505"/>
                  <a:pt x="239168" y="176903"/>
                </a:cubicBezTo>
                <a:cubicBezTo>
                  <a:pt x="232367" y="175301"/>
                  <a:pt x="227495" y="173077"/>
                  <a:pt x="224553" y="170230"/>
                </a:cubicBezTo>
                <a:cubicBezTo>
                  <a:pt x="221610" y="167386"/>
                  <a:pt x="220139" y="164393"/>
                  <a:pt x="220139" y="161252"/>
                </a:cubicBezTo>
                <a:cubicBezTo>
                  <a:pt x="220139" y="158244"/>
                  <a:pt x="221267" y="155545"/>
                  <a:pt x="223523" y="153157"/>
                </a:cubicBezTo>
                <a:cubicBezTo>
                  <a:pt x="225779" y="150770"/>
                  <a:pt x="229980" y="148759"/>
                  <a:pt x="236127" y="147124"/>
                </a:cubicBezTo>
                <a:cubicBezTo>
                  <a:pt x="227626" y="142939"/>
                  <a:pt x="223376" y="137120"/>
                  <a:pt x="223376" y="129667"/>
                </a:cubicBezTo>
                <a:cubicBezTo>
                  <a:pt x="223376" y="125155"/>
                  <a:pt x="225109" y="120775"/>
                  <a:pt x="228574" y="116527"/>
                </a:cubicBezTo>
                <a:cubicBezTo>
                  <a:pt x="232040" y="112276"/>
                  <a:pt x="237533" y="108581"/>
                  <a:pt x="245053" y="105442"/>
                </a:cubicBezTo>
                <a:cubicBezTo>
                  <a:pt x="236291" y="102234"/>
                  <a:pt x="229948" y="98010"/>
                  <a:pt x="226024" y="92771"/>
                </a:cubicBezTo>
                <a:cubicBezTo>
                  <a:pt x="222100" y="87531"/>
                  <a:pt x="220139" y="81473"/>
                  <a:pt x="220139" y="74597"/>
                </a:cubicBezTo>
                <a:cubicBezTo>
                  <a:pt x="220139" y="65626"/>
                  <a:pt x="223801" y="57849"/>
                  <a:pt x="231125" y="51267"/>
                </a:cubicBezTo>
                <a:cubicBezTo>
                  <a:pt x="238449" y="44685"/>
                  <a:pt x="247865" y="41394"/>
                  <a:pt x="259374" y="41394"/>
                </a:cubicBezTo>
                <a:cubicBezTo>
                  <a:pt x="265456" y="41394"/>
                  <a:pt x="271733" y="42701"/>
                  <a:pt x="278207" y="45317"/>
                </a:cubicBezTo>
                <a:moveTo>
                  <a:pt x="261238" y="47671"/>
                </a:moveTo>
                <a:cubicBezTo>
                  <a:pt x="257445" y="47671"/>
                  <a:pt x="254241" y="49581"/>
                  <a:pt x="251625" y="53400"/>
                </a:cubicBezTo>
                <a:cubicBezTo>
                  <a:pt x="249010" y="57217"/>
                  <a:pt x="247702" y="65132"/>
                  <a:pt x="247702" y="77144"/>
                </a:cubicBezTo>
                <a:cubicBezTo>
                  <a:pt x="247702" y="86869"/>
                  <a:pt x="248993" y="93543"/>
                  <a:pt x="251576" y="97166"/>
                </a:cubicBezTo>
                <a:cubicBezTo>
                  <a:pt x="254159" y="100789"/>
                  <a:pt x="257216" y="102601"/>
                  <a:pt x="260748" y="102601"/>
                </a:cubicBezTo>
                <a:cubicBezTo>
                  <a:pt x="264671" y="102601"/>
                  <a:pt x="267941" y="100806"/>
                  <a:pt x="270556" y="97215"/>
                </a:cubicBezTo>
                <a:cubicBezTo>
                  <a:pt x="273172" y="93625"/>
                  <a:pt x="274480" y="86640"/>
                  <a:pt x="274480" y="76261"/>
                </a:cubicBezTo>
                <a:cubicBezTo>
                  <a:pt x="274480" y="64578"/>
                  <a:pt x="273009" y="56615"/>
                  <a:pt x="270066" y="52370"/>
                </a:cubicBezTo>
                <a:cubicBezTo>
                  <a:pt x="267973" y="49238"/>
                  <a:pt x="265031" y="47671"/>
                  <a:pt x="261238" y="47671"/>
                </a:cubicBezTo>
                <a:moveTo>
                  <a:pt x="255451" y="149487"/>
                </a:moveTo>
                <a:cubicBezTo>
                  <a:pt x="248781" y="149487"/>
                  <a:pt x="244367" y="150041"/>
                  <a:pt x="242209" y="151149"/>
                </a:cubicBezTo>
                <a:cubicBezTo>
                  <a:pt x="238481" y="153166"/>
                  <a:pt x="236618" y="155900"/>
                  <a:pt x="236618" y="159352"/>
                </a:cubicBezTo>
                <a:cubicBezTo>
                  <a:pt x="236618" y="162672"/>
                  <a:pt x="238547" y="165683"/>
                  <a:pt x="242405" y="168385"/>
                </a:cubicBezTo>
                <a:cubicBezTo>
                  <a:pt x="246263" y="171088"/>
                  <a:pt x="253522" y="172440"/>
                  <a:pt x="264181" y="172440"/>
                </a:cubicBezTo>
                <a:cubicBezTo>
                  <a:pt x="273270" y="172440"/>
                  <a:pt x="280414" y="171236"/>
                  <a:pt x="285613" y="168826"/>
                </a:cubicBezTo>
                <a:cubicBezTo>
                  <a:pt x="290812" y="166417"/>
                  <a:pt x="293411" y="163031"/>
                  <a:pt x="293411" y="158668"/>
                </a:cubicBezTo>
                <a:cubicBezTo>
                  <a:pt x="293411" y="157041"/>
                  <a:pt x="292921" y="155674"/>
                  <a:pt x="291940" y="154567"/>
                </a:cubicBezTo>
                <a:cubicBezTo>
                  <a:pt x="290174" y="152613"/>
                  <a:pt x="287509" y="151278"/>
                  <a:pt x="283946" y="150560"/>
                </a:cubicBezTo>
                <a:cubicBezTo>
                  <a:pt x="280382" y="149845"/>
                  <a:pt x="270883" y="149487"/>
                  <a:pt x="255451" y="149487"/>
                </a:cubicBezTo>
                <a:close/>
                <a:moveTo>
                  <a:pt x="378851" y="45317"/>
                </a:moveTo>
                <a:lnTo>
                  <a:pt x="409749" y="45317"/>
                </a:lnTo>
                <a:lnTo>
                  <a:pt x="409749" y="56107"/>
                </a:lnTo>
                <a:lnTo>
                  <a:pt x="392191" y="56107"/>
                </a:lnTo>
                <a:cubicBezTo>
                  <a:pt x="395395" y="59311"/>
                  <a:pt x="397619" y="62221"/>
                  <a:pt x="398861" y="64837"/>
                </a:cubicBezTo>
                <a:cubicBezTo>
                  <a:pt x="400431" y="68368"/>
                  <a:pt x="401215" y="72063"/>
                  <a:pt x="401215" y="75921"/>
                </a:cubicBezTo>
                <a:cubicBezTo>
                  <a:pt x="401215" y="82460"/>
                  <a:pt x="399401" y="88133"/>
                  <a:pt x="395771" y="92939"/>
                </a:cubicBezTo>
                <a:cubicBezTo>
                  <a:pt x="392142" y="97746"/>
                  <a:pt x="387205" y="101506"/>
                  <a:pt x="380960" y="104219"/>
                </a:cubicBezTo>
                <a:cubicBezTo>
                  <a:pt x="374715" y="106933"/>
                  <a:pt x="369173" y="108290"/>
                  <a:pt x="364334" y="108290"/>
                </a:cubicBezTo>
                <a:cubicBezTo>
                  <a:pt x="363942" y="108290"/>
                  <a:pt x="360018" y="108127"/>
                  <a:pt x="352563" y="107800"/>
                </a:cubicBezTo>
                <a:cubicBezTo>
                  <a:pt x="349621" y="107800"/>
                  <a:pt x="347152" y="108759"/>
                  <a:pt x="345158" y="110678"/>
                </a:cubicBezTo>
                <a:cubicBezTo>
                  <a:pt x="343163" y="112597"/>
                  <a:pt x="342166" y="114889"/>
                  <a:pt x="342166" y="117553"/>
                </a:cubicBezTo>
                <a:cubicBezTo>
                  <a:pt x="342166" y="119895"/>
                  <a:pt x="343065" y="121814"/>
                  <a:pt x="344863" y="123310"/>
                </a:cubicBezTo>
                <a:cubicBezTo>
                  <a:pt x="346662" y="124806"/>
                  <a:pt x="349588" y="125554"/>
                  <a:pt x="353642" y="125554"/>
                </a:cubicBezTo>
                <a:lnTo>
                  <a:pt x="370612" y="125358"/>
                </a:lnTo>
                <a:cubicBezTo>
                  <a:pt x="384344" y="125358"/>
                  <a:pt x="393793" y="126865"/>
                  <a:pt x="398959" y="129879"/>
                </a:cubicBezTo>
                <a:cubicBezTo>
                  <a:pt x="406349" y="134070"/>
                  <a:pt x="410043" y="140523"/>
                  <a:pt x="410043" y="149236"/>
                </a:cubicBezTo>
                <a:cubicBezTo>
                  <a:pt x="410043" y="154805"/>
                  <a:pt x="408343" y="159865"/>
                  <a:pt x="404943" y="164418"/>
                </a:cubicBezTo>
                <a:cubicBezTo>
                  <a:pt x="401542" y="168971"/>
                  <a:pt x="397063" y="172329"/>
                  <a:pt x="391505" y="174491"/>
                </a:cubicBezTo>
                <a:cubicBezTo>
                  <a:pt x="383069" y="177701"/>
                  <a:pt x="373358" y="179306"/>
                  <a:pt x="362372" y="179306"/>
                </a:cubicBezTo>
                <a:cubicBezTo>
                  <a:pt x="354133" y="179306"/>
                  <a:pt x="346613" y="178505"/>
                  <a:pt x="339812" y="176903"/>
                </a:cubicBezTo>
                <a:cubicBezTo>
                  <a:pt x="333011" y="175301"/>
                  <a:pt x="328139" y="173077"/>
                  <a:pt x="325196" y="170230"/>
                </a:cubicBezTo>
                <a:cubicBezTo>
                  <a:pt x="322254" y="167386"/>
                  <a:pt x="320782" y="164393"/>
                  <a:pt x="320782" y="161252"/>
                </a:cubicBezTo>
                <a:cubicBezTo>
                  <a:pt x="320782" y="158244"/>
                  <a:pt x="321910" y="155545"/>
                  <a:pt x="324167" y="153157"/>
                </a:cubicBezTo>
                <a:cubicBezTo>
                  <a:pt x="326423" y="150770"/>
                  <a:pt x="330624" y="148759"/>
                  <a:pt x="336771" y="147124"/>
                </a:cubicBezTo>
                <a:cubicBezTo>
                  <a:pt x="328270" y="142939"/>
                  <a:pt x="324019" y="137120"/>
                  <a:pt x="324019" y="129667"/>
                </a:cubicBezTo>
                <a:cubicBezTo>
                  <a:pt x="324019" y="125155"/>
                  <a:pt x="325752" y="120775"/>
                  <a:pt x="329218" y="116527"/>
                </a:cubicBezTo>
                <a:cubicBezTo>
                  <a:pt x="332684" y="112276"/>
                  <a:pt x="338177" y="108581"/>
                  <a:pt x="345697" y="105442"/>
                </a:cubicBezTo>
                <a:cubicBezTo>
                  <a:pt x="336934" y="102234"/>
                  <a:pt x="330591" y="98010"/>
                  <a:pt x="326668" y="92771"/>
                </a:cubicBezTo>
                <a:cubicBezTo>
                  <a:pt x="322744" y="87531"/>
                  <a:pt x="320782" y="81473"/>
                  <a:pt x="320782" y="74597"/>
                </a:cubicBezTo>
                <a:cubicBezTo>
                  <a:pt x="320782" y="65626"/>
                  <a:pt x="324444" y="57849"/>
                  <a:pt x="331768" y="51267"/>
                </a:cubicBezTo>
                <a:cubicBezTo>
                  <a:pt x="339092" y="44685"/>
                  <a:pt x="348509" y="41394"/>
                  <a:pt x="360018" y="41394"/>
                </a:cubicBezTo>
                <a:cubicBezTo>
                  <a:pt x="366100" y="41394"/>
                  <a:pt x="372377" y="42701"/>
                  <a:pt x="378851" y="45317"/>
                </a:cubicBezTo>
                <a:moveTo>
                  <a:pt x="361882" y="47671"/>
                </a:moveTo>
                <a:cubicBezTo>
                  <a:pt x="358089" y="47671"/>
                  <a:pt x="354885" y="49581"/>
                  <a:pt x="352269" y="53400"/>
                </a:cubicBezTo>
                <a:cubicBezTo>
                  <a:pt x="349653" y="57217"/>
                  <a:pt x="348345" y="65132"/>
                  <a:pt x="348345" y="77144"/>
                </a:cubicBezTo>
                <a:cubicBezTo>
                  <a:pt x="348345" y="86869"/>
                  <a:pt x="349637" y="93543"/>
                  <a:pt x="352220" y="97166"/>
                </a:cubicBezTo>
                <a:cubicBezTo>
                  <a:pt x="354803" y="100789"/>
                  <a:pt x="357860" y="102601"/>
                  <a:pt x="361391" y="102601"/>
                </a:cubicBezTo>
                <a:cubicBezTo>
                  <a:pt x="365315" y="102601"/>
                  <a:pt x="368584" y="100806"/>
                  <a:pt x="371200" y="97215"/>
                </a:cubicBezTo>
                <a:cubicBezTo>
                  <a:pt x="373816" y="93625"/>
                  <a:pt x="375124" y="86640"/>
                  <a:pt x="375124" y="76261"/>
                </a:cubicBezTo>
                <a:cubicBezTo>
                  <a:pt x="375124" y="64578"/>
                  <a:pt x="373652" y="56615"/>
                  <a:pt x="370710" y="52370"/>
                </a:cubicBezTo>
                <a:cubicBezTo>
                  <a:pt x="368617" y="49238"/>
                  <a:pt x="365674" y="47671"/>
                  <a:pt x="361882" y="47671"/>
                </a:cubicBezTo>
                <a:moveTo>
                  <a:pt x="356094" y="149487"/>
                </a:moveTo>
                <a:cubicBezTo>
                  <a:pt x="349424" y="149487"/>
                  <a:pt x="345010" y="150041"/>
                  <a:pt x="342852" y="151149"/>
                </a:cubicBezTo>
                <a:cubicBezTo>
                  <a:pt x="339125" y="153166"/>
                  <a:pt x="337261" y="155900"/>
                  <a:pt x="337261" y="159352"/>
                </a:cubicBezTo>
                <a:cubicBezTo>
                  <a:pt x="337261" y="162672"/>
                  <a:pt x="339190" y="165683"/>
                  <a:pt x="343049" y="168385"/>
                </a:cubicBezTo>
                <a:cubicBezTo>
                  <a:pt x="346907" y="171088"/>
                  <a:pt x="354165" y="172440"/>
                  <a:pt x="364824" y="172440"/>
                </a:cubicBezTo>
                <a:cubicBezTo>
                  <a:pt x="373914" y="172440"/>
                  <a:pt x="381058" y="171236"/>
                  <a:pt x="386257" y="168826"/>
                </a:cubicBezTo>
                <a:cubicBezTo>
                  <a:pt x="391455" y="166417"/>
                  <a:pt x="394055" y="163031"/>
                  <a:pt x="394055" y="158668"/>
                </a:cubicBezTo>
                <a:cubicBezTo>
                  <a:pt x="394055" y="157041"/>
                  <a:pt x="393564" y="155674"/>
                  <a:pt x="392584" y="154567"/>
                </a:cubicBezTo>
                <a:cubicBezTo>
                  <a:pt x="390818" y="152613"/>
                  <a:pt x="388153" y="151278"/>
                  <a:pt x="384589" y="150560"/>
                </a:cubicBezTo>
                <a:cubicBezTo>
                  <a:pt x="381025" y="149845"/>
                  <a:pt x="371527" y="149487"/>
                  <a:pt x="356094" y="149487"/>
                </a:cubicBezTo>
                <a:close/>
                <a:moveTo>
                  <a:pt x="498328" y="86711"/>
                </a:moveTo>
                <a:lnTo>
                  <a:pt x="448009" y="86711"/>
                </a:lnTo>
                <a:cubicBezTo>
                  <a:pt x="448597" y="98906"/>
                  <a:pt x="451834" y="108545"/>
                  <a:pt x="457719" y="115625"/>
                </a:cubicBezTo>
                <a:cubicBezTo>
                  <a:pt x="462231" y="121067"/>
                  <a:pt x="467659" y="123788"/>
                  <a:pt x="474002" y="123788"/>
                </a:cubicBezTo>
                <a:cubicBezTo>
                  <a:pt x="477926" y="123788"/>
                  <a:pt x="481490" y="122693"/>
                  <a:pt x="484694" y="120502"/>
                </a:cubicBezTo>
                <a:cubicBezTo>
                  <a:pt x="487898" y="118312"/>
                  <a:pt x="491331" y="114372"/>
                  <a:pt x="494993" y="108682"/>
                </a:cubicBezTo>
                <a:lnTo>
                  <a:pt x="498328" y="110840"/>
                </a:lnTo>
                <a:cubicBezTo>
                  <a:pt x="493358" y="120976"/>
                  <a:pt x="487865" y="128153"/>
                  <a:pt x="481849" y="132371"/>
                </a:cubicBezTo>
                <a:cubicBezTo>
                  <a:pt x="475833" y="136589"/>
                  <a:pt x="468869" y="138698"/>
                  <a:pt x="460956" y="138698"/>
                </a:cubicBezTo>
                <a:cubicBezTo>
                  <a:pt x="447355" y="138698"/>
                  <a:pt x="437055" y="133461"/>
                  <a:pt x="430058" y="122988"/>
                </a:cubicBezTo>
                <a:cubicBezTo>
                  <a:pt x="424435" y="114544"/>
                  <a:pt x="421623" y="104071"/>
                  <a:pt x="421623" y="91569"/>
                </a:cubicBezTo>
                <a:cubicBezTo>
                  <a:pt x="421623" y="76251"/>
                  <a:pt x="425759" y="64059"/>
                  <a:pt x="434031" y="54994"/>
                </a:cubicBezTo>
                <a:cubicBezTo>
                  <a:pt x="442303" y="45927"/>
                  <a:pt x="451997" y="41394"/>
                  <a:pt x="463114" y="41394"/>
                </a:cubicBezTo>
                <a:cubicBezTo>
                  <a:pt x="472400" y="41394"/>
                  <a:pt x="480460" y="45203"/>
                  <a:pt x="487293" y="52821"/>
                </a:cubicBezTo>
                <a:cubicBezTo>
                  <a:pt x="494127" y="60439"/>
                  <a:pt x="497805" y="71736"/>
                  <a:pt x="498328" y="86711"/>
                </a:cubicBezTo>
                <a:moveTo>
                  <a:pt x="474198" y="80237"/>
                </a:moveTo>
                <a:cubicBezTo>
                  <a:pt x="474198" y="69708"/>
                  <a:pt x="473626" y="62483"/>
                  <a:pt x="472482" y="58559"/>
                </a:cubicBezTo>
                <a:cubicBezTo>
                  <a:pt x="471337" y="54635"/>
                  <a:pt x="469555" y="51660"/>
                  <a:pt x="467136" y="49633"/>
                </a:cubicBezTo>
                <a:cubicBezTo>
                  <a:pt x="465763" y="48456"/>
                  <a:pt x="463932" y="47867"/>
                  <a:pt x="461643" y="47867"/>
                </a:cubicBezTo>
                <a:cubicBezTo>
                  <a:pt x="458242" y="47867"/>
                  <a:pt x="455463" y="49535"/>
                  <a:pt x="453305" y="52870"/>
                </a:cubicBezTo>
                <a:cubicBezTo>
                  <a:pt x="449447" y="58690"/>
                  <a:pt x="447518" y="66668"/>
                  <a:pt x="447518" y="76804"/>
                </a:cubicBezTo>
                <a:lnTo>
                  <a:pt x="447518" y="80237"/>
                </a:lnTo>
                <a:lnTo>
                  <a:pt x="474198" y="80237"/>
                </a:lnTo>
                <a:close/>
                <a:moveTo>
                  <a:pt x="568609" y="41786"/>
                </a:moveTo>
                <a:lnTo>
                  <a:pt x="570081" y="73174"/>
                </a:lnTo>
                <a:lnTo>
                  <a:pt x="566746" y="73174"/>
                </a:lnTo>
                <a:cubicBezTo>
                  <a:pt x="562757" y="63813"/>
                  <a:pt x="558621" y="57419"/>
                  <a:pt x="554337" y="53992"/>
                </a:cubicBezTo>
                <a:cubicBezTo>
                  <a:pt x="550054" y="50563"/>
                  <a:pt x="545787" y="48848"/>
                  <a:pt x="541537" y="48848"/>
                </a:cubicBezTo>
                <a:cubicBezTo>
                  <a:pt x="538856" y="48848"/>
                  <a:pt x="536567" y="49747"/>
                  <a:pt x="534670" y="51546"/>
                </a:cubicBezTo>
                <a:cubicBezTo>
                  <a:pt x="532774" y="53344"/>
                  <a:pt x="531826" y="55420"/>
                  <a:pt x="531826" y="57774"/>
                </a:cubicBezTo>
                <a:cubicBezTo>
                  <a:pt x="531826" y="59540"/>
                  <a:pt x="532480" y="61240"/>
                  <a:pt x="533788" y="62875"/>
                </a:cubicBezTo>
                <a:cubicBezTo>
                  <a:pt x="535880" y="65556"/>
                  <a:pt x="541733" y="70150"/>
                  <a:pt x="551346" y="76656"/>
                </a:cubicBezTo>
                <a:cubicBezTo>
                  <a:pt x="560958" y="83163"/>
                  <a:pt x="567285" y="88689"/>
                  <a:pt x="570326" y="93233"/>
                </a:cubicBezTo>
                <a:cubicBezTo>
                  <a:pt x="573367" y="97778"/>
                  <a:pt x="574887" y="102863"/>
                  <a:pt x="574887" y="108486"/>
                </a:cubicBezTo>
                <a:cubicBezTo>
                  <a:pt x="574887" y="113587"/>
                  <a:pt x="573612" y="118589"/>
                  <a:pt x="571061" y="123494"/>
                </a:cubicBezTo>
                <a:cubicBezTo>
                  <a:pt x="568511" y="128398"/>
                  <a:pt x="564915" y="132158"/>
                  <a:pt x="560272" y="134774"/>
                </a:cubicBezTo>
                <a:cubicBezTo>
                  <a:pt x="555629" y="137390"/>
                  <a:pt x="550495" y="138698"/>
                  <a:pt x="544872" y="138698"/>
                </a:cubicBezTo>
                <a:cubicBezTo>
                  <a:pt x="540490" y="138698"/>
                  <a:pt x="534638" y="137299"/>
                  <a:pt x="527314" y="134501"/>
                </a:cubicBezTo>
                <a:cubicBezTo>
                  <a:pt x="525352" y="133768"/>
                  <a:pt x="524011" y="133401"/>
                  <a:pt x="523292" y="133401"/>
                </a:cubicBezTo>
                <a:cubicBezTo>
                  <a:pt x="521134" y="133401"/>
                  <a:pt x="519336" y="135036"/>
                  <a:pt x="517897" y="138305"/>
                </a:cubicBezTo>
                <a:lnTo>
                  <a:pt x="514660" y="138305"/>
                </a:lnTo>
                <a:lnTo>
                  <a:pt x="513091" y="105347"/>
                </a:lnTo>
                <a:lnTo>
                  <a:pt x="516426" y="105347"/>
                </a:lnTo>
                <a:cubicBezTo>
                  <a:pt x="519369" y="113979"/>
                  <a:pt x="523407" y="120453"/>
                  <a:pt x="528540" y="124769"/>
                </a:cubicBezTo>
                <a:cubicBezTo>
                  <a:pt x="533673" y="129085"/>
                  <a:pt x="538529" y="131243"/>
                  <a:pt x="543106" y="131243"/>
                </a:cubicBezTo>
                <a:cubicBezTo>
                  <a:pt x="546245" y="131243"/>
                  <a:pt x="548812" y="130278"/>
                  <a:pt x="550806" y="128349"/>
                </a:cubicBezTo>
                <a:cubicBezTo>
                  <a:pt x="552801" y="126420"/>
                  <a:pt x="553798" y="124082"/>
                  <a:pt x="553798" y="121336"/>
                </a:cubicBezTo>
                <a:cubicBezTo>
                  <a:pt x="553798" y="118197"/>
                  <a:pt x="552817" y="115483"/>
                  <a:pt x="550855" y="113195"/>
                </a:cubicBezTo>
                <a:cubicBezTo>
                  <a:pt x="548893" y="110906"/>
                  <a:pt x="544512" y="107440"/>
                  <a:pt x="537711" y="102797"/>
                </a:cubicBezTo>
                <a:cubicBezTo>
                  <a:pt x="527706" y="95866"/>
                  <a:pt x="521232" y="90569"/>
                  <a:pt x="518290" y="86907"/>
                </a:cubicBezTo>
                <a:cubicBezTo>
                  <a:pt x="513974" y="81545"/>
                  <a:pt x="511816" y="75627"/>
                  <a:pt x="511816" y="69153"/>
                </a:cubicBezTo>
                <a:cubicBezTo>
                  <a:pt x="511816" y="62090"/>
                  <a:pt x="514252" y="55698"/>
                  <a:pt x="519123" y="49976"/>
                </a:cubicBezTo>
                <a:cubicBezTo>
                  <a:pt x="523995" y="44254"/>
                  <a:pt x="531041" y="41394"/>
                  <a:pt x="540262" y="41394"/>
                </a:cubicBezTo>
                <a:cubicBezTo>
                  <a:pt x="545231" y="41394"/>
                  <a:pt x="550038" y="42650"/>
                  <a:pt x="554681" y="45164"/>
                </a:cubicBezTo>
                <a:cubicBezTo>
                  <a:pt x="556446" y="46181"/>
                  <a:pt x="557885" y="46690"/>
                  <a:pt x="558997" y="46690"/>
                </a:cubicBezTo>
                <a:cubicBezTo>
                  <a:pt x="560174" y="46690"/>
                  <a:pt x="561122" y="46445"/>
                  <a:pt x="561841" y="45955"/>
                </a:cubicBezTo>
                <a:cubicBezTo>
                  <a:pt x="562560" y="45464"/>
                  <a:pt x="563705" y="44075"/>
                  <a:pt x="565274" y="41786"/>
                </a:cubicBezTo>
                <a:lnTo>
                  <a:pt x="568609" y="41786"/>
                </a:lnTo>
                <a:close/>
                <a:moveTo>
                  <a:pt x="626180" y="10397"/>
                </a:moveTo>
                <a:lnTo>
                  <a:pt x="626180" y="44140"/>
                </a:lnTo>
                <a:lnTo>
                  <a:pt x="647955" y="44140"/>
                </a:lnTo>
                <a:lnTo>
                  <a:pt x="647955" y="53753"/>
                </a:lnTo>
                <a:lnTo>
                  <a:pt x="626180" y="53753"/>
                </a:lnTo>
                <a:lnTo>
                  <a:pt x="626180" y="110503"/>
                </a:lnTo>
                <a:cubicBezTo>
                  <a:pt x="626180" y="115814"/>
                  <a:pt x="626425" y="119240"/>
                  <a:pt x="626915" y="120781"/>
                </a:cubicBezTo>
                <a:cubicBezTo>
                  <a:pt x="627406" y="122322"/>
                  <a:pt x="628272" y="123568"/>
                  <a:pt x="629515" y="124521"/>
                </a:cubicBezTo>
                <a:cubicBezTo>
                  <a:pt x="630757" y="125471"/>
                  <a:pt x="631901" y="125946"/>
                  <a:pt x="632948" y="125946"/>
                </a:cubicBezTo>
                <a:cubicBezTo>
                  <a:pt x="637198" y="125946"/>
                  <a:pt x="641220" y="122676"/>
                  <a:pt x="645013" y="116137"/>
                </a:cubicBezTo>
                <a:lnTo>
                  <a:pt x="647955" y="118317"/>
                </a:lnTo>
                <a:cubicBezTo>
                  <a:pt x="642658" y="130988"/>
                  <a:pt x="634059" y="137324"/>
                  <a:pt x="622158" y="137324"/>
                </a:cubicBezTo>
                <a:cubicBezTo>
                  <a:pt x="616338" y="137324"/>
                  <a:pt x="611417" y="135701"/>
                  <a:pt x="607396" y="132454"/>
                </a:cubicBezTo>
                <a:cubicBezTo>
                  <a:pt x="603374" y="129205"/>
                  <a:pt x="600807" y="125578"/>
                  <a:pt x="599696" y="121575"/>
                </a:cubicBezTo>
                <a:cubicBezTo>
                  <a:pt x="599042" y="119344"/>
                  <a:pt x="598715" y="113306"/>
                  <a:pt x="598715" y="103462"/>
                </a:cubicBezTo>
                <a:lnTo>
                  <a:pt x="598715" y="53753"/>
                </a:lnTo>
                <a:lnTo>
                  <a:pt x="586748" y="53753"/>
                </a:lnTo>
                <a:lnTo>
                  <a:pt x="586748" y="50310"/>
                </a:lnTo>
                <a:cubicBezTo>
                  <a:pt x="594987" y="44478"/>
                  <a:pt x="602001" y="38351"/>
                  <a:pt x="607788" y="31928"/>
                </a:cubicBezTo>
                <a:cubicBezTo>
                  <a:pt x="613575" y="25505"/>
                  <a:pt x="618627" y="18328"/>
                  <a:pt x="622943" y="10397"/>
                </a:cubicBezTo>
                <a:lnTo>
                  <a:pt x="626180" y="10397"/>
                </a:lnTo>
                <a:close/>
                <a:moveTo>
                  <a:pt x="678352" y="0"/>
                </a:moveTo>
                <a:cubicBezTo>
                  <a:pt x="682602" y="0"/>
                  <a:pt x="686199" y="1493"/>
                  <a:pt x="689142" y="4478"/>
                </a:cubicBezTo>
                <a:cubicBezTo>
                  <a:pt x="692084" y="7462"/>
                  <a:pt x="693556" y="11053"/>
                  <a:pt x="693556" y="15253"/>
                </a:cubicBezTo>
                <a:cubicBezTo>
                  <a:pt x="693556" y="19452"/>
                  <a:pt x="692068" y="23028"/>
                  <a:pt x="689092" y="25981"/>
                </a:cubicBezTo>
                <a:cubicBezTo>
                  <a:pt x="686117" y="28932"/>
                  <a:pt x="682537" y="30408"/>
                  <a:pt x="678352" y="30408"/>
                </a:cubicBezTo>
                <a:cubicBezTo>
                  <a:pt x="674167" y="30408"/>
                  <a:pt x="670603" y="28932"/>
                  <a:pt x="667660" y="25981"/>
                </a:cubicBezTo>
                <a:cubicBezTo>
                  <a:pt x="664717" y="23028"/>
                  <a:pt x="663246" y="19452"/>
                  <a:pt x="663246" y="15253"/>
                </a:cubicBezTo>
                <a:cubicBezTo>
                  <a:pt x="663246" y="11053"/>
                  <a:pt x="664717" y="7462"/>
                  <a:pt x="667660" y="4478"/>
                </a:cubicBezTo>
                <a:cubicBezTo>
                  <a:pt x="670603" y="1493"/>
                  <a:pt x="674167" y="0"/>
                  <a:pt x="678352" y="0"/>
                </a:cubicBezTo>
                <a:moveTo>
                  <a:pt x="692084" y="44140"/>
                </a:moveTo>
                <a:lnTo>
                  <a:pt x="692084" y="116922"/>
                </a:lnTo>
                <a:cubicBezTo>
                  <a:pt x="692084" y="123396"/>
                  <a:pt x="692836" y="127532"/>
                  <a:pt x="694340" y="129330"/>
                </a:cubicBezTo>
                <a:cubicBezTo>
                  <a:pt x="695844" y="131128"/>
                  <a:pt x="698787" y="132158"/>
                  <a:pt x="703168" y="132420"/>
                </a:cubicBezTo>
                <a:lnTo>
                  <a:pt x="703168" y="135951"/>
                </a:lnTo>
                <a:lnTo>
                  <a:pt x="653633" y="135951"/>
                </a:lnTo>
                <a:lnTo>
                  <a:pt x="653633" y="132420"/>
                </a:lnTo>
                <a:cubicBezTo>
                  <a:pt x="657688" y="132289"/>
                  <a:pt x="660696" y="131112"/>
                  <a:pt x="662658" y="128889"/>
                </a:cubicBezTo>
                <a:cubicBezTo>
                  <a:pt x="663965" y="127385"/>
                  <a:pt x="664619" y="123396"/>
                  <a:pt x="664619" y="116922"/>
                </a:cubicBezTo>
                <a:lnTo>
                  <a:pt x="664619" y="63365"/>
                </a:lnTo>
                <a:cubicBezTo>
                  <a:pt x="664619" y="56810"/>
                  <a:pt x="663867" y="52622"/>
                  <a:pt x="662363" y="50801"/>
                </a:cubicBezTo>
                <a:cubicBezTo>
                  <a:pt x="660859" y="48980"/>
                  <a:pt x="657949" y="47937"/>
                  <a:pt x="653633" y="47671"/>
                </a:cubicBezTo>
                <a:lnTo>
                  <a:pt x="653633" y="44140"/>
                </a:lnTo>
                <a:lnTo>
                  <a:pt x="692084" y="44140"/>
                </a:lnTo>
                <a:close/>
                <a:moveTo>
                  <a:pt x="755385" y="41394"/>
                </a:moveTo>
                <a:cubicBezTo>
                  <a:pt x="763363" y="41394"/>
                  <a:pt x="770785" y="43455"/>
                  <a:pt x="777651" y="47579"/>
                </a:cubicBezTo>
                <a:cubicBezTo>
                  <a:pt x="784517" y="51703"/>
                  <a:pt x="789733" y="57562"/>
                  <a:pt x="793296" y="65156"/>
                </a:cubicBezTo>
                <a:cubicBezTo>
                  <a:pt x="796860" y="72749"/>
                  <a:pt x="798642" y="81062"/>
                  <a:pt x="798642" y="90095"/>
                </a:cubicBezTo>
                <a:cubicBezTo>
                  <a:pt x="798642" y="103120"/>
                  <a:pt x="795340" y="114019"/>
                  <a:pt x="788735" y="122792"/>
                </a:cubicBezTo>
                <a:cubicBezTo>
                  <a:pt x="780757" y="133396"/>
                  <a:pt x="769739" y="138698"/>
                  <a:pt x="755679" y="138698"/>
                </a:cubicBezTo>
                <a:cubicBezTo>
                  <a:pt x="741882" y="138698"/>
                  <a:pt x="731255" y="133854"/>
                  <a:pt x="723800" y="124165"/>
                </a:cubicBezTo>
                <a:cubicBezTo>
                  <a:pt x="716346" y="114477"/>
                  <a:pt x="712618" y="103251"/>
                  <a:pt x="712618" y="90487"/>
                </a:cubicBezTo>
                <a:cubicBezTo>
                  <a:pt x="712618" y="77331"/>
                  <a:pt x="716427" y="65860"/>
                  <a:pt x="724046" y="56073"/>
                </a:cubicBezTo>
                <a:cubicBezTo>
                  <a:pt x="731664" y="46287"/>
                  <a:pt x="742110" y="41394"/>
                  <a:pt x="755385" y="41394"/>
                </a:cubicBezTo>
                <a:moveTo>
                  <a:pt x="755777" y="48260"/>
                </a:moveTo>
                <a:cubicBezTo>
                  <a:pt x="752442" y="48260"/>
                  <a:pt x="749581" y="49521"/>
                  <a:pt x="747195" y="52042"/>
                </a:cubicBezTo>
                <a:cubicBezTo>
                  <a:pt x="744808" y="54562"/>
                  <a:pt x="743238" y="59537"/>
                  <a:pt x="742486" y="66967"/>
                </a:cubicBezTo>
                <a:cubicBezTo>
                  <a:pt x="741734" y="74397"/>
                  <a:pt x="741358" y="84725"/>
                  <a:pt x="741358" y="97951"/>
                </a:cubicBezTo>
                <a:cubicBezTo>
                  <a:pt x="741358" y="104956"/>
                  <a:pt x="741816" y="111504"/>
                  <a:pt x="742732" y="117593"/>
                </a:cubicBezTo>
                <a:cubicBezTo>
                  <a:pt x="743451" y="122240"/>
                  <a:pt x="744988" y="125775"/>
                  <a:pt x="747342" y="128199"/>
                </a:cubicBezTo>
                <a:cubicBezTo>
                  <a:pt x="749696" y="130621"/>
                  <a:pt x="752377" y="131831"/>
                  <a:pt x="755385" y="131831"/>
                </a:cubicBezTo>
                <a:cubicBezTo>
                  <a:pt x="758328" y="131831"/>
                  <a:pt x="760780" y="131013"/>
                  <a:pt x="762742" y="129376"/>
                </a:cubicBezTo>
                <a:cubicBezTo>
                  <a:pt x="765292" y="127151"/>
                  <a:pt x="766992" y="124041"/>
                  <a:pt x="767842" y="120045"/>
                </a:cubicBezTo>
                <a:cubicBezTo>
                  <a:pt x="769150" y="113827"/>
                  <a:pt x="769804" y="101257"/>
                  <a:pt x="769804" y="82336"/>
                </a:cubicBezTo>
                <a:cubicBezTo>
                  <a:pt x="769804" y="71207"/>
                  <a:pt x="769183" y="63565"/>
                  <a:pt x="767940" y="59408"/>
                </a:cubicBezTo>
                <a:cubicBezTo>
                  <a:pt x="766698" y="55250"/>
                  <a:pt x="764867" y="52221"/>
                  <a:pt x="762447" y="50323"/>
                </a:cubicBezTo>
                <a:cubicBezTo>
                  <a:pt x="760747" y="48947"/>
                  <a:pt x="758524" y="48260"/>
                  <a:pt x="755777" y="48260"/>
                </a:cubicBezTo>
                <a:close/>
                <a:moveTo>
                  <a:pt x="850242" y="44140"/>
                </a:moveTo>
                <a:lnTo>
                  <a:pt x="850242" y="56107"/>
                </a:lnTo>
                <a:cubicBezTo>
                  <a:pt x="854950" y="50971"/>
                  <a:pt x="859462" y="47236"/>
                  <a:pt x="863778" y="44900"/>
                </a:cubicBezTo>
                <a:cubicBezTo>
                  <a:pt x="868094" y="42562"/>
                  <a:pt x="872737" y="41394"/>
                  <a:pt x="877707" y="41394"/>
                </a:cubicBezTo>
                <a:cubicBezTo>
                  <a:pt x="883657" y="41394"/>
                  <a:pt x="888595" y="43047"/>
                  <a:pt x="892518" y="46353"/>
                </a:cubicBezTo>
                <a:cubicBezTo>
                  <a:pt x="896442" y="49660"/>
                  <a:pt x="899057" y="53768"/>
                  <a:pt x="900365" y="58679"/>
                </a:cubicBezTo>
                <a:cubicBezTo>
                  <a:pt x="901412" y="62412"/>
                  <a:pt x="901935" y="69583"/>
                  <a:pt x="901935" y="80191"/>
                </a:cubicBezTo>
                <a:lnTo>
                  <a:pt x="901935" y="115941"/>
                </a:lnTo>
                <a:cubicBezTo>
                  <a:pt x="901935" y="123003"/>
                  <a:pt x="902572" y="127401"/>
                  <a:pt x="903847" y="129134"/>
                </a:cubicBezTo>
                <a:cubicBezTo>
                  <a:pt x="905123" y="130867"/>
                  <a:pt x="907787" y="131962"/>
                  <a:pt x="911842" y="132420"/>
                </a:cubicBezTo>
                <a:lnTo>
                  <a:pt x="911842" y="135951"/>
                </a:lnTo>
                <a:lnTo>
                  <a:pt x="865446" y="135951"/>
                </a:lnTo>
                <a:lnTo>
                  <a:pt x="865446" y="132420"/>
                </a:lnTo>
                <a:cubicBezTo>
                  <a:pt x="868911" y="131962"/>
                  <a:pt x="871396" y="130524"/>
                  <a:pt x="872900" y="128104"/>
                </a:cubicBezTo>
                <a:cubicBezTo>
                  <a:pt x="873947" y="126469"/>
                  <a:pt x="874470" y="122415"/>
                  <a:pt x="874470" y="115941"/>
                </a:cubicBezTo>
                <a:lnTo>
                  <a:pt x="874470" y="75136"/>
                </a:lnTo>
                <a:cubicBezTo>
                  <a:pt x="874470" y="67616"/>
                  <a:pt x="874176" y="62875"/>
                  <a:pt x="873587" y="60913"/>
                </a:cubicBezTo>
                <a:cubicBezTo>
                  <a:pt x="872998" y="58951"/>
                  <a:pt x="872001" y="57431"/>
                  <a:pt x="870595" y="56352"/>
                </a:cubicBezTo>
                <a:cubicBezTo>
                  <a:pt x="869189" y="55273"/>
                  <a:pt x="867636" y="54734"/>
                  <a:pt x="865936" y="54734"/>
                </a:cubicBezTo>
                <a:cubicBezTo>
                  <a:pt x="860312" y="54734"/>
                  <a:pt x="855081" y="58788"/>
                  <a:pt x="850242" y="66897"/>
                </a:cubicBezTo>
                <a:lnTo>
                  <a:pt x="850242" y="115941"/>
                </a:lnTo>
                <a:cubicBezTo>
                  <a:pt x="850242" y="122807"/>
                  <a:pt x="850879" y="127156"/>
                  <a:pt x="852155" y="128987"/>
                </a:cubicBezTo>
                <a:cubicBezTo>
                  <a:pt x="853430" y="130818"/>
                  <a:pt x="855800" y="131962"/>
                  <a:pt x="859266" y="132420"/>
                </a:cubicBezTo>
                <a:lnTo>
                  <a:pt x="859266" y="135951"/>
                </a:lnTo>
                <a:lnTo>
                  <a:pt x="812870" y="135951"/>
                </a:lnTo>
                <a:lnTo>
                  <a:pt x="812870" y="132420"/>
                </a:lnTo>
                <a:cubicBezTo>
                  <a:pt x="816728" y="132028"/>
                  <a:pt x="819475" y="130785"/>
                  <a:pt x="821109" y="128693"/>
                </a:cubicBezTo>
                <a:cubicBezTo>
                  <a:pt x="822221" y="127254"/>
                  <a:pt x="822777" y="123003"/>
                  <a:pt x="822777" y="115941"/>
                </a:cubicBezTo>
                <a:lnTo>
                  <a:pt x="822777" y="64150"/>
                </a:lnTo>
                <a:cubicBezTo>
                  <a:pt x="822777" y="57135"/>
                  <a:pt x="822139" y="52767"/>
                  <a:pt x="820864" y="51046"/>
                </a:cubicBezTo>
                <a:cubicBezTo>
                  <a:pt x="819589" y="49325"/>
                  <a:pt x="816924" y="48200"/>
                  <a:pt x="812870" y="47671"/>
                </a:cubicBezTo>
                <a:lnTo>
                  <a:pt x="812870" y="44140"/>
                </a:lnTo>
                <a:lnTo>
                  <a:pt x="850242" y="441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06585bd1f431c"/>
          <a:stretch xmlns:a="http://schemas.openxmlformats.org/drawingml/2006/main"/>
        </p:blipFill>
        <p:spPr>
          <a:xfrm xmlns:a="http://schemas.openxmlformats.org/drawingml/2006/main">
            <a:off x="8432607" y="3461943"/>
            <a:ext cx="1368536" cy="627769"/>
          </a:xfrm>
          <a:prstGeom xmlns:a="http://schemas.openxmlformats.org/drawingml/2006/main" prst="rect">
            <a:avLst/>
          </a:prstGeom>
        </p:spPr>
      </p:pic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483e0f2b34348"/>
          <a:stretch xmlns:a="http://schemas.openxmlformats.org/drawingml/2006/main"/>
        </p:blipFill>
        <p:spPr>
          <a:xfrm xmlns:a="http://schemas.openxmlformats.org/drawingml/2006/main">
            <a:off x="8457717" y="3414860"/>
            <a:ext cx="1371675" cy="781572"/>
          </a:xfrm>
          <a:prstGeom xmlns:a="http://schemas.openxmlformats.org/drawingml/2006/main" prst="rect">
            <a:avLst/>
          </a:prstGeom>
        </p:spPr>
      </p:pic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F9A81-0365-4CEB-9CF3-13B8D4BE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688" y="3491239"/>
            <a:ext cx="1249261" cy="508492"/>
          </a:xfrm>
          <a:custGeom xmlns:a="http://schemas.openxmlformats.org/drawingml/2006/main">
            <a:pathLst>
              <a:path w="1249261" h="508492">
                <a:moveTo>
                  <a:pt x="0" y="84750"/>
                </a:moveTo>
                <a:cubicBezTo>
                  <a:pt x="0" y="37944"/>
                  <a:pt x="37944" y="0"/>
                  <a:pt x="84750" y="0"/>
                </a:cubicBezTo>
                <a:lnTo>
                  <a:pt x="1164510" y="0"/>
                </a:lnTo>
                <a:cubicBezTo>
                  <a:pt x="1211316" y="0"/>
                  <a:pt x="1249261" y="37944"/>
                  <a:pt x="1249261" y="84750"/>
                </a:cubicBezTo>
                <a:lnTo>
                  <a:pt x="1249261" y="423742"/>
                </a:lnTo>
                <a:cubicBezTo>
                  <a:pt x="1249261" y="470549"/>
                  <a:pt x="1211316" y="508492"/>
                  <a:pt x="1164510" y="508492"/>
                </a:cubicBezTo>
                <a:lnTo>
                  <a:pt x="84750" y="508492"/>
                </a:lnTo>
                <a:cubicBezTo>
                  <a:pt x="37944" y="508492"/>
                  <a:pt x="0" y="470549"/>
                  <a:pt x="0" y="423742"/>
                </a:cubicBezTo>
                <a:lnTo>
                  <a:pt x="0" y="84750"/>
                </a:lnTo>
                <a:close/>
              </a:path>
            </a:pathLst>
          </a:custGeom>
          <a:solidFill xmlns:a="http://schemas.openxmlformats.org/drawingml/2006/main">
            <a:srgbClr val="E3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Redundant">
            <a:extLst xmlns:a="http://schemas.openxmlformats.org/drawingml/2006/main">
              <a:ext uri="{FF2B5EF4-FFF2-40B4-BE49-F238E27FC236}">
                <a16:creationId xmlns:a16="http://schemas.microsoft.com/office/drawing/2014/main" id="{F23F7621-546B-46BE-BB96-AAD7CC1B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1605" y="3564347"/>
            <a:ext cx="955110" cy="135755"/>
          </a:xfrm>
          <a:custGeom xmlns:a="http://schemas.openxmlformats.org/drawingml/2006/main">
            <a:pathLst>
              <a:path w="955110" h="135755">
                <a:moveTo>
                  <a:pt x="49633" y="72390"/>
                </a:moveTo>
                <a:lnTo>
                  <a:pt x="49633" y="109860"/>
                </a:lnTo>
                <a:cubicBezTo>
                  <a:pt x="49633" y="117016"/>
                  <a:pt x="50074" y="121522"/>
                  <a:pt x="50957" y="123377"/>
                </a:cubicBezTo>
                <a:cubicBezTo>
                  <a:pt x="51840" y="125231"/>
                  <a:pt x="53393" y="126711"/>
                  <a:pt x="55616" y="127819"/>
                </a:cubicBezTo>
                <a:cubicBezTo>
                  <a:pt x="57840" y="128925"/>
                  <a:pt x="61992" y="129477"/>
                  <a:pt x="68074" y="129477"/>
                </a:cubicBezTo>
                <a:lnTo>
                  <a:pt x="68074" y="133009"/>
                </a:lnTo>
                <a:lnTo>
                  <a:pt x="0" y="133009"/>
                </a:lnTo>
                <a:lnTo>
                  <a:pt x="0" y="129477"/>
                </a:lnTo>
                <a:cubicBezTo>
                  <a:pt x="6147" y="129477"/>
                  <a:pt x="10316" y="128908"/>
                  <a:pt x="12506" y="127770"/>
                </a:cubicBezTo>
                <a:cubicBezTo>
                  <a:pt x="14697" y="126632"/>
                  <a:pt x="16234" y="125151"/>
                  <a:pt x="17117" y="123328"/>
                </a:cubicBezTo>
                <a:cubicBezTo>
                  <a:pt x="17999" y="121506"/>
                  <a:pt x="18441" y="117016"/>
                  <a:pt x="18441" y="109860"/>
                </a:cubicBezTo>
                <a:lnTo>
                  <a:pt x="18441" y="23149"/>
                </a:lnTo>
                <a:cubicBezTo>
                  <a:pt x="18441" y="15993"/>
                  <a:pt x="17999" y="11488"/>
                  <a:pt x="17117" y="9634"/>
                </a:cubicBezTo>
                <a:cubicBezTo>
                  <a:pt x="16234" y="7779"/>
                  <a:pt x="14681" y="6298"/>
                  <a:pt x="12457" y="5193"/>
                </a:cubicBezTo>
                <a:cubicBezTo>
                  <a:pt x="10234" y="4085"/>
                  <a:pt x="6082" y="3531"/>
                  <a:pt x="0" y="3531"/>
                </a:cubicBezTo>
                <a:lnTo>
                  <a:pt x="0" y="0"/>
                </a:lnTo>
                <a:lnTo>
                  <a:pt x="61796" y="0"/>
                </a:lnTo>
                <a:cubicBezTo>
                  <a:pt x="77883" y="0"/>
                  <a:pt x="89653" y="1111"/>
                  <a:pt x="97108" y="3332"/>
                </a:cubicBezTo>
                <a:cubicBezTo>
                  <a:pt x="104563" y="5553"/>
                  <a:pt x="110644" y="9653"/>
                  <a:pt x="115353" y="15630"/>
                </a:cubicBezTo>
                <a:cubicBezTo>
                  <a:pt x="120061" y="21607"/>
                  <a:pt x="122415" y="28613"/>
                  <a:pt x="122415" y="36648"/>
                </a:cubicBezTo>
                <a:cubicBezTo>
                  <a:pt x="122415" y="46449"/>
                  <a:pt x="118884" y="54551"/>
                  <a:pt x="111821" y="60953"/>
                </a:cubicBezTo>
                <a:cubicBezTo>
                  <a:pt x="107309" y="65003"/>
                  <a:pt x="100999" y="68041"/>
                  <a:pt x="92890" y="70066"/>
                </a:cubicBezTo>
                <a:lnTo>
                  <a:pt x="124867" y="115199"/>
                </a:lnTo>
                <a:cubicBezTo>
                  <a:pt x="129052" y="120962"/>
                  <a:pt x="132028" y="124556"/>
                  <a:pt x="133793" y="125980"/>
                </a:cubicBezTo>
                <a:cubicBezTo>
                  <a:pt x="136474" y="127987"/>
                  <a:pt x="139580" y="129087"/>
                  <a:pt x="143112" y="129281"/>
                </a:cubicBezTo>
                <a:lnTo>
                  <a:pt x="143112" y="133009"/>
                </a:lnTo>
                <a:lnTo>
                  <a:pt x="101228" y="133009"/>
                </a:lnTo>
                <a:lnTo>
                  <a:pt x="58363" y="72390"/>
                </a:lnTo>
                <a:lnTo>
                  <a:pt x="49633" y="72390"/>
                </a:lnTo>
                <a:moveTo>
                  <a:pt x="49633" y="7455"/>
                </a:moveTo>
                <a:lnTo>
                  <a:pt x="49633" y="65327"/>
                </a:lnTo>
                <a:lnTo>
                  <a:pt x="55224" y="65327"/>
                </a:lnTo>
                <a:cubicBezTo>
                  <a:pt x="64314" y="65327"/>
                  <a:pt x="71114" y="64500"/>
                  <a:pt x="75627" y="62844"/>
                </a:cubicBezTo>
                <a:cubicBezTo>
                  <a:pt x="80139" y="61187"/>
                  <a:pt x="83686" y="58199"/>
                  <a:pt x="86269" y="53881"/>
                </a:cubicBezTo>
                <a:cubicBezTo>
                  <a:pt x="88852" y="49561"/>
                  <a:pt x="90144" y="43926"/>
                  <a:pt x="90144" y="36976"/>
                </a:cubicBezTo>
                <a:cubicBezTo>
                  <a:pt x="90144" y="26908"/>
                  <a:pt x="87773" y="19471"/>
                  <a:pt x="83032" y="14664"/>
                </a:cubicBezTo>
                <a:cubicBezTo>
                  <a:pt x="78291" y="9858"/>
                  <a:pt x="70657" y="7455"/>
                  <a:pt x="60128" y="7455"/>
                </a:cubicBezTo>
                <a:lnTo>
                  <a:pt x="49633" y="7455"/>
                </a:lnTo>
                <a:close/>
                <a:moveTo>
                  <a:pt x="226389" y="83768"/>
                </a:moveTo>
                <a:lnTo>
                  <a:pt x="176069" y="83768"/>
                </a:lnTo>
                <a:cubicBezTo>
                  <a:pt x="176658" y="95964"/>
                  <a:pt x="179895" y="105602"/>
                  <a:pt x="185780" y="112683"/>
                </a:cubicBezTo>
                <a:cubicBezTo>
                  <a:pt x="190292" y="118125"/>
                  <a:pt x="195720" y="120846"/>
                  <a:pt x="202063" y="120846"/>
                </a:cubicBezTo>
                <a:cubicBezTo>
                  <a:pt x="205987" y="120846"/>
                  <a:pt x="209550" y="119750"/>
                  <a:pt x="212755" y="117560"/>
                </a:cubicBezTo>
                <a:cubicBezTo>
                  <a:pt x="215959" y="115369"/>
                  <a:pt x="219392" y="111429"/>
                  <a:pt x="223054" y="105740"/>
                </a:cubicBezTo>
                <a:lnTo>
                  <a:pt x="226389" y="107898"/>
                </a:lnTo>
                <a:cubicBezTo>
                  <a:pt x="221419" y="118034"/>
                  <a:pt x="215926" y="125210"/>
                  <a:pt x="209910" y="129428"/>
                </a:cubicBezTo>
                <a:cubicBezTo>
                  <a:pt x="203894" y="133646"/>
                  <a:pt x="196930" y="135755"/>
                  <a:pt x="189017" y="135755"/>
                </a:cubicBezTo>
                <a:cubicBezTo>
                  <a:pt x="175416" y="135755"/>
                  <a:pt x="165116" y="130518"/>
                  <a:pt x="158119" y="120045"/>
                </a:cubicBezTo>
                <a:cubicBezTo>
                  <a:pt x="152495" y="111602"/>
                  <a:pt x="149684" y="101129"/>
                  <a:pt x="149684" y="88626"/>
                </a:cubicBezTo>
                <a:cubicBezTo>
                  <a:pt x="149684" y="73308"/>
                  <a:pt x="153820" y="61117"/>
                  <a:pt x="162092" y="52051"/>
                </a:cubicBezTo>
                <a:cubicBezTo>
                  <a:pt x="170364" y="42984"/>
                  <a:pt x="180058" y="38451"/>
                  <a:pt x="191175" y="38451"/>
                </a:cubicBezTo>
                <a:cubicBezTo>
                  <a:pt x="200461" y="38451"/>
                  <a:pt x="208521" y="42260"/>
                  <a:pt x="215354" y="49878"/>
                </a:cubicBezTo>
                <a:cubicBezTo>
                  <a:pt x="222188" y="57496"/>
                  <a:pt x="225866" y="68793"/>
                  <a:pt x="226389" y="83768"/>
                </a:cubicBezTo>
                <a:moveTo>
                  <a:pt x="202259" y="77294"/>
                </a:moveTo>
                <a:cubicBezTo>
                  <a:pt x="202259" y="66766"/>
                  <a:pt x="201687" y="59540"/>
                  <a:pt x="200543" y="55616"/>
                </a:cubicBezTo>
                <a:cubicBezTo>
                  <a:pt x="199398" y="51693"/>
                  <a:pt x="197616" y="48717"/>
                  <a:pt x="195197" y="46690"/>
                </a:cubicBezTo>
                <a:cubicBezTo>
                  <a:pt x="193824" y="45513"/>
                  <a:pt x="191993" y="44925"/>
                  <a:pt x="189704" y="44925"/>
                </a:cubicBezTo>
                <a:cubicBezTo>
                  <a:pt x="186303" y="44925"/>
                  <a:pt x="183524" y="46592"/>
                  <a:pt x="181366" y="49927"/>
                </a:cubicBezTo>
                <a:cubicBezTo>
                  <a:pt x="177508" y="55747"/>
                  <a:pt x="175579" y="63725"/>
                  <a:pt x="175579" y="73861"/>
                </a:cubicBezTo>
                <a:lnTo>
                  <a:pt x="175579" y="77294"/>
                </a:lnTo>
                <a:lnTo>
                  <a:pt x="202259" y="77294"/>
                </a:lnTo>
                <a:close/>
                <a:moveTo>
                  <a:pt x="327883" y="0"/>
                </a:moveTo>
                <a:lnTo>
                  <a:pt x="327883" y="105544"/>
                </a:lnTo>
                <a:cubicBezTo>
                  <a:pt x="327883" y="112600"/>
                  <a:pt x="328079" y="116775"/>
                  <a:pt x="328471" y="118068"/>
                </a:cubicBezTo>
                <a:cubicBezTo>
                  <a:pt x="328994" y="120206"/>
                  <a:pt x="329992" y="121793"/>
                  <a:pt x="331463" y="122829"/>
                </a:cubicBezTo>
                <a:cubicBezTo>
                  <a:pt x="332934" y="123863"/>
                  <a:pt x="335501" y="124510"/>
                  <a:pt x="339163" y="124769"/>
                </a:cubicBezTo>
                <a:lnTo>
                  <a:pt x="339163" y="128300"/>
                </a:lnTo>
                <a:lnTo>
                  <a:pt x="300418" y="135755"/>
                </a:lnTo>
                <a:lnTo>
                  <a:pt x="300418" y="121238"/>
                </a:lnTo>
                <a:cubicBezTo>
                  <a:pt x="295775" y="126862"/>
                  <a:pt x="291639" y="130687"/>
                  <a:pt x="288010" y="132714"/>
                </a:cubicBezTo>
                <a:cubicBezTo>
                  <a:pt x="284380" y="134741"/>
                  <a:pt x="280277" y="135755"/>
                  <a:pt x="275699" y="135755"/>
                </a:cubicBezTo>
                <a:cubicBezTo>
                  <a:pt x="263994" y="135755"/>
                  <a:pt x="254741" y="130518"/>
                  <a:pt x="247940" y="120045"/>
                </a:cubicBezTo>
                <a:cubicBezTo>
                  <a:pt x="242447" y="111536"/>
                  <a:pt x="239701" y="101096"/>
                  <a:pt x="239701" y="88724"/>
                </a:cubicBezTo>
                <a:cubicBezTo>
                  <a:pt x="239701" y="78840"/>
                  <a:pt x="241401" y="69986"/>
                  <a:pt x="244801" y="62164"/>
                </a:cubicBezTo>
                <a:cubicBezTo>
                  <a:pt x="248202" y="54341"/>
                  <a:pt x="252861" y="48433"/>
                  <a:pt x="258779" y="44440"/>
                </a:cubicBezTo>
                <a:cubicBezTo>
                  <a:pt x="264697" y="40447"/>
                  <a:pt x="271057" y="38451"/>
                  <a:pt x="277857" y="38451"/>
                </a:cubicBezTo>
                <a:cubicBezTo>
                  <a:pt x="282239" y="38451"/>
                  <a:pt x="286130" y="39308"/>
                  <a:pt x="289530" y="41023"/>
                </a:cubicBezTo>
                <a:cubicBezTo>
                  <a:pt x="292930" y="42737"/>
                  <a:pt x="296560" y="45738"/>
                  <a:pt x="300418" y="50025"/>
                </a:cubicBezTo>
                <a:lnTo>
                  <a:pt x="300418" y="22364"/>
                </a:lnTo>
                <a:cubicBezTo>
                  <a:pt x="300418" y="15367"/>
                  <a:pt x="300124" y="11149"/>
                  <a:pt x="299535" y="9711"/>
                </a:cubicBezTo>
                <a:cubicBezTo>
                  <a:pt x="298750" y="7814"/>
                  <a:pt x="297573" y="6408"/>
                  <a:pt x="296004" y="5493"/>
                </a:cubicBezTo>
                <a:cubicBezTo>
                  <a:pt x="294434" y="4577"/>
                  <a:pt x="291492" y="4120"/>
                  <a:pt x="287176" y="4120"/>
                </a:cubicBezTo>
                <a:lnTo>
                  <a:pt x="287176" y="0"/>
                </a:lnTo>
                <a:lnTo>
                  <a:pt x="327883" y="0"/>
                </a:lnTo>
                <a:moveTo>
                  <a:pt x="300418" y="61992"/>
                </a:moveTo>
                <a:cubicBezTo>
                  <a:pt x="295579" y="52837"/>
                  <a:pt x="289661" y="48260"/>
                  <a:pt x="282664" y="48260"/>
                </a:cubicBezTo>
                <a:cubicBezTo>
                  <a:pt x="280244" y="48260"/>
                  <a:pt x="278250" y="48914"/>
                  <a:pt x="276680" y="50222"/>
                </a:cubicBezTo>
                <a:cubicBezTo>
                  <a:pt x="274261" y="52249"/>
                  <a:pt x="272283" y="55813"/>
                  <a:pt x="270746" y="60913"/>
                </a:cubicBezTo>
                <a:cubicBezTo>
                  <a:pt x="269209" y="66014"/>
                  <a:pt x="268441" y="73828"/>
                  <a:pt x="268441" y="84356"/>
                </a:cubicBezTo>
                <a:cubicBezTo>
                  <a:pt x="268441" y="95931"/>
                  <a:pt x="269291" y="104497"/>
                  <a:pt x="270991" y="110056"/>
                </a:cubicBezTo>
                <a:cubicBezTo>
                  <a:pt x="272691" y="115614"/>
                  <a:pt x="275013" y="119636"/>
                  <a:pt x="277955" y="122121"/>
                </a:cubicBezTo>
                <a:cubicBezTo>
                  <a:pt x="279460" y="123363"/>
                  <a:pt x="281519" y="123984"/>
                  <a:pt x="284135" y="123984"/>
                </a:cubicBezTo>
                <a:cubicBezTo>
                  <a:pt x="289890" y="123984"/>
                  <a:pt x="295317" y="119458"/>
                  <a:pt x="300418" y="110405"/>
                </a:cubicBezTo>
                <a:lnTo>
                  <a:pt x="300418" y="61992"/>
                </a:lnTo>
                <a:close/>
                <a:moveTo>
                  <a:pt x="438806" y="41197"/>
                </a:moveTo>
                <a:lnTo>
                  <a:pt x="438806" y="112998"/>
                </a:lnTo>
                <a:cubicBezTo>
                  <a:pt x="438806" y="120038"/>
                  <a:pt x="439459" y="124430"/>
                  <a:pt x="440767" y="126173"/>
                </a:cubicBezTo>
                <a:cubicBezTo>
                  <a:pt x="442075" y="127916"/>
                  <a:pt x="444724" y="129018"/>
                  <a:pt x="448713" y="129477"/>
                </a:cubicBezTo>
                <a:lnTo>
                  <a:pt x="448713" y="133009"/>
                </a:lnTo>
                <a:lnTo>
                  <a:pt x="411341" y="133009"/>
                </a:lnTo>
                <a:lnTo>
                  <a:pt x="411341" y="120747"/>
                </a:lnTo>
                <a:cubicBezTo>
                  <a:pt x="406959" y="125979"/>
                  <a:pt x="402578" y="129788"/>
                  <a:pt x="398197" y="132175"/>
                </a:cubicBezTo>
                <a:cubicBezTo>
                  <a:pt x="393815" y="134562"/>
                  <a:pt x="388911" y="135755"/>
                  <a:pt x="383483" y="135755"/>
                </a:cubicBezTo>
                <a:cubicBezTo>
                  <a:pt x="378317" y="135755"/>
                  <a:pt x="373724" y="134169"/>
                  <a:pt x="369702" y="130998"/>
                </a:cubicBezTo>
                <a:cubicBezTo>
                  <a:pt x="365680" y="127826"/>
                  <a:pt x="362983" y="124115"/>
                  <a:pt x="361610" y="119865"/>
                </a:cubicBezTo>
                <a:cubicBezTo>
                  <a:pt x="360236" y="115614"/>
                  <a:pt x="359550" y="108192"/>
                  <a:pt x="359550" y="97598"/>
                </a:cubicBezTo>
                <a:lnTo>
                  <a:pt x="359550" y="61207"/>
                </a:lnTo>
                <a:cubicBezTo>
                  <a:pt x="359550" y="54192"/>
                  <a:pt x="358912" y="49824"/>
                  <a:pt x="357637" y="48103"/>
                </a:cubicBezTo>
                <a:cubicBezTo>
                  <a:pt x="356362" y="46383"/>
                  <a:pt x="353697" y="45258"/>
                  <a:pt x="349643" y="44729"/>
                </a:cubicBezTo>
                <a:lnTo>
                  <a:pt x="349643" y="41197"/>
                </a:lnTo>
                <a:lnTo>
                  <a:pt x="387015" y="41197"/>
                </a:lnTo>
                <a:lnTo>
                  <a:pt x="387015" y="103953"/>
                </a:lnTo>
                <a:cubicBezTo>
                  <a:pt x="387015" y="110500"/>
                  <a:pt x="387325" y="114723"/>
                  <a:pt x="387946" y="116622"/>
                </a:cubicBezTo>
                <a:cubicBezTo>
                  <a:pt x="388568" y="118520"/>
                  <a:pt x="389549" y="119961"/>
                  <a:pt x="390889" y="120944"/>
                </a:cubicBezTo>
                <a:cubicBezTo>
                  <a:pt x="392230" y="121924"/>
                  <a:pt x="393783" y="122415"/>
                  <a:pt x="395548" y="122415"/>
                </a:cubicBezTo>
                <a:cubicBezTo>
                  <a:pt x="397902" y="122415"/>
                  <a:pt x="400028" y="121794"/>
                  <a:pt x="401924" y="120551"/>
                </a:cubicBezTo>
                <a:cubicBezTo>
                  <a:pt x="404540" y="118851"/>
                  <a:pt x="407679" y="115418"/>
                  <a:pt x="411341" y="110252"/>
                </a:cubicBezTo>
                <a:lnTo>
                  <a:pt x="411341" y="61207"/>
                </a:lnTo>
                <a:cubicBezTo>
                  <a:pt x="411341" y="54192"/>
                  <a:pt x="410703" y="49824"/>
                  <a:pt x="409428" y="48103"/>
                </a:cubicBezTo>
                <a:cubicBezTo>
                  <a:pt x="408153" y="46383"/>
                  <a:pt x="405488" y="45258"/>
                  <a:pt x="401434" y="44729"/>
                </a:cubicBezTo>
                <a:lnTo>
                  <a:pt x="401434" y="41197"/>
                </a:lnTo>
                <a:lnTo>
                  <a:pt x="438806" y="41197"/>
                </a:lnTo>
                <a:close/>
                <a:moveTo>
                  <a:pt x="499214" y="41197"/>
                </a:moveTo>
                <a:lnTo>
                  <a:pt x="499214" y="53164"/>
                </a:lnTo>
                <a:cubicBezTo>
                  <a:pt x="503922" y="48029"/>
                  <a:pt x="508434" y="44293"/>
                  <a:pt x="512750" y="41958"/>
                </a:cubicBezTo>
                <a:cubicBezTo>
                  <a:pt x="517066" y="39620"/>
                  <a:pt x="521709" y="38451"/>
                  <a:pt x="526679" y="38451"/>
                </a:cubicBezTo>
                <a:cubicBezTo>
                  <a:pt x="532630" y="38451"/>
                  <a:pt x="537567" y="40104"/>
                  <a:pt x="541490" y="43410"/>
                </a:cubicBezTo>
                <a:cubicBezTo>
                  <a:pt x="545414" y="46717"/>
                  <a:pt x="548030" y="50825"/>
                  <a:pt x="549337" y="55736"/>
                </a:cubicBezTo>
                <a:cubicBezTo>
                  <a:pt x="550384" y="59469"/>
                  <a:pt x="550907" y="66640"/>
                  <a:pt x="550907" y="77248"/>
                </a:cubicBezTo>
                <a:lnTo>
                  <a:pt x="550907" y="112998"/>
                </a:lnTo>
                <a:cubicBezTo>
                  <a:pt x="550907" y="120061"/>
                  <a:pt x="551544" y="124458"/>
                  <a:pt x="552820" y="126191"/>
                </a:cubicBezTo>
                <a:cubicBezTo>
                  <a:pt x="554095" y="127924"/>
                  <a:pt x="556760" y="129020"/>
                  <a:pt x="560814" y="129477"/>
                </a:cubicBezTo>
                <a:lnTo>
                  <a:pt x="560814" y="133009"/>
                </a:lnTo>
                <a:lnTo>
                  <a:pt x="514418" y="133009"/>
                </a:lnTo>
                <a:lnTo>
                  <a:pt x="514418" y="129477"/>
                </a:lnTo>
                <a:cubicBezTo>
                  <a:pt x="517884" y="129020"/>
                  <a:pt x="520369" y="127581"/>
                  <a:pt x="521873" y="125161"/>
                </a:cubicBezTo>
                <a:cubicBezTo>
                  <a:pt x="522919" y="123527"/>
                  <a:pt x="523442" y="119472"/>
                  <a:pt x="523442" y="112998"/>
                </a:cubicBezTo>
                <a:lnTo>
                  <a:pt x="523442" y="72193"/>
                </a:lnTo>
                <a:cubicBezTo>
                  <a:pt x="523442" y="64673"/>
                  <a:pt x="523148" y="59932"/>
                  <a:pt x="522559" y="57971"/>
                </a:cubicBezTo>
                <a:cubicBezTo>
                  <a:pt x="521971" y="56009"/>
                  <a:pt x="520973" y="54488"/>
                  <a:pt x="519567" y="53409"/>
                </a:cubicBezTo>
                <a:cubicBezTo>
                  <a:pt x="518162" y="52330"/>
                  <a:pt x="516608" y="51791"/>
                  <a:pt x="514908" y="51791"/>
                </a:cubicBezTo>
                <a:cubicBezTo>
                  <a:pt x="509284" y="51791"/>
                  <a:pt x="504053" y="55845"/>
                  <a:pt x="499214" y="63954"/>
                </a:cubicBezTo>
                <a:lnTo>
                  <a:pt x="499214" y="112998"/>
                </a:lnTo>
                <a:cubicBezTo>
                  <a:pt x="499214" y="119865"/>
                  <a:pt x="499852" y="124213"/>
                  <a:pt x="501127" y="126044"/>
                </a:cubicBezTo>
                <a:cubicBezTo>
                  <a:pt x="502402" y="127875"/>
                  <a:pt x="504772" y="129020"/>
                  <a:pt x="508238" y="129477"/>
                </a:cubicBezTo>
                <a:lnTo>
                  <a:pt x="508238" y="133009"/>
                </a:lnTo>
                <a:lnTo>
                  <a:pt x="461842" y="133009"/>
                </a:lnTo>
                <a:lnTo>
                  <a:pt x="461842" y="129477"/>
                </a:lnTo>
                <a:cubicBezTo>
                  <a:pt x="465700" y="129085"/>
                  <a:pt x="468447" y="127843"/>
                  <a:pt x="470082" y="125750"/>
                </a:cubicBezTo>
                <a:cubicBezTo>
                  <a:pt x="471193" y="124311"/>
                  <a:pt x="471749" y="120061"/>
                  <a:pt x="471749" y="112998"/>
                </a:cubicBezTo>
                <a:lnTo>
                  <a:pt x="471749" y="61207"/>
                </a:lnTo>
                <a:cubicBezTo>
                  <a:pt x="471749" y="54192"/>
                  <a:pt x="471112" y="49824"/>
                  <a:pt x="469836" y="48103"/>
                </a:cubicBezTo>
                <a:cubicBezTo>
                  <a:pt x="468561" y="46383"/>
                  <a:pt x="465897" y="45258"/>
                  <a:pt x="461842" y="44729"/>
                </a:cubicBezTo>
                <a:lnTo>
                  <a:pt x="461842" y="41197"/>
                </a:lnTo>
                <a:lnTo>
                  <a:pt x="499214" y="41197"/>
                </a:lnTo>
                <a:close/>
                <a:moveTo>
                  <a:pt x="662418" y="0"/>
                </a:moveTo>
                <a:lnTo>
                  <a:pt x="662418" y="105544"/>
                </a:lnTo>
                <a:cubicBezTo>
                  <a:pt x="662418" y="112600"/>
                  <a:pt x="662614" y="116775"/>
                  <a:pt x="663006" y="118068"/>
                </a:cubicBezTo>
                <a:cubicBezTo>
                  <a:pt x="663530" y="120206"/>
                  <a:pt x="664527" y="121793"/>
                  <a:pt x="665998" y="122829"/>
                </a:cubicBezTo>
                <a:cubicBezTo>
                  <a:pt x="667470" y="123863"/>
                  <a:pt x="670036" y="124510"/>
                  <a:pt x="673698" y="124769"/>
                </a:cubicBezTo>
                <a:lnTo>
                  <a:pt x="673698" y="128300"/>
                </a:lnTo>
                <a:lnTo>
                  <a:pt x="634953" y="135755"/>
                </a:lnTo>
                <a:lnTo>
                  <a:pt x="634953" y="121238"/>
                </a:lnTo>
                <a:cubicBezTo>
                  <a:pt x="630310" y="126862"/>
                  <a:pt x="626174" y="130687"/>
                  <a:pt x="622545" y="132714"/>
                </a:cubicBezTo>
                <a:cubicBezTo>
                  <a:pt x="618916" y="134741"/>
                  <a:pt x="614812" y="135755"/>
                  <a:pt x="610235" y="135755"/>
                </a:cubicBezTo>
                <a:cubicBezTo>
                  <a:pt x="598529" y="135755"/>
                  <a:pt x="589276" y="130518"/>
                  <a:pt x="582476" y="120045"/>
                </a:cubicBezTo>
                <a:cubicBezTo>
                  <a:pt x="576983" y="111536"/>
                  <a:pt x="574236" y="101096"/>
                  <a:pt x="574236" y="88724"/>
                </a:cubicBezTo>
                <a:cubicBezTo>
                  <a:pt x="574236" y="78840"/>
                  <a:pt x="575936" y="69986"/>
                  <a:pt x="579337" y="62164"/>
                </a:cubicBezTo>
                <a:cubicBezTo>
                  <a:pt x="582737" y="54341"/>
                  <a:pt x="587396" y="48433"/>
                  <a:pt x="593314" y="44440"/>
                </a:cubicBezTo>
                <a:cubicBezTo>
                  <a:pt x="599232" y="40447"/>
                  <a:pt x="605592" y="38451"/>
                  <a:pt x="612393" y="38451"/>
                </a:cubicBezTo>
                <a:cubicBezTo>
                  <a:pt x="616774" y="38451"/>
                  <a:pt x="620665" y="39308"/>
                  <a:pt x="624065" y="41023"/>
                </a:cubicBezTo>
                <a:cubicBezTo>
                  <a:pt x="627466" y="42737"/>
                  <a:pt x="631095" y="45738"/>
                  <a:pt x="634953" y="50025"/>
                </a:cubicBezTo>
                <a:lnTo>
                  <a:pt x="634953" y="22364"/>
                </a:lnTo>
                <a:cubicBezTo>
                  <a:pt x="634953" y="15367"/>
                  <a:pt x="634659" y="11149"/>
                  <a:pt x="634070" y="9711"/>
                </a:cubicBezTo>
                <a:cubicBezTo>
                  <a:pt x="633286" y="7814"/>
                  <a:pt x="632108" y="6408"/>
                  <a:pt x="630539" y="5493"/>
                </a:cubicBezTo>
                <a:cubicBezTo>
                  <a:pt x="628970" y="4577"/>
                  <a:pt x="626027" y="4120"/>
                  <a:pt x="621711" y="4120"/>
                </a:cubicBezTo>
                <a:lnTo>
                  <a:pt x="621711" y="0"/>
                </a:lnTo>
                <a:lnTo>
                  <a:pt x="662418" y="0"/>
                </a:lnTo>
                <a:moveTo>
                  <a:pt x="634953" y="61992"/>
                </a:moveTo>
                <a:cubicBezTo>
                  <a:pt x="630114" y="52837"/>
                  <a:pt x="624196" y="48260"/>
                  <a:pt x="617199" y="48260"/>
                </a:cubicBezTo>
                <a:cubicBezTo>
                  <a:pt x="614779" y="48260"/>
                  <a:pt x="612785" y="48914"/>
                  <a:pt x="611216" y="50222"/>
                </a:cubicBezTo>
                <a:cubicBezTo>
                  <a:pt x="608796" y="52249"/>
                  <a:pt x="606818" y="55813"/>
                  <a:pt x="605281" y="60913"/>
                </a:cubicBezTo>
                <a:cubicBezTo>
                  <a:pt x="603744" y="66014"/>
                  <a:pt x="602976" y="73828"/>
                  <a:pt x="602976" y="84356"/>
                </a:cubicBezTo>
                <a:cubicBezTo>
                  <a:pt x="602976" y="95931"/>
                  <a:pt x="603826" y="104497"/>
                  <a:pt x="605526" y="110056"/>
                </a:cubicBezTo>
                <a:cubicBezTo>
                  <a:pt x="607227" y="115614"/>
                  <a:pt x="609548" y="119636"/>
                  <a:pt x="612491" y="122121"/>
                </a:cubicBezTo>
                <a:cubicBezTo>
                  <a:pt x="613995" y="123363"/>
                  <a:pt x="616055" y="123984"/>
                  <a:pt x="618670" y="123984"/>
                </a:cubicBezTo>
                <a:cubicBezTo>
                  <a:pt x="624425" y="123984"/>
                  <a:pt x="629852" y="119458"/>
                  <a:pt x="634953" y="110405"/>
                </a:cubicBezTo>
                <a:lnTo>
                  <a:pt x="634953" y="61992"/>
                </a:lnTo>
                <a:close/>
                <a:moveTo>
                  <a:pt x="735381" y="119472"/>
                </a:moveTo>
                <a:cubicBezTo>
                  <a:pt x="724199" y="129412"/>
                  <a:pt x="714161" y="134382"/>
                  <a:pt x="705268" y="134382"/>
                </a:cubicBezTo>
                <a:cubicBezTo>
                  <a:pt x="700037" y="134382"/>
                  <a:pt x="695688" y="132660"/>
                  <a:pt x="692222" y="129217"/>
                </a:cubicBezTo>
                <a:cubicBezTo>
                  <a:pt x="688756" y="125771"/>
                  <a:pt x="687023" y="121458"/>
                  <a:pt x="687023" y="116275"/>
                </a:cubicBezTo>
                <a:cubicBezTo>
                  <a:pt x="687023" y="109254"/>
                  <a:pt x="690031" y="102938"/>
                  <a:pt x="696048" y="97329"/>
                </a:cubicBezTo>
                <a:cubicBezTo>
                  <a:pt x="702064" y="91719"/>
                  <a:pt x="715175" y="84256"/>
                  <a:pt x="735381" y="74940"/>
                </a:cubicBezTo>
                <a:lnTo>
                  <a:pt x="735381" y="65720"/>
                </a:lnTo>
                <a:cubicBezTo>
                  <a:pt x="735381" y="58788"/>
                  <a:pt x="735005" y="54423"/>
                  <a:pt x="734253" y="52625"/>
                </a:cubicBezTo>
                <a:cubicBezTo>
                  <a:pt x="733501" y="50826"/>
                  <a:pt x="732079" y="49257"/>
                  <a:pt x="729986" y="47916"/>
                </a:cubicBezTo>
                <a:cubicBezTo>
                  <a:pt x="727894" y="46576"/>
                  <a:pt x="725540" y="45906"/>
                  <a:pt x="722924" y="45906"/>
                </a:cubicBezTo>
                <a:cubicBezTo>
                  <a:pt x="718673" y="45906"/>
                  <a:pt x="715175" y="46854"/>
                  <a:pt x="712428" y="48750"/>
                </a:cubicBezTo>
                <a:cubicBezTo>
                  <a:pt x="710728" y="49927"/>
                  <a:pt x="709878" y="51300"/>
                  <a:pt x="709878" y="52870"/>
                </a:cubicBezTo>
                <a:cubicBezTo>
                  <a:pt x="709878" y="54243"/>
                  <a:pt x="710794" y="55943"/>
                  <a:pt x="712625" y="57971"/>
                </a:cubicBezTo>
                <a:cubicBezTo>
                  <a:pt x="715110" y="60782"/>
                  <a:pt x="716352" y="63496"/>
                  <a:pt x="716352" y="66112"/>
                </a:cubicBezTo>
                <a:cubicBezTo>
                  <a:pt x="716352" y="69316"/>
                  <a:pt x="715159" y="72046"/>
                  <a:pt x="712772" y="74302"/>
                </a:cubicBezTo>
                <a:cubicBezTo>
                  <a:pt x="710385" y="76558"/>
                  <a:pt x="707262" y="77686"/>
                  <a:pt x="703404" y="77686"/>
                </a:cubicBezTo>
                <a:cubicBezTo>
                  <a:pt x="699285" y="77686"/>
                  <a:pt x="695835" y="76444"/>
                  <a:pt x="693056" y="73959"/>
                </a:cubicBezTo>
                <a:cubicBezTo>
                  <a:pt x="690277" y="71474"/>
                  <a:pt x="688887" y="68564"/>
                  <a:pt x="688887" y="65229"/>
                </a:cubicBezTo>
                <a:cubicBezTo>
                  <a:pt x="688887" y="60521"/>
                  <a:pt x="690751" y="56025"/>
                  <a:pt x="694478" y="51742"/>
                </a:cubicBezTo>
                <a:cubicBezTo>
                  <a:pt x="698206" y="47459"/>
                  <a:pt x="703404" y="44173"/>
                  <a:pt x="710074" y="41884"/>
                </a:cubicBezTo>
                <a:cubicBezTo>
                  <a:pt x="716744" y="39595"/>
                  <a:pt x="723676" y="38451"/>
                  <a:pt x="730869" y="38451"/>
                </a:cubicBezTo>
                <a:cubicBezTo>
                  <a:pt x="739566" y="38451"/>
                  <a:pt x="746449" y="40303"/>
                  <a:pt x="751517" y="44008"/>
                </a:cubicBezTo>
                <a:cubicBezTo>
                  <a:pt x="756585" y="47711"/>
                  <a:pt x="759871" y="51726"/>
                  <a:pt x="761375" y="56052"/>
                </a:cubicBezTo>
                <a:cubicBezTo>
                  <a:pt x="762290" y="58804"/>
                  <a:pt x="762748" y="65129"/>
                  <a:pt x="762748" y="75026"/>
                </a:cubicBezTo>
                <a:lnTo>
                  <a:pt x="762748" y="110715"/>
                </a:lnTo>
                <a:cubicBezTo>
                  <a:pt x="762748" y="114910"/>
                  <a:pt x="762912" y="117549"/>
                  <a:pt x="763238" y="118632"/>
                </a:cubicBezTo>
                <a:cubicBezTo>
                  <a:pt x="763565" y="119713"/>
                  <a:pt x="764056" y="120516"/>
                  <a:pt x="764710" y="121042"/>
                </a:cubicBezTo>
                <a:cubicBezTo>
                  <a:pt x="765364" y="121565"/>
                  <a:pt x="766116" y="121826"/>
                  <a:pt x="766966" y="121826"/>
                </a:cubicBezTo>
                <a:cubicBezTo>
                  <a:pt x="768666" y="121826"/>
                  <a:pt x="770399" y="120617"/>
                  <a:pt x="772165" y="118197"/>
                </a:cubicBezTo>
                <a:lnTo>
                  <a:pt x="775107" y="120551"/>
                </a:lnTo>
                <a:cubicBezTo>
                  <a:pt x="771838" y="125390"/>
                  <a:pt x="768454" y="128905"/>
                  <a:pt x="764955" y="131096"/>
                </a:cubicBezTo>
                <a:cubicBezTo>
                  <a:pt x="761457" y="133286"/>
                  <a:pt x="757484" y="134382"/>
                  <a:pt x="753037" y="134382"/>
                </a:cubicBezTo>
                <a:cubicBezTo>
                  <a:pt x="747806" y="134382"/>
                  <a:pt x="743719" y="133147"/>
                  <a:pt x="740776" y="130679"/>
                </a:cubicBezTo>
                <a:cubicBezTo>
                  <a:pt x="737833" y="128210"/>
                  <a:pt x="736035" y="124475"/>
                  <a:pt x="735381" y="119472"/>
                </a:cubicBezTo>
                <a:moveTo>
                  <a:pt x="735381" y="112214"/>
                </a:moveTo>
                <a:lnTo>
                  <a:pt x="735381" y="81530"/>
                </a:lnTo>
                <a:cubicBezTo>
                  <a:pt x="727469" y="86196"/>
                  <a:pt x="721583" y="91190"/>
                  <a:pt x="717725" y="96513"/>
                </a:cubicBezTo>
                <a:cubicBezTo>
                  <a:pt x="715175" y="100061"/>
                  <a:pt x="713900" y="103642"/>
                  <a:pt x="713900" y="107257"/>
                </a:cubicBezTo>
                <a:cubicBezTo>
                  <a:pt x="713900" y="110279"/>
                  <a:pt x="714979" y="112941"/>
                  <a:pt x="717137" y="115242"/>
                </a:cubicBezTo>
                <a:cubicBezTo>
                  <a:pt x="718772" y="117016"/>
                  <a:pt x="721060" y="117903"/>
                  <a:pt x="724003" y="117903"/>
                </a:cubicBezTo>
                <a:cubicBezTo>
                  <a:pt x="727273" y="117903"/>
                  <a:pt x="731065" y="116006"/>
                  <a:pt x="735381" y="112214"/>
                </a:cubicBezTo>
                <a:close/>
                <a:moveTo>
                  <a:pt x="822901" y="41197"/>
                </a:moveTo>
                <a:lnTo>
                  <a:pt x="822901" y="53164"/>
                </a:lnTo>
                <a:cubicBezTo>
                  <a:pt x="827610" y="48029"/>
                  <a:pt x="832122" y="44293"/>
                  <a:pt x="836438" y="41958"/>
                </a:cubicBezTo>
                <a:cubicBezTo>
                  <a:pt x="840754" y="39620"/>
                  <a:pt x="845396" y="38451"/>
                  <a:pt x="850366" y="38451"/>
                </a:cubicBezTo>
                <a:cubicBezTo>
                  <a:pt x="856317" y="38451"/>
                  <a:pt x="861254" y="40104"/>
                  <a:pt x="865178" y="43410"/>
                </a:cubicBezTo>
                <a:cubicBezTo>
                  <a:pt x="869101" y="46717"/>
                  <a:pt x="871717" y="50825"/>
                  <a:pt x="873025" y="55736"/>
                </a:cubicBezTo>
                <a:cubicBezTo>
                  <a:pt x="874071" y="59469"/>
                  <a:pt x="874594" y="66640"/>
                  <a:pt x="874594" y="77248"/>
                </a:cubicBezTo>
                <a:lnTo>
                  <a:pt x="874594" y="112998"/>
                </a:lnTo>
                <a:cubicBezTo>
                  <a:pt x="874594" y="120061"/>
                  <a:pt x="875232" y="124458"/>
                  <a:pt x="876507" y="126191"/>
                </a:cubicBezTo>
                <a:cubicBezTo>
                  <a:pt x="877782" y="127924"/>
                  <a:pt x="880447" y="129020"/>
                  <a:pt x="884501" y="129477"/>
                </a:cubicBezTo>
                <a:lnTo>
                  <a:pt x="884501" y="133009"/>
                </a:lnTo>
                <a:lnTo>
                  <a:pt x="838105" y="133009"/>
                </a:lnTo>
                <a:lnTo>
                  <a:pt x="838105" y="129477"/>
                </a:lnTo>
                <a:cubicBezTo>
                  <a:pt x="841571" y="129020"/>
                  <a:pt x="844056" y="127581"/>
                  <a:pt x="845560" y="125161"/>
                </a:cubicBezTo>
                <a:cubicBezTo>
                  <a:pt x="846606" y="123527"/>
                  <a:pt x="847129" y="119472"/>
                  <a:pt x="847129" y="112998"/>
                </a:cubicBezTo>
                <a:lnTo>
                  <a:pt x="847129" y="72193"/>
                </a:lnTo>
                <a:cubicBezTo>
                  <a:pt x="847129" y="64673"/>
                  <a:pt x="846835" y="59932"/>
                  <a:pt x="846247" y="57971"/>
                </a:cubicBezTo>
                <a:cubicBezTo>
                  <a:pt x="845658" y="56009"/>
                  <a:pt x="844661" y="54488"/>
                  <a:pt x="843255" y="53409"/>
                </a:cubicBezTo>
                <a:cubicBezTo>
                  <a:pt x="841849" y="52330"/>
                  <a:pt x="840296" y="51791"/>
                  <a:pt x="838596" y="51791"/>
                </a:cubicBezTo>
                <a:cubicBezTo>
                  <a:pt x="832972" y="51791"/>
                  <a:pt x="827740" y="55845"/>
                  <a:pt x="822901" y="63954"/>
                </a:cubicBezTo>
                <a:lnTo>
                  <a:pt x="822901" y="112998"/>
                </a:lnTo>
                <a:cubicBezTo>
                  <a:pt x="822901" y="119865"/>
                  <a:pt x="823539" y="124213"/>
                  <a:pt x="824814" y="126044"/>
                </a:cubicBezTo>
                <a:cubicBezTo>
                  <a:pt x="826089" y="127875"/>
                  <a:pt x="828460" y="129020"/>
                  <a:pt x="831926" y="129477"/>
                </a:cubicBezTo>
                <a:lnTo>
                  <a:pt x="831926" y="133009"/>
                </a:lnTo>
                <a:lnTo>
                  <a:pt x="785529" y="133009"/>
                </a:lnTo>
                <a:lnTo>
                  <a:pt x="785529" y="129477"/>
                </a:lnTo>
                <a:cubicBezTo>
                  <a:pt x="789388" y="129085"/>
                  <a:pt x="792134" y="127843"/>
                  <a:pt x="793769" y="125750"/>
                </a:cubicBezTo>
                <a:cubicBezTo>
                  <a:pt x="794881" y="124311"/>
                  <a:pt x="795436" y="120061"/>
                  <a:pt x="795436" y="112998"/>
                </a:cubicBezTo>
                <a:lnTo>
                  <a:pt x="795436" y="61207"/>
                </a:lnTo>
                <a:cubicBezTo>
                  <a:pt x="795436" y="54192"/>
                  <a:pt x="794799" y="49824"/>
                  <a:pt x="793524" y="48103"/>
                </a:cubicBezTo>
                <a:cubicBezTo>
                  <a:pt x="792249" y="46383"/>
                  <a:pt x="789584" y="45258"/>
                  <a:pt x="785529" y="44729"/>
                </a:cubicBezTo>
                <a:lnTo>
                  <a:pt x="785529" y="41197"/>
                </a:lnTo>
                <a:lnTo>
                  <a:pt x="822901" y="41197"/>
                </a:lnTo>
                <a:close/>
                <a:moveTo>
                  <a:pt x="933334" y="7455"/>
                </a:moveTo>
                <a:lnTo>
                  <a:pt x="933334" y="41197"/>
                </a:lnTo>
                <a:lnTo>
                  <a:pt x="955110" y="41197"/>
                </a:lnTo>
                <a:lnTo>
                  <a:pt x="955110" y="50810"/>
                </a:lnTo>
                <a:lnTo>
                  <a:pt x="933334" y="50810"/>
                </a:lnTo>
                <a:lnTo>
                  <a:pt x="933334" y="107561"/>
                </a:lnTo>
                <a:cubicBezTo>
                  <a:pt x="933334" y="112872"/>
                  <a:pt x="933580" y="116298"/>
                  <a:pt x="934070" y="117838"/>
                </a:cubicBezTo>
                <a:cubicBezTo>
                  <a:pt x="934560" y="119379"/>
                  <a:pt x="935427" y="120626"/>
                  <a:pt x="936669" y="121578"/>
                </a:cubicBezTo>
                <a:cubicBezTo>
                  <a:pt x="937912" y="122528"/>
                  <a:pt x="939056" y="123003"/>
                  <a:pt x="940102" y="123003"/>
                </a:cubicBezTo>
                <a:cubicBezTo>
                  <a:pt x="944353" y="123003"/>
                  <a:pt x="948375" y="119734"/>
                  <a:pt x="952167" y="113195"/>
                </a:cubicBezTo>
                <a:lnTo>
                  <a:pt x="955110" y="115374"/>
                </a:lnTo>
                <a:cubicBezTo>
                  <a:pt x="949813" y="128046"/>
                  <a:pt x="941214" y="134382"/>
                  <a:pt x="929313" y="134382"/>
                </a:cubicBezTo>
                <a:cubicBezTo>
                  <a:pt x="923493" y="134382"/>
                  <a:pt x="918572" y="132758"/>
                  <a:pt x="914550" y="129511"/>
                </a:cubicBezTo>
                <a:cubicBezTo>
                  <a:pt x="910529" y="126262"/>
                  <a:pt x="907962" y="122636"/>
                  <a:pt x="906850" y="118632"/>
                </a:cubicBezTo>
                <a:cubicBezTo>
                  <a:pt x="906196" y="116401"/>
                  <a:pt x="905869" y="110363"/>
                  <a:pt x="905869" y="100520"/>
                </a:cubicBezTo>
                <a:lnTo>
                  <a:pt x="905869" y="50810"/>
                </a:lnTo>
                <a:lnTo>
                  <a:pt x="893903" y="50810"/>
                </a:lnTo>
                <a:lnTo>
                  <a:pt x="893903" y="47368"/>
                </a:lnTo>
                <a:cubicBezTo>
                  <a:pt x="902142" y="41536"/>
                  <a:pt x="909155" y="35408"/>
                  <a:pt x="914943" y="28985"/>
                </a:cubicBezTo>
                <a:cubicBezTo>
                  <a:pt x="920730" y="22562"/>
                  <a:pt x="925781" y="15386"/>
                  <a:pt x="930097" y="7455"/>
                </a:cubicBezTo>
                <a:lnTo>
                  <a:pt x="933334" y="74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Suggestion">
            <a:extLst xmlns:a="http://schemas.openxmlformats.org/drawingml/2006/main">
              <a:ext uri="{FF2B5EF4-FFF2-40B4-BE49-F238E27FC236}">
                <a16:creationId xmlns:a16="http://schemas.microsoft.com/office/drawing/2014/main" id="{BCC34FFD-AF15-4105-8664-E5709508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458" y="3803095"/>
            <a:ext cx="911842" cy="179306"/>
          </a:xfrm>
          <a:custGeom xmlns:a="http://schemas.openxmlformats.org/drawingml/2006/main">
            <a:pathLst>
              <a:path w="911842" h="179306">
                <a:moveTo>
                  <a:pt x="83964" y="0"/>
                </a:moveTo>
                <a:lnTo>
                  <a:pt x="85043" y="44336"/>
                </a:lnTo>
                <a:lnTo>
                  <a:pt x="81021" y="44336"/>
                </a:lnTo>
                <a:cubicBezTo>
                  <a:pt x="79125" y="33248"/>
                  <a:pt x="74466" y="24329"/>
                  <a:pt x="67044" y="17579"/>
                </a:cubicBezTo>
                <a:cubicBezTo>
                  <a:pt x="59622" y="10830"/>
                  <a:pt x="51595" y="7455"/>
                  <a:pt x="42963" y="7455"/>
                </a:cubicBezTo>
                <a:cubicBezTo>
                  <a:pt x="36293" y="7455"/>
                  <a:pt x="31012" y="9232"/>
                  <a:pt x="27122" y="12785"/>
                </a:cubicBezTo>
                <a:cubicBezTo>
                  <a:pt x="23231" y="16337"/>
                  <a:pt x="21285" y="20427"/>
                  <a:pt x="21285" y="25056"/>
                </a:cubicBezTo>
                <a:cubicBezTo>
                  <a:pt x="21285" y="27988"/>
                  <a:pt x="21972" y="30596"/>
                  <a:pt x="23345" y="32878"/>
                </a:cubicBezTo>
                <a:cubicBezTo>
                  <a:pt x="25242" y="35941"/>
                  <a:pt x="28282" y="38972"/>
                  <a:pt x="32467" y="41970"/>
                </a:cubicBezTo>
                <a:cubicBezTo>
                  <a:pt x="35541" y="44122"/>
                  <a:pt x="42636" y="47936"/>
                  <a:pt x="53753" y="53412"/>
                </a:cubicBezTo>
                <a:cubicBezTo>
                  <a:pt x="69316" y="61039"/>
                  <a:pt x="79812" y="68243"/>
                  <a:pt x="85239" y="75026"/>
                </a:cubicBezTo>
                <a:cubicBezTo>
                  <a:pt x="90601" y="81806"/>
                  <a:pt x="93283" y="89565"/>
                  <a:pt x="93283" y="98303"/>
                </a:cubicBezTo>
                <a:cubicBezTo>
                  <a:pt x="93283" y="109387"/>
                  <a:pt x="88950" y="118924"/>
                  <a:pt x="80286" y="126912"/>
                </a:cubicBezTo>
                <a:cubicBezTo>
                  <a:pt x="71621" y="134900"/>
                  <a:pt x="60619" y="138894"/>
                  <a:pt x="47279" y="138894"/>
                </a:cubicBezTo>
                <a:cubicBezTo>
                  <a:pt x="43094" y="138894"/>
                  <a:pt x="39137" y="138469"/>
                  <a:pt x="35410" y="137619"/>
                </a:cubicBezTo>
                <a:cubicBezTo>
                  <a:pt x="31683" y="136769"/>
                  <a:pt x="27007" y="135166"/>
                  <a:pt x="21383" y="132812"/>
                </a:cubicBezTo>
                <a:cubicBezTo>
                  <a:pt x="18245" y="131504"/>
                  <a:pt x="15662" y="130851"/>
                  <a:pt x="13634" y="130851"/>
                </a:cubicBezTo>
                <a:cubicBezTo>
                  <a:pt x="11934" y="130851"/>
                  <a:pt x="10136" y="131513"/>
                  <a:pt x="8239" y="132837"/>
                </a:cubicBezTo>
                <a:cubicBezTo>
                  <a:pt x="6343" y="134161"/>
                  <a:pt x="4806" y="136180"/>
                  <a:pt x="3629" y="138894"/>
                </a:cubicBezTo>
                <a:lnTo>
                  <a:pt x="0" y="138894"/>
                </a:lnTo>
                <a:lnTo>
                  <a:pt x="0" y="88672"/>
                </a:lnTo>
                <a:lnTo>
                  <a:pt x="3629" y="88672"/>
                </a:lnTo>
                <a:cubicBezTo>
                  <a:pt x="6507" y="102764"/>
                  <a:pt x="12049" y="113513"/>
                  <a:pt x="20255" y="120919"/>
                </a:cubicBezTo>
                <a:cubicBezTo>
                  <a:pt x="28462" y="128325"/>
                  <a:pt x="37306" y="132028"/>
                  <a:pt x="46788" y="132028"/>
                </a:cubicBezTo>
                <a:cubicBezTo>
                  <a:pt x="54112" y="132028"/>
                  <a:pt x="59949" y="130039"/>
                  <a:pt x="64297" y="126063"/>
                </a:cubicBezTo>
                <a:cubicBezTo>
                  <a:pt x="68646" y="122086"/>
                  <a:pt x="70820" y="117457"/>
                  <a:pt x="70820" y="112177"/>
                </a:cubicBezTo>
                <a:cubicBezTo>
                  <a:pt x="70820" y="109048"/>
                  <a:pt x="69986" y="106018"/>
                  <a:pt x="68319" y="103085"/>
                </a:cubicBezTo>
                <a:cubicBezTo>
                  <a:pt x="66651" y="100151"/>
                  <a:pt x="64117" y="97363"/>
                  <a:pt x="60717" y="94723"/>
                </a:cubicBezTo>
                <a:cubicBezTo>
                  <a:pt x="57317" y="92083"/>
                  <a:pt x="51300" y="88645"/>
                  <a:pt x="42669" y="84409"/>
                </a:cubicBezTo>
                <a:cubicBezTo>
                  <a:pt x="30571" y="78476"/>
                  <a:pt x="21874" y="73421"/>
                  <a:pt x="16577" y="69242"/>
                </a:cubicBezTo>
                <a:cubicBezTo>
                  <a:pt x="11280" y="65063"/>
                  <a:pt x="7210" y="60394"/>
                  <a:pt x="4365" y="55236"/>
                </a:cubicBezTo>
                <a:cubicBezTo>
                  <a:pt x="1520" y="50078"/>
                  <a:pt x="98" y="44398"/>
                  <a:pt x="98" y="38196"/>
                </a:cubicBezTo>
                <a:cubicBezTo>
                  <a:pt x="98" y="27619"/>
                  <a:pt x="3989" y="18609"/>
                  <a:pt x="11771" y="11167"/>
                </a:cubicBezTo>
                <a:cubicBezTo>
                  <a:pt x="19552" y="3722"/>
                  <a:pt x="29361" y="0"/>
                  <a:pt x="41197" y="0"/>
                </a:cubicBezTo>
                <a:cubicBezTo>
                  <a:pt x="45513" y="0"/>
                  <a:pt x="49698" y="529"/>
                  <a:pt x="53753" y="1588"/>
                </a:cubicBezTo>
                <a:cubicBezTo>
                  <a:pt x="56826" y="2381"/>
                  <a:pt x="60570" y="3851"/>
                  <a:pt x="64984" y="5999"/>
                </a:cubicBezTo>
                <a:cubicBezTo>
                  <a:pt x="69398" y="8146"/>
                  <a:pt x="72488" y="9220"/>
                  <a:pt x="74253" y="9220"/>
                </a:cubicBezTo>
                <a:cubicBezTo>
                  <a:pt x="75953" y="9220"/>
                  <a:pt x="77294" y="8692"/>
                  <a:pt x="78275" y="7636"/>
                </a:cubicBezTo>
                <a:cubicBezTo>
                  <a:pt x="79256" y="6577"/>
                  <a:pt x="80171" y="4032"/>
                  <a:pt x="81021" y="0"/>
                </a:cubicBezTo>
                <a:lnTo>
                  <a:pt x="83964" y="0"/>
                </a:lnTo>
                <a:close/>
                <a:moveTo>
                  <a:pt x="196438" y="44140"/>
                </a:moveTo>
                <a:lnTo>
                  <a:pt x="196438" y="115941"/>
                </a:lnTo>
                <a:cubicBezTo>
                  <a:pt x="196438" y="122981"/>
                  <a:pt x="197092" y="127372"/>
                  <a:pt x="198400" y="129116"/>
                </a:cubicBezTo>
                <a:cubicBezTo>
                  <a:pt x="199707" y="130859"/>
                  <a:pt x="202356" y="131960"/>
                  <a:pt x="206345" y="132420"/>
                </a:cubicBezTo>
                <a:lnTo>
                  <a:pt x="206345" y="135951"/>
                </a:lnTo>
                <a:lnTo>
                  <a:pt x="168973" y="135951"/>
                </a:lnTo>
                <a:lnTo>
                  <a:pt x="168973" y="123690"/>
                </a:lnTo>
                <a:cubicBezTo>
                  <a:pt x="164592" y="128921"/>
                  <a:pt x="160210" y="132731"/>
                  <a:pt x="155829" y="135117"/>
                </a:cubicBezTo>
                <a:cubicBezTo>
                  <a:pt x="151448" y="137504"/>
                  <a:pt x="146543" y="138698"/>
                  <a:pt x="141116" y="138698"/>
                </a:cubicBezTo>
                <a:cubicBezTo>
                  <a:pt x="135950" y="138698"/>
                  <a:pt x="131356" y="137112"/>
                  <a:pt x="127334" y="133940"/>
                </a:cubicBezTo>
                <a:cubicBezTo>
                  <a:pt x="123313" y="130769"/>
                  <a:pt x="120615" y="127058"/>
                  <a:pt x="119242" y="122807"/>
                </a:cubicBezTo>
                <a:cubicBezTo>
                  <a:pt x="117869" y="118557"/>
                  <a:pt x="117182" y="111135"/>
                  <a:pt x="117182" y="100541"/>
                </a:cubicBezTo>
                <a:lnTo>
                  <a:pt x="117182" y="64150"/>
                </a:lnTo>
                <a:cubicBezTo>
                  <a:pt x="117182" y="57135"/>
                  <a:pt x="116544" y="52767"/>
                  <a:pt x="115269" y="51046"/>
                </a:cubicBezTo>
                <a:cubicBezTo>
                  <a:pt x="113994" y="49325"/>
                  <a:pt x="111329" y="48200"/>
                  <a:pt x="107275" y="47671"/>
                </a:cubicBezTo>
                <a:lnTo>
                  <a:pt x="107275" y="44140"/>
                </a:lnTo>
                <a:lnTo>
                  <a:pt x="144647" y="44140"/>
                </a:lnTo>
                <a:lnTo>
                  <a:pt x="144647" y="106895"/>
                </a:lnTo>
                <a:cubicBezTo>
                  <a:pt x="144647" y="113443"/>
                  <a:pt x="144957" y="117666"/>
                  <a:pt x="145579" y="119564"/>
                </a:cubicBezTo>
                <a:cubicBezTo>
                  <a:pt x="146200" y="121463"/>
                  <a:pt x="147181" y="122903"/>
                  <a:pt x="148521" y="123886"/>
                </a:cubicBezTo>
                <a:cubicBezTo>
                  <a:pt x="149862" y="124867"/>
                  <a:pt x="151415" y="125358"/>
                  <a:pt x="153181" y="125358"/>
                </a:cubicBezTo>
                <a:cubicBezTo>
                  <a:pt x="155535" y="125358"/>
                  <a:pt x="157660" y="124736"/>
                  <a:pt x="159556" y="123494"/>
                </a:cubicBezTo>
                <a:cubicBezTo>
                  <a:pt x="162172" y="121794"/>
                  <a:pt x="165311" y="118361"/>
                  <a:pt x="168973" y="113195"/>
                </a:cubicBezTo>
                <a:lnTo>
                  <a:pt x="168973" y="64150"/>
                </a:lnTo>
                <a:cubicBezTo>
                  <a:pt x="168973" y="57135"/>
                  <a:pt x="168335" y="52767"/>
                  <a:pt x="167060" y="51046"/>
                </a:cubicBezTo>
                <a:cubicBezTo>
                  <a:pt x="165785" y="49325"/>
                  <a:pt x="163120" y="48200"/>
                  <a:pt x="159066" y="47671"/>
                </a:cubicBezTo>
                <a:lnTo>
                  <a:pt x="159066" y="44140"/>
                </a:lnTo>
                <a:lnTo>
                  <a:pt x="196438" y="44140"/>
                </a:lnTo>
                <a:close/>
                <a:moveTo>
                  <a:pt x="278208" y="45317"/>
                </a:moveTo>
                <a:lnTo>
                  <a:pt x="309106" y="45317"/>
                </a:lnTo>
                <a:lnTo>
                  <a:pt x="309106" y="56107"/>
                </a:lnTo>
                <a:lnTo>
                  <a:pt x="291548" y="56107"/>
                </a:lnTo>
                <a:cubicBezTo>
                  <a:pt x="294752" y="59311"/>
                  <a:pt x="296976" y="62221"/>
                  <a:pt x="298218" y="64837"/>
                </a:cubicBezTo>
                <a:cubicBezTo>
                  <a:pt x="299787" y="68368"/>
                  <a:pt x="300572" y="72063"/>
                  <a:pt x="300572" y="75921"/>
                </a:cubicBezTo>
                <a:cubicBezTo>
                  <a:pt x="300572" y="82460"/>
                  <a:pt x="298758" y="88133"/>
                  <a:pt x="295128" y="92939"/>
                </a:cubicBezTo>
                <a:cubicBezTo>
                  <a:pt x="291499" y="97746"/>
                  <a:pt x="286562" y="101506"/>
                  <a:pt x="280317" y="104219"/>
                </a:cubicBezTo>
                <a:cubicBezTo>
                  <a:pt x="274072" y="106933"/>
                  <a:pt x="268530" y="108290"/>
                  <a:pt x="263691" y="108290"/>
                </a:cubicBezTo>
                <a:cubicBezTo>
                  <a:pt x="263298" y="108290"/>
                  <a:pt x="259375" y="108127"/>
                  <a:pt x="251920" y="107800"/>
                </a:cubicBezTo>
                <a:cubicBezTo>
                  <a:pt x="248977" y="107800"/>
                  <a:pt x="246509" y="108759"/>
                  <a:pt x="244514" y="110678"/>
                </a:cubicBezTo>
                <a:cubicBezTo>
                  <a:pt x="242520" y="112597"/>
                  <a:pt x="241523" y="114889"/>
                  <a:pt x="241523" y="117553"/>
                </a:cubicBezTo>
                <a:cubicBezTo>
                  <a:pt x="241523" y="119895"/>
                  <a:pt x="242422" y="121814"/>
                  <a:pt x="244220" y="123310"/>
                </a:cubicBezTo>
                <a:cubicBezTo>
                  <a:pt x="246018" y="124806"/>
                  <a:pt x="248945" y="125554"/>
                  <a:pt x="252999" y="125554"/>
                </a:cubicBezTo>
                <a:lnTo>
                  <a:pt x="269968" y="125358"/>
                </a:lnTo>
                <a:cubicBezTo>
                  <a:pt x="283701" y="125358"/>
                  <a:pt x="293150" y="126865"/>
                  <a:pt x="298316" y="129879"/>
                </a:cubicBezTo>
                <a:cubicBezTo>
                  <a:pt x="305705" y="134070"/>
                  <a:pt x="309400" y="140523"/>
                  <a:pt x="309400" y="149236"/>
                </a:cubicBezTo>
                <a:cubicBezTo>
                  <a:pt x="309400" y="154805"/>
                  <a:pt x="307700" y="159865"/>
                  <a:pt x="304300" y="164418"/>
                </a:cubicBezTo>
                <a:cubicBezTo>
                  <a:pt x="300899" y="168971"/>
                  <a:pt x="296420" y="172329"/>
                  <a:pt x="290861" y="174491"/>
                </a:cubicBezTo>
                <a:cubicBezTo>
                  <a:pt x="282426" y="177701"/>
                  <a:pt x="272715" y="179306"/>
                  <a:pt x="261729" y="179306"/>
                </a:cubicBezTo>
                <a:cubicBezTo>
                  <a:pt x="253490" y="179306"/>
                  <a:pt x="245969" y="178505"/>
                  <a:pt x="239169" y="176903"/>
                </a:cubicBezTo>
                <a:cubicBezTo>
                  <a:pt x="232368" y="175301"/>
                  <a:pt x="227496" y="173077"/>
                  <a:pt x="224553" y="170230"/>
                </a:cubicBezTo>
                <a:cubicBezTo>
                  <a:pt x="221611" y="167386"/>
                  <a:pt x="220139" y="164393"/>
                  <a:pt x="220139" y="161252"/>
                </a:cubicBezTo>
                <a:cubicBezTo>
                  <a:pt x="220139" y="158244"/>
                  <a:pt x="221267" y="155545"/>
                  <a:pt x="223523" y="153157"/>
                </a:cubicBezTo>
                <a:cubicBezTo>
                  <a:pt x="225779" y="150770"/>
                  <a:pt x="229981" y="148759"/>
                  <a:pt x="236128" y="147124"/>
                </a:cubicBezTo>
                <a:cubicBezTo>
                  <a:pt x="227627" y="142939"/>
                  <a:pt x="223376" y="137120"/>
                  <a:pt x="223376" y="129667"/>
                </a:cubicBezTo>
                <a:cubicBezTo>
                  <a:pt x="223376" y="125155"/>
                  <a:pt x="225109" y="120775"/>
                  <a:pt x="228575" y="116527"/>
                </a:cubicBezTo>
                <a:cubicBezTo>
                  <a:pt x="232041" y="112276"/>
                  <a:pt x="237534" y="108581"/>
                  <a:pt x="245054" y="105442"/>
                </a:cubicBezTo>
                <a:cubicBezTo>
                  <a:pt x="236291" y="102234"/>
                  <a:pt x="229948" y="98010"/>
                  <a:pt x="226025" y="92771"/>
                </a:cubicBezTo>
                <a:cubicBezTo>
                  <a:pt x="222101" y="87531"/>
                  <a:pt x="220139" y="81473"/>
                  <a:pt x="220139" y="74597"/>
                </a:cubicBezTo>
                <a:cubicBezTo>
                  <a:pt x="220139" y="65626"/>
                  <a:pt x="223801" y="57849"/>
                  <a:pt x="231125" y="51267"/>
                </a:cubicBezTo>
                <a:cubicBezTo>
                  <a:pt x="238449" y="44685"/>
                  <a:pt x="247866" y="41394"/>
                  <a:pt x="259375" y="41394"/>
                </a:cubicBezTo>
                <a:cubicBezTo>
                  <a:pt x="265456" y="41394"/>
                  <a:pt x="271734" y="42701"/>
                  <a:pt x="278208" y="45317"/>
                </a:cubicBezTo>
                <a:moveTo>
                  <a:pt x="261239" y="47671"/>
                </a:moveTo>
                <a:cubicBezTo>
                  <a:pt x="257446" y="47671"/>
                  <a:pt x="254242" y="49581"/>
                  <a:pt x="251626" y="53400"/>
                </a:cubicBezTo>
                <a:cubicBezTo>
                  <a:pt x="249010" y="57217"/>
                  <a:pt x="247702" y="65132"/>
                  <a:pt x="247702" y="77144"/>
                </a:cubicBezTo>
                <a:cubicBezTo>
                  <a:pt x="247702" y="86869"/>
                  <a:pt x="248994" y="93543"/>
                  <a:pt x="251577" y="97166"/>
                </a:cubicBezTo>
                <a:cubicBezTo>
                  <a:pt x="254160" y="100789"/>
                  <a:pt x="257217" y="102601"/>
                  <a:pt x="260748" y="102601"/>
                </a:cubicBezTo>
                <a:cubicBezTo>
                  <a:pt x="264672" y="102601"/>
                  <a:pt x="267941" y="100806"/>
                  <a:pt x="270557" y="97215"/>
                </a:cubicBezTo>
                <a:cubicBezTo>
                  <a:pt x="273173" y="93625"/>
                  <a:pt x="274481" y="86640"/>
                  <a:pt x="274481" y="76261"/>
                </a:cubicBezTo>
                <a:cubicBezTo>
                  <a:pt x="274481" y="64578"/>
                  <a:pt x="273009" y="56615"/>
                  <a:pt x="270067" y="52370"/>
                </a:cubicBezTo>
                <a:cubicBezTo>
                  <a:pt x="267974" y="49238"/>
                  <a:pt x="265031" y="47671"/>
                  <a:pt x="261239" y="47671"/>
                </a:cubicBezTo>
                <a:moveTo>
                  <a:pt x="255451" y="149487"/>
                </a:moveTo>
                <a:cubicBezTo>
                  <a:pt x="248781" y="149487"/>
                  <a:pt x="244367" y="150041"/>
                  <a:pt x="242209" y="151149"/>
                </a:cubicBezTo>
                <a:cubicBezTo>
                  <a:pt x="238482" y="153166"/>
                  <a:pt x="236618" y="155900"/>
                  <a:pt x="236618" y="159352"/>
                </a:cubicBezTo>
                <a:cubicBezTo>
                  <a:pt x="236618" y="162672"/>
                  <a:pt x="238547" y="165683"/>
                  <a:pt x="242405" y="168385"/>
                </a:cubicBezTo>
                <a:cubicBezTo>
                  <a:pt x="246264" y="171088"/>
                  <a:pt x="253522" y="172440"/>
                  <a:pt x="264181" y="172440"/>
                </a:cubicBezTo>
                <a:cubicBezTo>
                  <a:pt x="273271" y="172440"/>
                  <a:pt x="280415" y="171236"/>
                  <a:pt x="285614" y="168826"/>
                </a:cubicBezTo>
                <a:cubicBezTo>
                  <a:pt x="290812" y="166417"/>
                  <a:pt x="293412" y="163031"/>
                  <a:pt x="293412" y="158668"/>
                </a:cubicBezTo>
                <a:cubicBezTo>
                  <a:pt x="293412" y="157041"/>
                  <a:pt x="292921" y="155674"/>
                  <a:pt x="291940" y="154567"/>
                </a:cubicBezTo>
                <a:cubicBezTo>
                  <a:pt x="290175" y="152613"/>
                  <a:pt x="287510" y="151278"/>
                  <a:pt x="283946" y="150560"/>
                </a:cubicBezTo>
                <a:cubicBezTo>
                  <a:pt x="280382" y="149845"/>
                  <a:pt x="270884" y="149487"/>
                  <a:pt x="255451" y="149487"/>
                </a:cubicBezTo>
                <a:close/>
                <a:moveTo>
                  <a:pt x="378852" y="45317"/>
                </a:moveTo>
                <a:lnTo>
                  <a:pt x="409750" y="45317"/>
                </a:lnTo>
                <a:lnTo>
                  <a:pt x="409750" y="56107"/>
                </a:lnTo>
                <a:lnTo>
                  <a:pt x="392192" y="56107"/>
                </a:lnTo>
                <a:cubicBezTo>
                  <a:pt x="395396" y="59311"/>
                  <a:pt x="397619" y="62221"/>
                  <a:pt x="398862" y="64837"/>
                </a:cubicBezTo>
                <a:cubicBezTo>
                  <a:pt x="400431" y="68368"/>
                  <a:pt x="401216" y="72063"/>
                  <a:pt x="401216" y="75921"/>
                </a:cubicBezTo>
                <a:cubicBezTo>
                  <a:pt x="401216" y="82460"/>
                  <a:pt x="399401" y="88133"/>
                  <a:pt x="395772" y="92939"/>
                </a:cubicBezTo>
                <a:cubicBezTo>
                  <a:pt x="392143" y="97746"/>
                  <a:pt x="387206" y="101506"/>
                  <a:pt x="380961" y="104219"/>
                </a:cubicBezTo>
                <a:cubicBezTo>
                  <a:pt x="374716" y="106933"/>
                  <a:pt x="369174" y="108290"/>
                  <a:pt x="364334" y="108290"/>
                </a:cubicBezTo>
                <a:cubicBezTo>
                  <a:pt x="363942" y="108290"/>
                  <a:pt x="360019" y="108127"/>
                  <a:pt x="352564" y="107800"/>
                </a:cubicBezTo>
                <a:cubicBezTo>
                  <a:pt x="349621" y="107800"/>
                  <a:pt x="347153" y="108759"/>
                  <a:pt x="345158" y="110678"/>
                </a:cubicBezTo>
                <a:cubicBezTo>
                  <a:pt x="343164" y="112597"/>
                  <a:pt x="342166" y="114889"/>
                  <a:pt x="342166" y="117553"/>
                </a:cubicBezTo>
                <a:cubicBezTo>
                  <a:pt x="342166" y="119895"/>
                  <a:pt x="343066" y="121814"/>
                  <a:pt x="344864" y="123310"/>
                </a:cubicBezTo>
                <a:cubicBezTo>
                  <a:pt x="346662" y="124806"/>
                  <a:pt x="349588" y="125554"/>
                  <a:pt x="353643" y="125554"/>
                </a:cubicBezTo>
                <a:lnTo>
                  <a:pt x="370612" y="125358"/>
                </a:lnTo>
                <a:cubicBezTo>
                  <a:pt x="384345" y="125358"/>
                  <a:pt x="393794" y="126865"/>
                  <a:pt x="398960" y="129879"/>
                </a:cubicBezTo>
                <a:cubicBezTo>
                  <a:pt x="406349" y="134070"/>
                  <a:pt x="410044" y="140523"/>
                  <a:pt x="410044" y="149236"/>
                </a:cubicBezTo>
                <a:cubicBezTo>
                  <a:pt x="410044" y="154805"/>
                  <a:pt x="408344" y="159865"/>
                  <a:pt x="404943" y="164418"/>
                </a:cubicBezTo>
                <a:cubicBezTo>
                  <a:pt x="401543" y="168971"/>
                  <a:pt x="397063" y="172329"/>
                  <a:pt x="391505" y="174491"/>
                </a:cubicBezTo>
                <a:cubicBezTo>
                  <a:pt x="383069" y="177701"/>
                  <a:pt x="373359" y="179306"/>
                  <a:pt x="362373" y="179306"/>
                </a:cubicBezTo>
                <a:cubicBezTo>
                  <a:pt x="354133" y="179306"/>
                  <a:pt x="346613" y="178505"/>
                  <a:pt x="339812" y="176903"/>
                </a:cubicBezTo>
                <a:cubicBezTo>
                  <a:pt x="333011" y="175301"/>
                  <a:pt x="328140" y="173077"/>
                  <a:pt x="325197" y="170230"/>
                </a:cubicBezTo>
                <a:cubicBezTo>
                  <a:pt x="322254" y="167386"/>
                  <a:pt x="320783" y="164393"/>
                  <a:pt x="320783" y="161252"/>
                </a:cubicBezTo>
                <a:cubicBezTo>
                  <a:pt x="320783" y="158244"/>
                  <a:pt x="321911" y="155545"/>
                  <a:pt x="324167" y="153157"/>
                </a:cubicBezTo>
                <a:cubicBezTo>
                  <a:pt x="326423" y="150770"/>
                  <a:pt x="330625" y="148759"/>
                  <a:pt x="336772" y="147124"/>
                </a:cubicBezTo>
                <a:cubicBezTo>
                  <a:pt x="328270" y="142939"/>
                  <a:pt x="324020" y="137120"/>
                  <a:pt x="324020" y="129667"/>
                </a:cubicBezTo>
                <a:cubicBezTo>
                  <a:pt x="324020" y="125155"/>
                  <a:pt x="325753" y="120775"/>
                  <a:pt x="329219" y="116527"/>
                </a:cubicBezTo>
                <a:cubicBezTo>
                  <a:pt x="332684" y="112276"/>
                  <a:pt x="338177" y="108581"/>
                  <a:pt x="345698" y="105442"/>
                </a:cubicBezTo>
                <a:cubicBezTo>
                  <a:pt x="336935" y="102234"/>
                  <a:pt x="330592" y="98010"/>
                  <a:pt x="326668" y="92771"/>
                </a:cubicBezTo>
                <a:cubicBezTo>
                  <a:pt x="322745" y="87531"/>
                  <a:pt x="320783" y="81473"/>
                  <a:pt x="320783" y="74597"/>
                </a:cubicBezTo>
                <a:cubicBezTo>
                  <a:pt x="320783" y="65626"/>
                  <a:pt x="324445" y="57849"/>
                  <a:pt x="331769" y="51267"/>
                </a:cubicBezTo>
                <a:cubicBezTo>
                  <a:pt x="339093" y="44685"/>
                  <a:pt x="348509" y="41394"/>
                  <a:pt x="360019" y="41394"/>
                </a:cubicBezTo>
                <a:cubicBezTo>
                  <a:pt x="366100" y="41394"/>
                  <a:pt x="372378" y="42701"/>
                  <a:pt x="378852" y="45317"/>
                </a:cubicBezTo>
                <a:moveTo>
                  <a:pt x="361882" y="47671"/>
                </a:moveTo>
                <a:cubicBezTo>
                  <a:pt x="358089" y="47671"/>
                  <a:pt x="354885" y="49581"/>
                  <a:pt x="352270" y="53400"/>
                </a:cubicBezTo>
                <a:cubicBezTo>
                  <a:pt x="349654" y="57217"/>
                  <a:pt x="348346" y="65132"/>
                  <a:pt x="348346" y="77144"/>
                </a:cubicBezTo>
                <a:cubicBezTo>
                  <a:pt x="348346" y="86869"/>
                  <a:pt x="349637" y="93543"/>
                  <a:pt x="352220" y="97166"/>
                </a:cubicBezTo>
                <a:cubicBezTo>
                  <a:pt x="354804" y="100789"/>
                  <a:pt x="357861" y="102601"/>
                  <a:pt x="361392" y="102601"/>
                </a:cubicBezTo>
                <a:cubicBezTo>
                  <a:pt x="365315" y="102601"/>
                  <a:pt x="368585" y="100806"/>
                  <a:pt x="371201" y="97215"/>
                </a:cubicBezTo>
                <a:cubicBezTo>
                  <a:pt x="373816" y="93625"/>
                  <a:pt x="375124" y="86640"/>
                  <a:pt x="375124" y="76261"/>
                </a:cubicBezTo>
                <a:cubicBezTo>
                  <a:pt x="375124" y="64578"/>
                  <a:pt x="373653" y="56615"/>
                  <a:pt x="370710" y="52370"/>
                </a:cubicBezTo>
                <a:cubicBezTo>
                  <a:pt x="368618" y="49238"/>
                  <a:pt x="365675" y="47671"/>
                  <a:pt x="361882" y="47671"/>
                </a:cubicBezTo>
                <a:moveTo>
                  <a:pt x="356095" y="149487"/>
                </a:moveTo>
                <a:cubicBezTo>
                  <a:pt x="349425" y="149487"/>
                  <a:pt x="345011" y="150041"/>
                  <a:pt x="342853" y="151149"/>
                </a:cubicBezTo>
                <a:cubicBezTo>
                  <a:pt x="339126" y="153166"/>
                  <a:pt x="337262" y="155900"/>
                  <a:pt x="337262" y="159352"/>
                </a:cubicBezTo>
                <a:cubicBezTo>
                  <a:pt x="337262" y="162672"/>
                  <a:pt x="339191" y="165683"/>
                  <a:pt x="343049" y="168385"/>
                </a:cubicBezTo>
                <a:cubicBezTo>
                  <a:pt x="346907" y="171088"/>
                  <a:pt x="354166" y="172440"/>
                  <a:pt x="364825" y="172440"/>
                </a:cubicBezTo>
                <a:cubicBezTo>
                  <a:pt x="373914" y="172440"/>
                  <a:pt x="381059" y="171236"/>
                  <a:pt x="386257" y="168826"/>
                </a:cubicBezTo>
                <a:cubicBezTo>
                  <a:pt x="391456" y="166417"/>
                  <a:pt x="394055" y="163031"/>
                  <a:pt x="394055" y="158668"/>
                </a:cubicBezTo>
                <a:cubicBezTo>
                  <a:pt x="394055" y="157041"/>
                  <a:pt x="393565" y="155674"/>
                  <a:pt x="392584" y="154567"/>
                </a:cubicBezTo>
                <a:cubicBezTo>
                  <a:pt x="390818" y="152613"/>
                  <a:pt x="388154" y="151278"/>
                  <a:pt x="384590" y="150560"/>
                </a:cubicBezTo>
                <a:cubicBezTo>
                  <a:pt x="381026" y="149845"/>
                  <a:pt x="371528" y="149487"/>
                  <a:pt x="356095" y="149487"/>
                </a:cubicBezTo>
                <a:close/>
                <a:moveTo>
                  <a:pt x="498329" y="86711"/>
                </a:moveTo>
                <a:lnTo>
                  <a:pt x="448009" y="86711"/>
                </a:lnTo>
                <a:cubicBezTo>
                  <a:pt x="448598" y="98906"/>
                  <a:pt x="451835" y="108545"/>
                  <a:pt x="457720" y="115625"/>
                </a:cubicBezTo>
                <a:cubicBezTo>
                  <a:pt x="462232" y="121067"/>
                  <a:pt x="467660" y="123788"/>
                  <a:pt x="474003" y="123788"/>
                </a:cubicBezTo>
                <a:cubicBezTo>
                  <a:pt x="477926" y="123788"/>
                  <a:pt x="481490" y="122693"/>
                  <a:pt x="484694" y="120502"/>
                </a:cubicBezTo>
                <a:cubicBezTo>
                  <a:pt x="487899" y="118312"/>
                  <a:pt x="491332" y="114372"/>
                  <a:pt x="494994" y="108682"/>
                </a:cubicBezTo>
                <a:lnTo>
                  <a:pt x="498329" y="110840"/>
                </a:lnTo>
                <a:cubicBezTo>
                  <a:pt x="493359" y="120976"/>
                  <a:pt x="487866" y="128153"/>
                  <a:pt x="481850" y="132371"/>
                </a:cubicBezTo>
                <a:cubicBezTo>
                  <a:pt x="475834" y="136589"/>
                  <a:pt x="468869" y="138698"/>
                  <a:pt x="460957" y="138698"/>
                </a:cubicBezTo>
                <a:cubicBezTo>
                  <a:pt x="447355" y="138698"/>
                  <a:pt x="437056" y="133461"/>
                  <a:pt x="430059" y="122988"/>
                </a:cubicBezTo>
                <a:cubicBezTo>
                  <a:pt x="424435" y="114544"/>
                  <a:pt x="421623" y="104071"/>
                  <a:pt x="421623" y="91569"/>
                </a:cubicBezTo>
                <a:cubicBezTo>
                  <a:pt x="421623" y="76251"/>
                  <a:pt x="425759" y="64059"/>
                  <a:pt x="434031" y="54994"/>
                </a:cubicBezTo>
                <a:cubicBezTo>
                  <a:pt x="442304" y="45927"/>
                  <a:pt x="451998" y="41394"/>
                  <a:pt x="463115" y="41394"/>
                </a:cubicBezTo>
                <a:cubicBezTo>
                  <a:pt x="472401" y="41394"/>
                  <a:pt x="480460" y="45203"/>
                  <a:pt x="487294" y="52821"/>
                </a:cubicBezTo>
                <a:cubicBezTo>
                  <a:pt x="494127" y="60439"/>
                  <a:pt x="497806" y="71736"/>
                  <a:pt x="498329" y="86711"/>
                </a:cubicBezTo>
                <a:moveTo>
                  <a:pt x="474199" y="80237"/>
                </a:moveTo>
                <a:cubicBezTo>
                  <a:pt x="474199" y="69708"/>
                  <a:pt x="473627" y="62483"/>
                  <a:pt x="472482" y="58559"/>
                </a:cubicBezTo>
                <a:cubicBezTo>
                  <a:pt x="471338" y="54635"/>
                  <a:pt x="469556" y="51660"/>
                  <a:pt x="467136" y="49633"/>
                </a:cubicBezTo>
                <a:cubicBezTo>
                  <a:pt x="465763" y="48456"/>
                  <a:pt x="463932" y="47867"/>
                  <a:pt x="461643" y="47867"/>
                </a:cubicBezTo>
                <a:cubicBezTo>
                  <a:pt x="458243" y="47867"/>
                  <a:pt x="455464" y="49535"/>
                  <a:pt x="453306" y="52870"/>
                </a:cubicBezTo>
                <a:cubicBezTo>
                  <a:pt x="449448" y="58690"/>
                  <a:pt x="447519" y="66668"/>
                  <a:pt x="447519" y="76804"/>
                </a:cubicBezTo>
                <a:lnTo>
                  <a:pt x="447519" y="80237"/>
                </a:lnTo>
                <a:lnTo>
                  <a:pt x="474199" y="80237"/>
                </a:lnTo>
                <a:close/>
                <a:moveTo>
                  <a:pt x="568610" y="41786"/>
                </a:moveTo>
                <a:lnTo>
                  <a:pt x="570081" y="73174"/>
                </a:lnTo>
                <a:lnTo>
                  <a:pt x="566746" y="73174"/>
                </a:lnTo>
                <a:cubicBezTo>
                  <a:pt x="562757" y="63813"/>
                  <a:pt x="558621" y="57419"/>
                  <a:pt x="554338" y="53992"/>
                </a:cubicBezTo>
                <a:cubicBezTo>
                  <a:pt x="550055" y="50563"/>
                  <a:pt x="545788" y="48848"/>
                  <a:pt x="541537" y="48848"/>
                </a:cubicBezTo>
                <a:cubicBezTo>
                  <a:pt x="538856" y="48848"/>
                  <a:pt x="536567" y="49747"/>
                  <a:pt x="534671" y="51546"/>
                </a:cubicBezTo>
                <a:cubicBezTo>
                  <a:pt x="532775" y="53344"/>
                  <a:pt x="531826" y="55420"/>
                  <a:pt x="531826" y="57774"/>
                </a:cubicBezTo>
                <a:cubicBezTo>
                  <a:pt x="531826" y="59540"/>
                  <a:pt x="532480" y="61240"/>
                  <a:pt x="533788" y="62875"/>
                </a:cubicBezTo>
                <a:cubicBezTo>
                  <a:pt x="535881" y="65556"/>
                  <a:pt x="541733" y="70150"/>
                  <a:pt x="551346" y="76656"/>
                </a:cubicBezTo>
                <a:cubicBezTo>
                  <a:pt x="560959" y="83163"/>
                  <a:pt x="567286" y="88689"/>
                  <a:pt x="570326" y="93233"/>
                </a:cubicBezTo>
                <a:cubicBezTo>
                  <a:pt x="573367" y="97778"/>
                  <a:pt x="574887" y="102863"/>
                  <a:pt x="574887" y="108486"/>
                </a:cubicBezTo>
                <a:cubicBezTo>
                  <a:pt x="574887" y="113587"/>
                  <a:pt x="573612" y="118589"/>
                  <a:pt x="571062" y="123494"/>
                </a:cubicBezTo>
                <a:cubicBezTo>
                  <a:pt x="568512" y="128398"/>
                  <a:pt x="564915" y="132158"/>
                  <a:pt x="560272" y="134774"/>
                </a:cubicBezTo>
                <a:cubicBezTo>
                  <a:pt x="555629" y="137390"/>
                  <a:pt x="550496" y="138698"/>
                  <a:pt x="544872" y="138698"/>
                </a:cubicBezTo>
                <a:cubicBezTo>
                  <a:pt x="540491" y="138698"/>
                  <a:pt x="534638" y="137299"/>
                  <a:pt x="527314" y="134501"/>
                </a:cubicBezTo>
                <a:cubicBezTo>
                  <a:pt x="525353" y="133768"/>
                  <a:pt x="524012" y="133401"/>
                  <a:pt x="523293" y="133401"/>
                </a:cubicBezTo>
                <a:cubicBezTo>
                  <a:pt x="521135" y="133401"/>
                  <a:pt x="519336" y="135036"/>
                  <a:pt x="517898" y="138305"/>
                </a:cubicBezTo>
                <a:lnTo>
                  <a:pt x="514661" y="138305"/>
                </a:lnTo>
                <a:lnTo>
                  <a:pt x="513091" y="105347"/>
                </a:lnTo>
                <a:lnTo>
                  <a:pt x="516427" y="105347"/>
                </a:lnTo>
                <a:cubicBezTo>
                  <a:pt x="519369" y="113979"/>
                  <a:pt x="523407" y="120453"/>
                  <a:pt x="528540" y="124769"/>
                </a:cubicBezTo>
                <a:cubicBezTo>
                  <a:pt x="533674" y="129085"/>
                  <a:pt x="538529" y="131243"/>
                  <a:pt x="543107" y="131243"/>
                </a:cubicBezTo>
                <a:cubicBezTo>
                  <a:pt x="546246" y="131243"/>
                  <a:pt x="548812" y="130278"/>
                  <a:pt x="550807" y="128349"/>
                </a:cubicBezTo>
                <a:cubicBezTo>
                  <a:pt x="552801" y="126420"/>
                  <a:pt x="553798" y="124082"/>
                  <a:pt x="553798" y="121336"/>
                </a:cubicBezTo>
                <a:cubicBezTo>
                  <a:pt x="553798" y="118197"/>
                  <a:pt x="552817" y="115483"/>
                  <a:pt x="550856" y="113195"/>
                </a:cubicBezTo>
                <a:cubicBezTo>
                  <a:pt x="548894" y="110906"/>
                  <a:pt x="544513" y="107440"/>
                  <a:pt x="537712" y="102797"/>
                </a:cubicBezTo>
                <a:cubicBezTo>
                  <a:pt x="527707" y="95866"/>
                  <a:pt x="521233" y="90569"/>
                  <a:pt x="518290" y="86907"/>
                </a:cubicBezTo>
                <a:cubicBezTo>
                  <a:pt x="513974" y="81545"/>
                  <a:pt x="511816" y="75627"/>
                  <a:pt x="511816" y="69153"/>
                </a:cubicBezTo>
                <a:cubicBezTo>
                  <a:pt x="511816" y="62090"/>
                  <a:pt x="514252" y="55698"/>
                  <a:pt x="519124" y="49976"/>
                </a:cubicBezTo>
                <a:cubicBezTo>
                  <a:pt x="523996" y="44254"/>
                  <a:pt x="531042" y="41394"/>
                  <a:pt x="540262" y="41394"/>
                </a:cubicBezTo>
                <a:cubicBezTo>
                  <a:pt x="545232" y="41394"/>
                  <a:pt x="550038" y="42650"/>
                  <a:pt x="554681" y="45164"/>
                </a:cubicBezTo>
                <a:cubicBezTo>
                  <a:pt x="556447" y="46181"/>
                  <a:pt x="557885" y="46690"/>
                  <a:pt x="558997" y="46690"/>
                </a:cubicBezTo>
                <a:cubicBezTo>
                  <a:pt x="560174" y="46690"/>
                  <a:pt x="561122" y="46445"/>
                  <a:pt x="561842" y="45955"/>
                </a:cubicBezTo>
                <a:cubicBezTo>
                  <a:pt x="562561" y="45464"/>
                  <a:pt x="563705" y="44075"/>
                  <a:pt x="565275" y="41786"/>
                </a:cubicBezTo>
                <a:lnTo>
                  <a:pt x="568610" y="41786"/>
                </a:lnTo>
                <a:close/>
                <a:moveTo>
                  <a:pt x="626179" y="10397"/>
                </a:moveTo>
                <a:lnTo>
                  <a:pt x="626179" y="44140"/>
                </a:lnTo>
                <a:lnTo>
                  <a:pt x="647954" y="44140"/>
                </a:lnTo>
                <a:lnTo>
                  <a:pt x="647954" y="53753"/>
                </a:lnTo>
                <a:lnTo>
                  <a:pt x="626179" y="53753"/>
                </a:lnTo>
                <a:lnTo>
                  <a:pt x="626179" y="110503"/>
                </a:lnTo>
                <a:cubicBezTo>
                  <a:pt x="626179" y="115814"/>
                  <a:pt x="626424" y="119240"/>
                  <a:pt x="626914" y="120781"/>
                </a:cubicBezTo>
                <a:cubicBezTo>
                  <a:pt x="627405" y="122322"/>
                  <a:pt x="628271" y="123568"/>
                  <a:pt x="629514" y="124521"/>
                </a:cubicBezTo>
                <a:cubicBezTo>
                  <a:pt x="630756" y="125471"/>
                  <a:pt x="631901" y="125946"/>
                  <a:pt x="632947" y="125946"/>
                </a:cubicBezTo>
                <a:cubicBezTo>
                  <a:pt x="637197" y="125946"/>
                  <a:pt x="641219" y="122676"/>
                  <a:pt x="645012" y="116137"/>
                </a:cubicBezTo>
                <a:lnTo>
                  <a:pt x="647954" y="118317"/>
                </a:lnTo>
                <a:cubicBezTo>
                  <a:pt x="642658" y="130988"/>
                  <a:pt x="634059" y="137324"/>
                  <a:pt x="622157" y="137324"/>
                </a:cubicBezTo>
                <a:cubicBezTo>
                  <a:pt x="616337" y="137324"/>
                  <a:pt x="611416" y="135701"/>
                  <a:pt x="607395" y="132454"/>
                </a:cubicBezTo>
                <a:cubicBezTo>
                  <a:pt x="603373" y="129205"/>
                  <a:pt x="600806" y="125578"/>
                  <a:pt x="599695" y="121575"/>
                </a:cubicBezTo>
                <a:cubicBezTo>
                  <a:pt x="599041" y="119344"/>
                  <a:pt x="598714" y="113306"/>
                  <a:pt x="598714" y="103462"/>
                </a:cubicBezTo>
                <a:lnTo>
                  <a:pt x="598714" y="53753"/>
                </a:lnTo>
                <a:lnTo>
                  <a:pt x="586747" y="53753"/>
                </a:lnTo>
                <a:lnTo>
                  <a:pt x="586747" y="50310"/>
                </a:lnTo>
                <a:cubicBezTo>
                  <a:pt x="594986" y="44478"/>
                  <a:pt x="602000" y="38351"/>
                  <a:pt x="607787" y="31928"/>
                </a:cubicBezTo>
                <a:cubicBezTo>
                  <a:pt x="613574" y="25505"/>
                  <a:pt x="618626" y="18328"/>
                  <a:pt x="622942" y="10397"/>
                </a:cubicBezTo>
                <a:lnTo>
                  <a:pt x="626179" y="10397"/>
                </a:lnTo>
                <a:close/>
                <a:moveTo>
                  <a:pt x="678352" y="0"/>
                </a:moveTo>
                <a:cubicBezTo>
                  <a:pt x="682602" y="0"/>
                  <a:pt x="686199" y="1493"/>
                  <a:pt x="689142" y="4478"/>
                </a:cubicBezTo>
                <a:cubicBezTo>
                  <a:pt x="692084" y="7462"/>
                  <a:pt x="693556" y="11053"/>
                  <a:pt x="693556" y="15253"/>
                </a:cubicBezTo>
                <a:cubicBezTo>
                  <a:pt x="693556" y="19452"/>
                  <a:pt x="692068" y="23028"/>
                  <a:pt x="689092" y="25981"/>
                </a:cubicBezTo>
                <a:cubicBezTo>
                  <a:pt x="686117" y="28932"/>
                  <a:pt x="682537" y="30408"/>
                  <a:pt x="678352" y="30408"/>
                </a:cubicBezTo>
                <a:cubicBezTo>
                  <a:pt x="674167" y="30408"/>
                  <a:pt x="670603" y="28932"/>
                  <a:pt x="667660" y="25981"/>
                </a:cubicBezTo>
                <a:cubicBezTo>
                  <a:pt x="664717" y="23028"/>
                  <a:pt x="663246" y="19452"/>
                  <a:pt x="663246" y="15253"/>
                </a:cubicBezTo>
                <a:cubicBezTo>
                  <a:pt x="663246" y="11053"/>
                  <a:pt x="664717" y="7462"/>
                  <a:pt x="667660" y="4478"/>
                </a:cubicBezTo>
                <a:cubicBezTo>
                  <a:pt x="670603" y="1493"/>
                  <a:pt x="674167" y="0"/>
                  <a:pt x="678352" y="0"/>
                </a:cubicBezTo>
                <a:moveTo>
                  <a:pt x="692084" y="44140"/>
                </a:moveTo>
                <a:lnTo>
                  <a:pt x="692084" y="116922"/>
                </a:lnTo>
                <a:cubicBezTo>
                  <a:pt x="692084" y="123396"/>
                  <a:pt x="692836" y="127532"/>
                  <a:pt x="694340" y="129330"/>
                </a:cubicBezTo>
                <a:cubicBezTo>
                  <a:pt x="695844" y="131128"/>
                  <a:pt x="698787" y="132158"/>
                  <a:pt x="703168" y="132420"/>
                </a:cubicBezTo>
                <a:lnTo>
                  <a:pt x="703168" y="135951"/>
                </a:lnTo>
                <a:lnTo>
                  <a:pt x="653633" y="135951"/>
                </a:lnTo>
                <a:lnTo>
                  <a:pt x="653633" y="132420"/>
                </a:lnTo>
                <a:cubicBezTo>
                  <a:pt x="657688" y="132289"/>
                  <a:pt x="660696" y="131112"/>
                  <a:pt x="662658" y="128889"/>
                </a:cubicBezTo>
                <a:cubicBezTo>
                  <a:pt x="663965" y="127385"/>
                  <a:pt x="664619" y="123396"/>
                  <a:pt x="664619" y="116922"/>
                </a:cubicBezTo>
                <a:lnTo>
                  <a:pt x="664619" y="63365"/>
                </a:lnTo>
                <a:cubicBezTo>
                  <a:pt x="664619" y="56810"/>
                  <a:pt x="663867" y="52622"/>
                  <a:pt x="662363" y="50801"/>
                </a:cubicBezTo>
                <a:cubicBezTo>
                  <a:pt x="660859" y="48980"/>
                  <a:pt x="657949" y="47937"/>
                  <a:pt x="653633" y="47671"/>
                </a:cubicBezTo>
                <a:lnTo>
                  <a:pt x="653633" y="44140"/>
                </a:lnTo>
                <a:lnTo>
                  <a:pt x="692084" y="44140"/>
                </a:lnTo>
                <a:close/>
                <a:moveTo>
                  <a:pt x="755386" y="41394"/>
                </a:moveTo>
                <a:cubicBezTo>
                  <a:pt x="763364" y="41394"/>
                  <a:pt x="770786" y="43455"/>
                  <a:pt x="777652" y="47579"/>
                </a:cubicBezTo>
                <a:cubicBezTo>
                  <a:pt x="784518" y="51703"/>
                  <a:pt x="789733" y="57562"/>
                  <a:pt x="793297" y="65156"/>
                </a:cubicBezTo>
                <a:cubicBezTo>
                  <a:pt x="796861" y="72749"/>
                  <a:pt x="798643" y="81062"/>
                  <a:pt x="798643" y="90095"/>
                </a:cubicBezTo>
                <a:cubicBezTo>
                  <a:pt x="798643" y="103120"/>
                  <a:pt x="795341" y="114019"/>
                  <a:pt x="788736" y="122792"/>
                </a:cubicBezTo>
                <a:cubicBezTo>
                  <a:pt x="780758" y="133396"/>
                  <a:pt x="769739" y="138698"/>
                  <a:pt x="755680" y="138698"/>
                </a:cubicBezTo>
                <a:cubicBezTo>
                  <a:pt x="741882" y="138698"/>
                  <a:pt x="731256" y="133854"/>
                  <a:pt x="723801" y="124165"/>
                </a:cubicBezTo>
                <a:cubicBezTo>
                  <a:pt x="716346" y="114477"/>
                  <a:pt x="712619" y="103251"/>
                  <a:pt x="712619" y="90487"/>
                </a:cubicBezTo>
                <a:cubicBezTo>
                  <a:pt x="712619" y="77331"/>
                  <a:pt x="716428" y="65860"/>
                  <a:pt x="724046" y="56073"/>
                </a:cubicBezTo>
                <a:cubicBezTo>
                  <a:pt x="731664" y="46287"/>
                  <a:pt x="742111" y="41394"/>
                  <a:pt x="755386" y="41394"/>
                </a:cubicBezTo>
                <a:moveTo>
                  <a:pt x="755778" y="48260"/>
                </a:moveTo>
                <a:cubicBezTo>
                  <a:pt x="752443" y="48260"/>
                  <a:pt x="749582" y="49521"/>
                  <a:pt x="747195" y="52042"/>
                </a:cubicBezTo>
                <a:cubicBezTo>
                  <a:pt x="744808" y="54562"/>
                  <a:pt x="743239" y="59537"/>
                  <a:pt x="742487" y="66967"/>
                </a:cubicBezTo>
                <a:cubicBezTo>
                  <a:pt x="741735" y="74397"/>
                  <a:pt x="741359" y="84725"/>
                  <a:pt x="741359" y="97951"/>
                </a:cubicBezTo>
                <a:cubicBezTo>
                  <a:pt x="741359" y="104956"/>
                  <a:pt x="741817" y="111504"/>
                  <a:pt x="742732" y="117593"/>
                </a:cubicBezTo>
                <a:cubicBezTo>
                  <a:pt x="743452" y="122240"/>
                  <a:pt x="744988" y="125775"/>
                  <a:pt x="747342" y="128199"/>
                </a:cubicBezTo>
                <a:cubicBezTo>
                  <a:pt x="749696" y="130621"/>
                  <a:pt x="752378" y="131831"/>
                  <a:pt x="755386" y="131831"/>
                </a:cubicBezTo>
                <a:cubicBezTo>
                  <a:pt x="758328" y="131831"/>
                  <a:pt x="760781" y="131013"/>
                  <a:pt x="762742" y="129376"/>
                </a:cubicBezTo>
                <a:cubicBezTo>
                  <a:pt x="765293" y="127151"/>
                  <a:pt x="766993" y="124041"/>
                  <a:pt x="767843" y="120045"/>
                </a:cubicBezTo>
                <a:cubicBezTo>
                  <a:pt x="769151" y="113827"/>
                  <a:pt x="769805" y="101257"/>
                  <a:pt x="769805" y="82336"/>
                </a:cubicBezTo>
                <a:cubicBezTo>
                  <a:pt x="769805" y="71207"/>
                  <a:pt x="769183" y="63565"/>
                  <a:pt x="767941" y="59408"/>
                </a:cubicBezTo>
                <a:cubicBezTo>
                  <a:pt x="766699" y="55250"/>
                  <a:pt x="764868" y="52221"/>
                  <a:pt x="762448" y="50323"/>
                </a:cubicBezTo>
                <a:cubicBezTo>
                  <a:pt x="760748" y="48947"/>
                  <a:pt x="758524" y="48260"/>
                  <a:pt x="755778" y="48260"/>
                </a:cubicBezTo>
                <a:close/>
                <a:moveTo>
                  <a:pt x="850242" y="44140"/>
                </a:moveTo>
                <a:lnTo>
                  <a:pt x="850242" y="56107"/>
                </a:lnTo>
                <a:cubicBezTo>
                  <a:pt x="854951" y="50971"/>
                  <a:pt x="859463" y="47236"/>
                  <a:pt x="863779" y="44900"/>
                </a:cubicBezTo>
                <a:cubicBezTo>
                  <a:pt x="868095" y="42562"/>
                  <a:pt x="872737" y="41394"/>
                  <a:pt x="877707" y="41394"/>
                </a:cubicBezTo>
                <a:cubicBezTo>
                  <a:pt x="883658" y="41394"/>
                  <a:pt x="888595" y="43047"/>
                  <a:pt x="892519" y="46353"/>
                </a:cubicBezTo>
                <a:cubicBezTo>
                  <a:pt x="896442" y="49660"/>
                  <a:pt x="899058" y="53768"/>
                  <a:pt x="900366" y="58679"/>
                </a:cubicBezTo>
                <a:cubicBezTo>
                  <a:pt x="901412" y="62412"/>
                  <a:pt x="901935" y="69583"/>
                  <a:pt x="901935" y="80191"/>
                </a:cubicBezTo>
                <a:lnTo>
                  <a:pt x="901935" y="115941"/>
                </a:lnTo>
                <a:cubicBezTo>
                  <a:pt x="901935" y="123003"/>
                  <a:pt x="902573" y="127401"/>
                  <a:pt x="903848" y="129134"/>
                </a:cubicBezTo>
                <a:cubicBezTo>
                  <a:pt x="905123" y="130867"/>
                  <a:pt x="907788" y="131962"/>
                  <a:pt x="911842" y="132420"/>
                </a:cubicBezTo>
                <a:lnTo>
                  <a:pt x="911842" y="135951"/>
                </a:lnTo>
                <a:lnTo>
                  <a:pt x="865446" y="135951"/>
                </a:lnTo>
                <a:lnTo>
                  <a:pt x="865446" y="132420"/>
                </a:lnTo>
                <a:cubicBezTo>
                  <a:pt x="868912" y="131962"/>
                  <a:pt x="871397" y="130524"/>
                  <a:pt x="872901" y="128104"/>
                </a:cubicBezTo>
                <a:cubicBezTo>
                  <a:pt x="873947" y="126469"/>
                  <a:pt x="874470" y="122415"/>
                  <a:pt x="874470" y="115941"/>
                </a:cubicBezTo>
                <a:lnTo>
                  <a:pt x="874470" y="75136"/>
                </a:lnTo>
                <a:cubicBezTo>
                  <a:pt x="874470" y="67616"/>
                  <a:pt x="874176" y="62875"/>
                  <a:pt x="873588" y="60913"/>
                </a:cubicBezTo>
                <a:cubicBezTo>
                  <a:pt x="872999" y="58951"/>
                  <a:pt x="872002" y="57431"/>
                  <a:pt x="870596" y="56352"/>
                </a:cubicBezTo>
                <a:cubicBezTo>
                  <a:pt x="869190" y="55273"/>
                  <a:pt x="867637" y="54734"/>
                  <a:pt x="865937" y="54734"/>
                </a:cubicBezTo>
                <a:cubicBezTo>
                  <a:pt x="860313" y="54734"/>
                  <a:pt x="855081" y="58788"/>
                  <a:pt x="850242" y="66897"/>
                </a:cubicBezTo>
                <a:lnTo>
                  <a:pt x="850242" y="115941"/>
                </a:lnTo>
                <a:cubicBezTo>
                  <a:pt x="850242" y="122807"/>
                  <a:pt x="850880" y="127156"/>
                  <a:pt x="852155" y="128987"/>
                </a:cubicBezTo>
                <a:cubicBezTo>
                  <a:pt x="853430" y="130818"/>
                  <a:pt x="855801" y="131962"/>
                  <a:pt x="859267" y="132420"/>
                </a:cubicBezTo>
                <a:lnTo>
                  <a:pt x="859267" y="135951"/>
                </a:lnTo>
                <a:lnTo>
                  <a:pt x="812871" y="135951"/>
                </a:lnTo>
                <a:lnTo>
                  <a:pt x="812871" y="132420"/>
                </a:lnTo>
                <a:cubicBezTo>
                  <a:pt x="816729" y="132028"/>
                  <a:pt x="819475" y="130785"/>
                  <a:pt x="821110" y="128693"/>
                </a:cubicBezTo>
                <a:cubicBezTo>
                  <a:pt x="822222" y="127254"/>
                  <a:pt x="822778" y="123003"/>
                  <a:pt x="822778" y="115941"/>
                </a:cubicBezTo>
                <a:lnTo>
                  <a:pt x="822778" y="64150"/>
                </a:lnTo>
                <a:cubicBezTo>
                  <a:pt x="822778" y="57135"/>
                  <a:pt x="822140" y="52767"/>
                  <a:pt x="820865" y="51046"/>
                </a:cubicBezTo>
                <a:cubicBezTo>
                  <a:pt x="819590" y="49325"/>
                  <a:pt x="816925" y="48200"/>
                  <a:pt x="812871" y="47671"/>
                </a:cubicBezTo>
                <a:lnTo>
                  <a:pt x="812871" y="44140"/>
                </a:lnTo>
                <a:lnTo>
                  <a:pt x="850242" y="441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e687d7691404a"/>
          <a:stretch xmlns:a="http://schemas.openxmlformats.org/drawingml/2006/main"/>
        </p:blipFill>
        <p:spPr>
          <a:xfrm xmlns:a="http://schemas.openxmlformats.org/drawingml/2006/main">
            <a:off x="11163400" y="3546692"/>
            <a:ext cx="1735780" cy="536742"/>
          </a:xfrm>
          <a:prstGeom xmlns:a="http://schemas.openxmlformats.org/drawingml/2006/main" prst="rect">
            <a:avLst/>
          </a:prstGeom>
        </p:spPr>
      </p:pic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3cee666ca4393"/>
          <a:stretch xmlns:a="http://schemas.openxmlformats.org/drawingml/2006/main"/>
        </p:blipFill>
        <p:spPr>
          <a:xfrm xmlns:a="http://schemas.openxmlformats.org/drawingml/2006/main">
            <a:off x="11204206" y="3574942"/>
            <a:ext cx="1657310" cy="539881"/>
          </a:xfrm>
          <a:prstGeom xmlns:a="http://schemas.openxmlformats.org/drawingml/2006/main" prst="rect">
            <a:avLst/>
          </a:prstGeom>
        </p:spPr>
      </p:pic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5337EB-FD99-4AB3-9B62-C3C48198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482" y="3575988"/>
            <a:ext cx="1616504" cy="417465"/>
          </a:xfrm>
          <a:custGeom xmlns:a="http://schemas.openxmlformats.org/drawingml/2006/main">
            <a:pathLst>
              <a:path w="1616504" h="417465">
                <a:moveTo>
                  <a:pt x="0" y="69578"/>
                </a:moveTo>
                <a:cubicBezTo>
                  <a:pt x="0" y="31151"/>
                  <a:pt x="31151" y="0"/>
                  <a:pt x="69578" y="0"/>
                </a:cubicBezTo>
                <a:lnTo>
                  <a:pt x="1546926" y="0"/>
                </a:lnTo>
                <a:cubicBezTo>
                  <a:pt x="1585353" y="0"/>
                  <a:pt x="1616504" y="31151"/>
                  <a:pt x="1616504" y="69578"/>
                </a:cubicBezTo>
                <a:lnTo>
                  <a:pt x="1616504" y="347887"/>
                </a:lnTo>
                <a:cubicBezTo>
                  <a:pt x="1616504" y="386314"/>
                  <a:pt x="1585353" y="417465"/>
                  <a:pt x="1546926" y="417465"/>
                </a:cubicBezTo>
                <a:lnTo>
                  <a:pt x="69578" y="417465"/>
                </a:lnTo>
                <a:cubicBezTo>
                  <a:pt x="31151" y="417465"/>
                  <a:pt x="0" y="386314"/>
                  <a:pt x="0" y="347887"/>
                </a:cubicBezTo>
                <a:lnTo>
                  <a:pt x="0" y="69578"/>
                </a:lnTo>
                <a:close/>
              </a:path>
            </a:pathLst>
          </a:custGeom>
          <a:solidFill xmlns:a="http://schemas.openxmlformats.org/drawingml/2006/main">
            <a:srgbClr val="E4E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ResponseTime">
            <a:extLst xmlns:a="http://schemas.openxmlformats.org/drawingml/2006/main">
              <a:ext uri="{FF2B5EF4-FFF2-40B4-BE49-F238E27FC236}">
                <a16:creationId xmlns:a16="http://schemas.microsoft.com/office/drawing/2014/main" id="{523952E0-CCD7-4C57-8A4B-D3E0F28F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5868" y="3721486"/>
            <a:ext cx="1289097" cy="178914"/>
          </a:xfrm>
          <a:custGeom xmlns:a="http://schemas.openxmlformats.org/drawingml/2006/main">
            <a:pathLst>
              <a:path w="1289097" h="178914">
                <a:moveTo>
                  <a:pt x="49633" y="75332"/>
                </a:moveTo>
                <a:lnTo>
                  <a:pt x="49633" y="112802"/>
                </a:lnTo>
                <a:cubicBezTo>
                  <a:pt x="49633" y="119959"/>
                  <a:pt x="50074" y="124465"/>
                  <a:pt x="50957" y="126320"/>
                </a:cubicBezTo>
                <a:cubicBezTo>
                  <a:pt x="51840" y="128174"/>
                  <a:pt x="53393" y="129654"/>
                  <a:pt x="55616" y="130762"/>
                </a:cubicBezTo>
                <a:cubicBezTo>
                  <a:pt x="57840" y="131867"/>
                  <a:pt x="61992" y="132420"/>
                  <a:pt x="68074" y="132420"/>
                </a:cubicBezTo>
                <a:lnTo>
                  <a:pt x="68074" y="135951"/>
                </a:lnTo>
                <a:lnTo>
                  <a:pt x="0" y="135951"/>
                </a:lnTo>
                <a:lnTo>
                  <a:pt x="0" y="132420"/>
                </a:lnTo>
                <a:cubicBezTo>
                  <a:pt x="6147" y="132420"/>
                  <a:pt x="10316" y="131851"/>
                  <a:pt x="12506" y="130713"/>
                </a:cubicBezTo>
                <a:cubicBezTo>
                  <a:pt x="14697" y="129574"/>
                  <a:pt x="16234" y="128094"/>
                  <a:pt x="17117" y="126271"/>
                </a:cubicBezTo>
                <a:cubicBezTo>
                  <a:pt x="17999" y="124448"/>
                  <a:pt x="18441" y="119959"/>
                  <a:pt x="18441" y="112802"/>
                </a:cubicBezTo>
                <a:lnTo>
                  <a:pt x="18441" y="26092"/>
                </a:lnTo>
                <a:cubicBezTo>
                  <a:pt x="18441" y="18935"/>
                  <a:pt x="17999" y="14430"/>
                  <a:pt x="17117" y="12577"/>
                </a:cubicBezTo>
                <a:cubicBezTo>
                  <a:pt x="16234" y="10721"/>
                  <a:pt x="14681" y="9241"/>
                  <a:pt x="12457" y="8135"/>
                </a:cubicBezTo>
                <a:cubicBezTo>
                  <a:pt x="10234" y="7028"/>
                  <a:pt x="6082" y="6474"/>
                  <a:pt x="0" y="6474"/>
                </a:cubicBezTo>
                <a:lnTo>
                  <a:pt x="0" y="2943"/>
                </a:lnTo>
                <a:lnTo>
                  <a:pt x="61796" y="2943"/>
                </a:lnTo>
                <a:cubicBezTo>
                  <a:pt x="77883" y="2943"/>
                  <a:pt x="89653" y="4053"/>
                  <a:pt x="97108" y="6275"/>
                </a:cubicBezTo>
                <a:cubicBezTo>
                  <a:pt x="104563" y="8496"/>
                  <a:pt x="110644" y="12595"/>
                  <a:pt x="115353" y="18573"/>
                </a:cubicBezTo>
                <a:cubicBezTo>
                  <a:pt x="120061" y="24550"/>
                  <a:pt x="122415" y="31556"/>
                  <a:pt x="122415" y="39591"/>
                </a:cubicBezTo>
                <a:cubicBezTo>
                  <a:pt x="122415" y="49392"/>
                  <a:pt x="118884" y="57493"/>
                  <a:pt x="111821" y="63896"/>
                </a:cubicBezTo>
                <a:cubicBezTo>
                  <a:pt x="107309" y="67946"/>
                  <a:pt x="100999" y="70984"/>
                  <a:pt x="92890" y="73009"/>
                </a:cubicBezTo>
                <a:lnTo>
                  <a:pt x="124867" y="118142"/>
                </a:lnTo>
                <a:cubicBezTo>
                  <a:pt x="129052" y="123905"/>
                  <a:pt x="132028" y="127498"/>
                  <a:pt x="133793" y="128923"/>
                </a:cubicBezTo>
                <a:cubicBezTo>
                  <a:pt x="136474" y="130929"/>
                  <a:pt x="139580" y="132030"/>
                  <a:pt x="143112" y="132224"/>
                </a:cubicBezTo>
                <a:lnTo>
                  <a:pt x="143112" y="135951"/>
                </a:lnTo>
                <a:lnTo>
                  <a:pt x="101228" y="135951"/>
                </a:lnTo>
                <a:lnTo>
                  <a:pt x="58363" y="75332"/>
                </a:lnTo>
                <a:lnTo>
                  <a:pt x="49633" y="75332"/>
                </a:lnTo>
                <a:moveTo>
                  <a:pt x="49633" y="10397"/>
                </a:moveTo>
                <a:lnTo>
                  <a:pt x="49633" y="68270"/>
                </a:lnTo>
                <a:lnTo>
                  <a:pt x="55224" y="68270"/>
                </a:lnTo>
                <a:cubicBezTo>
                  <a:pt x="64314" y="68270"/>
                  <a:pt x="71114" y="67442"/>
                  <a:pt x="75627" y="65787"/>
                </a:cubicBezTo>
                <a:cubicBezTo>
                  <a:pt x="80139" y="64130"/>
                  <a:pt x="83686" y="61142"/>
                  <a:pt x="86269" y="56824"/>
                </a:cubicBezTo>
                <a:cubicBezTo>
                  <a:pt x="88852" y="52504"/>
                  <a:pt x="90144" y="46869"/>
                  <a:pt x="90144" y="39919"/>
                </a:cubicBezTo>
                <a:cubicBezTo>
                  <a:pt x="90144" y="29851"/>
                  <a:pt x="87773" y="22413"/>
                  <a:pt x="83032" y="17607"/>
                </a:cubicBezTo>
                <a:cubicBezTo>
                  <a:pt x="78291" y="12801"/>
                  <a:pt x="70657" y="10397"/>
                  <a:pt x="60128" y="10397"/>
                </a:cubicBezTo>
                <a:lnTo>
                  <a:pt x="49633" y="10397"/>
                </a:lnTo>
                <a:close/>
                <a:moveTo>
                  <a:pt x="226389" y="86711"/>
                </a:moveTo>
                <a:lnTo>
                  <a:pt x="176069" y="86711"/>
                </a:lnTo>
                <a:cubicBezTo>
                  <a:pt x="176658" y="98906"/>
                  <a:pt x="179895" y="108545"/>
                  <a:pt x="185780" y="115625"/>
                </a:cubicBezTo>
                <a:cubicBezTo>
                  <a:pt x="190292" y="121067"/>
                  <a:pt x="195720" y="123788"/>
                  <a:pt x="202063" y="123788"/>
                </a:cubicBezTo>
                <a:cubicBezTo>
                  <a:pt x="205987" y="123788"/>
                  <a:pt x="209550" y="122693"/>
                  <a:pt x="212755" y="120502"/>
                </a:cubicBezTo>
                <a:cubicBezTo>
                  <a:pt x="215959" y="118312"/>
                  <a:pt x="219392" y="114372"/>
                  <a:pt x="223054" y="108682"/>
                </a:cubicBezTo>
                <a:lnTo>
                  <a:pt x="226389" y="110840"/>
                </a:lnTo>
                <a:cubicBezTo>
                  <a:pt x="221419" y="120976"/>
                  <a:pt x="215926" y="128153"/>
                  <a:pt x="209910" y="132371"/>
                </a:cubicBezTo>
                <a:cubicBezTo>
                  <a:pt x="203894" y="136589"/>
                  <a:pt x="196930" y="138698"/>
                  <a:pt x="189017" y="138698"/>
                </a:cubicBezTo>
                <a:cubicBezTo>
                  <a:pt x="175416" y="138698"/>
                  <a:pt x="165116" y="133461"/>
                  <a:pt x="158119" y="122988"/>
                </a:cubicBezTo>
                <a:cubicBezTo>
                  <a:pt x="152495" y="114544"/>
                  <a:pt x="149684" y="104071"/>
                  <a:pt x="149684" y="91569"/>
                </a:cubicBezTo>
                <a:cubicBezTo>
                  <a:pt x="149684" y="76251"/>
                  <a:pt x="153820" y="64059"/>
                  <a:pt x="162092" y="54994"/>
                </a:cubicBezTo>
                <a:cubicBezTo>
                  <a:pt x="170364" y="45927"/>
                  <a:pt x="180058" y="41394"/>
                  <a:pt x="191175" y="41394"/>
                </a:cubicBezTo>
                <a:cubicBezTo>
                  <a:pt x="200461" y="41394"/>
                  <a:pt x="208521" y="45203"/>
                  <a:pt x="215354" y="52821"/>
                </a:cubicBezTo>
                <a:cubicBezTo>
                  <a:pt x="222188" y="60439"/>
                  <a:pt x="225866" y="71736"/>
                  <a:pt x="226389" y="86711"/>
                </a:cubicBezTo>
                <a:moveTo>
                  <a:pt x="202259" y="80237"/>
                </a:moveTo>
                <a:cubicBezTo>
                  <a:pt x="202259" y="69708"/>
                  <a:pt x="201687" y="62483"/>
                  <a:pt x="200543" y="58559"/>
                </a:cubicBezTo>
                <a:cubicBezTo>
                  <a:pt x="199398" y="54635"/>
                  <a:pt x="197616" y="51660"/>
                  <a:pt x="195197" y="49633"/>
                </a:cubicBezTo>
                <a:cubicBezTo>
                  <a:pt x="193824" y="48456"/>
                  <a:pt x="191993" y="47867"/>
                  <a:pt x="189704" y="47867"/>
                </a:cubicBezTo>
                <a:cubicBezTo>
                  <a:pt x="186303" y="47867"/>
                  <a:pt x="183524" y="49535"/>
                  <a:pt x="181366" y="52870"/>
                </a:cubicBezTo>
                <a:cubicBezTo>
                  <a:pt x="177508" y="58690"/>
                  <a:pt x="175579" y="66668"/>
                  <a:pt x="175579" y="76804"/>
                </a:cubicBezTo>
                <a:lnTo>
                  <a:pt x="175579" y="80237"/>
                </a:lnTo>
                <a:lnTo>
                  <a:pt x="202259" y="80237"/>
                </a:lnTo>
                <a:close/>
                <a:moveTo>
                  <a:pt x="296690" y="41786"/>
                </a:moveTo>
                <a:lnTo>
                  <a:pt x="298162" y="73174"/>
                </a:lnTo>
                <a:lnTo>
                  <a:pt x="294827" y="73174"/>
                </a:lnTo>
                <a:cubicBezTo>
                  <a:pt x="290838" y="63813"/>
                  <a:pt x="286702" y="57419"/>
                  <a:pt x="282419" y="53992"/>
                </a:cubicBezTo>
                <a:cubicBezTo>
                  <a:pt x="278135" y="50563"/>
                  <a:pt x="273868" y="48848"/>
                  <a:pt x="269618" y="48848"/>
                </a:cubicBezTo>
                <a:cubicBezTo>
                  <a:pt x="266937" y="48848"/>
                  <a:pt x="264648" y="49747"/>
                  <a:pt x="262752" y="51546"/>
                </a:cubicBezTo>
                <a:cubicBezTo>
                  <a:pt x="260855" y="53344"/>
                  <a:pt x="259907" y="55420"/>
                  <a:pt x="259907" y="57774"/>
                </a:cubicBezTo>
                <a:cubicBezTo>
                  <a:pt x="259907" y="59540"/>
                  <a:pt x="260561" y="61240"/>
                  <a:pt x="261869" y="62875"/>
                </a:cubicBezTo>
                <a:cubicBezTo>
                  <a:pt x="263961" y="65556"/>
                  <a:pt x="269814" y="70150"/>
                  <a:pt x="279427" y="76656"/>
                </a:cubicBezTo>
                <a:cubicBezTo>
                  <a:pt x="289040" y="83163"/>
                  <a:pt x="295366" y="88689"/>
                  <a:pt x="298407" y="93233"/>
                </a:cubicBezTo>
                <a:cubicBezTo>
                  <a:pt x="301448" y="97778"/>
                  <a:pt x="302968" y="102863"/>
                  <a:pt x="302968" y="108486"/>
                </a:cubicBezTo>
                <a:cubicBezTo>
                  <a:pt x="302968" y="113587"/>
                  <a:pt x="301693" y="118589"/>
                  <a:pt x="299143" y="123494"/>
                </a:cubicBezTo>
                <a:cubicBezTo>
                  <a:pt x="296592" y="128398"/>
                  <a:pt x="292996" y="132158"/>
                  <a:pt x="288353" y="134774"/>
                </a:cubicBezTo>
                <a:cubicBezTo>
                  <a:pt x="283710" y="137390"/>
                  <a:pt x="278577" y="138698"/>
                  <a:pt x="272953" y="138698"/>
                </a:cubicBezTo>
                <a:cubicBezTo>
                  <a:pt x="268572" y="138698"/>
                  <a:pt x="262719" y="137299"/>
                  <a:pt x="255395" y="134501"/>
                </a:cubicBezTo>
                <a:cubicBezTo>
                  <a:pt x="253433" y="133768"/>
                  <a:pt x="252093" y="133401"/>
                  <a:pt x="251373" y="133401"/>
                </a:cubicBezTo>
                <a:cubicBezTo>
                  <a:pt x="249215" y="133401"/>
                  <a:pt x="247417" y="135036"/>
                  <a:pt x="245979" y="138305"/>
                </a:cubicBezTo>
                <a:lnTo>
                  <a:pt x="242742" y="138305"/>
                </a:lnTo>
                <a:lnTo>
                  <a:pt x="241172" y="105347"/>
                </a:lnTo>
                <a:lnTo>
                  <a:pt x="244507" y="105347"/>
                </a:lnTo>
                <a:cubicBezTo>
                  <a:pt x="247450" y="113979"/>
                  <a:pt x="251488" y="120453"/>
                  <a:pt x="256621" y="124769"/>
                </a:cubicBezTo>
                <a:cubicBezTo>
                  <a:pt x="261754" y="129085"/>
                  <a:pt x="266610" y="131243"/>
                  <a:pt x="271187" y="131243"/>
                </a:cubicBezTo>
                <a:cubicBezTo>
                  <a:pt x="274326" y="131243"/>
                  <a:pt x="276893" y="130278"/>
                  <a:pt x="278887" y="128349"/>
                </a:cubicBezTo>
                <a:cubicBezTo>
                  <a:pt x="280882" y="126420"/>
                  <a:pt x="281879" y="124082"/>
                  <a:pt x="281879" y="121336"/>
                </a:cubicBezTo>
                <a:cubicBezTo>
                  <a:pt x="281879" y="118197"/>
                  <a:pt x="280898" y="115483"/>
                  <a:pt x="278936" y="113195"/>
                </a:cubicBezTo>
                <a:cubicBezTo>
                  <a:pt x="276975" y="110906"/>
                  <a:pt x="272593" y="107440"/>
                  <a:pt x="265792" y="102797"/>
                </a:cubicBezTo>
                <a:cubicBezTo>
                  <a:pt x="255787" y="95866"/>
                  <a:pt x="249314" y="90569"/>
                  <a:pt x="246371" y="86907"/>
                </a:cubicBezTo>
                <a:cubicBezTo>
                  <a:pt x="242055" y="81545"/>
                  <a:pt x="239897" y="75627"/>
                  <a:pt x="239897" y="69153"/>
                </a:cubicBezTo>
                <a:cubicBezTo>
                  <a:pt x="239897" y="62090"/>
                  <a:pt x="242333" y="55698"/>
                  <a:pt x="247205" y="49976"/>
                </a:cubicBezTo>
                <a:cubicBezTo>
                  <a:pt x="252076" y="44254"/>
                  <a:pt x="259122" y="41394"/>
                  <a:pt x="268343" y="41394"/>
                </a:cubicBezTo>
                <a:cubicBezTo>
                  <a:pt x="273313" y="41394"/>
                  <a:pt x="278119" y="42650"/>
                  <a:pt x="282762" y="45164"/>
                </a:cubicBezTo>
                <a:cubicBezTo>
                  <a:pt x="284527" y="46181"/>
                  <a:pt x="285966" y="46690"/>
                  <a:pt x="287078" y="46690"/>
                </a:cubicBezTo>
                <a:cubicBezTo>
                  <a:pt x="288255" y="46690"/>
                  <a:pt x="289203" y="46445"/>
                  <a:pt x="289922" y="45955"/>
                </a:cubicBezTo>
                <a:cubicBezTo>
                  <a:pt x="290642" y="45464"/>
                  <a:pt x="291786" y="44075"/>
                  <a:pt x="293355" y="41786"/>
                </a:cubicBezTo>
                <a:lnTo>
                  <a:pt x="296690" y="41786"/>
                </a:lnTo>
                <a:close/>
                <a:moveTo>
                  <a:pt x="353398" y="126633"/>
                </a:moveTo>
                <a:lnTo>
                  <a:pt x="353398" y="160670"/>
                </a:lnTo>
                <a:cubicBezTo>
                  <a:pt x="353398" y="165441"/>
                  <a:pt x="353774" y="168688"/>
                  <a:pt x="354526" y="170411"/>
                </a:cubicBezTo>
                <a:cubicBezTo>
                  <a:pt x="355278" y="172136"/>
                  <a:pt x="356439" y="173396"/>
                  <a:pt x="358008" y="174191"/>
                </a:cubicBezTo>
                <a:cubicBezTo>
                  <a:pt x="359578" y="174985"/>
                  <a:pt x="362651" y="175383"/>
                  <a:pt x="367229" y="175383"/>
                </a:cubicBezTo>
                <a:lnTo>
                  <a:pt x="367229" y="178914"/>
                </a:lnTo>
                <a:lnTo>
                  <a:pt x="314947" y="178914"/>
                </a:lnTo>
                <a:lnTo>
                  <a:pt x="314947" y="175383"/>
                </a:lnTo>
                <a:cubicBezTo>
                  <a:pt x="319001" y="175250"/>
                  <a:pt x="322010" y="174090"/>
                  <a:pt x="323971" y="171904"/>
                </a:cubicBezTo>
                <a:cubicBezTo>
                  <a:pt x="325279" y="170381"/>
                  <a:pt x="325933" y="166440"/>
                  <a:pt x="325933" y="160081"/>
                </a:cubicBezTo>
                <a:lnTo>
                  <a:pt x="325933" y="63365"/>
                </a:lnTo>
                <a:cubicBezTo>
                  <a:pt x="325933" y="56810"/>
                  <a:pt x="325181" y="52622"/>
                  <a:pt x="323677" y="50801"/>
                </a:cubicBezTo>
                <a:cubicBezTo>
                  <a:pt x="322173" y="48980"/>
                  <a:pt x="319263" y="47937"/>
                  <a:pt x="314947" y="47671"/>
                </a:cubicBezTo>
                <a:lnTo>
                  <a:pt x="314947" y="44140"/>
                </a:lnTo>
                <a:lnTo>
                  <a:pt x="353398" y="44140"/>
                </a:lnTo>
                <a:lnTo>
                  <a:pt x="353398" y="56205"/>
                </a:lnTo>
                <a:cubicBezTo>
                  <a:pt x="356602" y="51497"/>
                  <a:pt x="359872" y="48096"/>
                  <a:pt x="363207" y="46004"/>
                </a:cubicBezTo>
                <a:cubicBezTo>
                  <a:pt x="367981" y="42930"/>
                  <a:pt x="373179" y="41394"/>
                  <a:pt x="378803" y="41394"/>
                </a:cubicBezTo>
                <a:cubicBezTo>
                  <a:pt x="385538" y="41394"/>
                  <a:pt x="391669" y="43521"/>
                  <a:pt x="397195" y="47775"/>
                </a:cubicBezTo>
                <a:cubicBezTo>
                  <a:pt x="402720" y="52030"/>
                  <a:pt x="406922" y="57905"/>
                  <a:pt x="409799" y="65401"/>
                </a:cubicBezTo>
                <a:cubicBezTo>
                  <a:pt x="412676" y="72896"/>
                  <a:pt x="414115" y="80964"/>
                  <a:pt x="414115" y="89604"/>
                </a:cubicBezTo>
                <a:cubicBezTo>
                  <a:pt x="414115" y="98898"/>
                  <a:pt x="412627" y="107391"/>
                  <a:pt x="409652" y="115083"/>
                </a:cubicBezTo>
                <a:cubicBezTo>
                  <a:pt x="406677" y="122775"/>
                  <a:pt x="402361" y="128633"/>
                  <a:pt x="396704" y="132659"/>
                </a:cubicBezTo>
                <a:cubicBezTo>
                  <a:pt x="391048" y="136685"/>
                  <a:pt x="384754" y="138698"/>
                  <a:pt x="377822" y="138698"/>
                </a:cubicBezTo>
                <a:cubicBezTo>
                  <a:pt x="372787" y="138698"/>
                  <a:pt x="368079" y="137586"/>
                  <a:pt x="363697" y="135363"/>
                </a:cubicBezTo>
                <a:cubicBezTo>
                  <a:pt x="360428" y="133662"/>
                  <a:pt x="356995" y="130752"/>
                  <a:pt x="353398" y="126633"/>
                </a:cubicBezTo>
                <a:moveTo>
                  <a:pt x="353398" y="116710"/>
                </a:moveTo>
                <a:cubicBezTo>
                  <a:pt x="359022" y="124699"/>
                  <a:pt x="365038" y="128693"/>
                  <a:pt x="371446" y="128693"/>
                </a:cubicBezTo>
                <a:cubicBezTo>
                  <a:pt x="374978" y="128693"/>
                  <a:pt x="377888" y="126827"/>
                  <a:pt x="380176" y="123095"/>
                </a:cubicBezTo>
                <a:cubicBezTo>
                  <a:pt x="383577" y="117594"/>
                  <a:pt x="385277" y="107117"/>
                  <a:pt x="385277" y="91664"/>
                </a:cubicBezTo>
                <a:cubicBezTo>
                  <a:pt x="385277" y="75819"/>
                  <a:pt x="383413" y="64982"/>
                  <a:pt x="379686" y="59154"/>
                </a:cubicBezTo>
                <a:cubicBezTo>
                  <a:pt x="377201" y="55291"/>
                  <a:pt x="373866" y="53360"/>
                  <a:pt x="369681" y="53360"/>
                </a:cubicBezTo>
                <a:cubicBezTo>
                  <a:pt x="363076" y="53360"/>
                  <a:pt x="357649" y="58140"/>
                  <a:pt x="353398" y="67700"/>
                </a:cubicBezTo>
                <a:lnTo>
                  <a:pt x="353398" y="116710"/>
                </a:lnTo>
                <a:close/>
                <a:moveTo>
                  <a:pt x="472658" y="41394"/>
                </a:moveTo>
                <a:cubicBezTo>
                  <a:pt x="480636" y="41394"/>
                  <a:pt x="488058" y="43455"/>
                  <a:pt x="494924" y="47579"/>
                </a:cubicBezTo>
                <a:cubicBezTo>
                  <a:pt x="501790" y="51703"/>
                  <a:pt x="507006" y="57562"/>
                  <a:pt x="510569" y="65156"/>
                </a:cubicBezTo>
                <a:cubicBezTo>
                  <a:pt x="514133" y="72749"/>
                  <a:pt x="515915" y="81062"/>
                  <a:pt x="515915" y="90095"/>
                </a:cubicBezTo>
                <a:cubicBezTo>
                  <a:pt x="515915" y="103120"/>
                  <a:pt x="512613" y="114019"/>
                  <a:pt x="506008" y="122792"/>
                </a:cubicBezTo>
                <a:cubicBezTo>
                  <a:pt x="498030" y="133396"/>
                  <a:pt x="487012" y="138698"/>
                  <a:pt x="472952" y="138698"/>
                </a:cubicBezTo>
                <a:cubicBezTo>
                  <a:pt x="459155" y="138698"/>
                  <a:pt x="448528" y="133854"/>
                  <a:pt x="441073" y="124165"/>
                </a:cubicBezTo>
                <a:cubicBezTo>
                  <a:pt x="433619" y="114477"/>
                  <a:pt x="429891" y="103251"/>
                  <a:pt x="429891" y="90487"/>
                </a:cubicBezTo>
                <a:cubicBezTo>
                  <a:pt x="429891" y="77331"/>
                  <a:pt x="433700" y="65860"/>
                  <a:pt x="441319" y="56073"/>
                </a:cubicBezTo>
                <a:cubicBezTo>
                  <a:pt x="448937" y="46287"/>
                  <a:pt x="459383" y="41394"/>
                  <a:pt x="472658" y="41394"/>
                </a:cubicBezTo>
                <a:moveTo>
                  <a:pt x="473050" y="48260"/>
                </a:moveTo>
                <a:cubicBezTo>
                  <a:pt x="469715" y="48260"/>
                  <a:pt x="466855" y="49521"/>
                  <a:pt x="464468" y="52042"/>
                </a:cubicBezTo>
                <a:cubicBezTo>
                  <a:pt x="462081" y="54562"/>
                  <a:pt x="460511" y="59537"/>
                  <a:pt x="459759" y="66967"/>
                </a:cubicBezTo>
                <a:cubicBezTo>
                  <a:pt x="459007" y="74397"/>
                  <a:pt x="458631" y="84725"/>
                  <a:pt x="458631" y="97951"/>
                </a:cubicBezTo>
                <a:cubicBezTo>
                  <a:pt x="458631" y="104956"/>
                  <a:pt x="459089" y="111504"/>
                  <a:pt x="460005" y="117593"/>
                </a:cubicBezTo>
                <a:cubicBezTo>
                  <a:pt x="460724" y="122240"/>
                  <a:pt x="462261" y="125775"/>
                  <a:pt x="464615" y="128199"/>
                </a:cubicBezTo>
                <a:cubicBezTo>
                  <a:pt x="466969" y="130621"/>
                  <a:pt x="469650" y="131831"/>
                  <a:pt x="472658" y="131831"/>
                </a:cubicBezTo>
                <a:cubicBezTo>
                  <a:pt x="475601" y="131831"/>
                  <a:pt x="478053" y="131013"/>
                  <a:pt x="480015" y="129376"/>
                </a:cubicBezTo>
                <a:cubicBezTo>
                  <a:pt x="482565" y="127151"/>
                  <a:pt x="484265" y="124041"/>
                  <a:pt x="485115" y="120045"/>
                </a:cubicBezTo>
                <a:cubicBezTo>
                  <a:pt x="486423" y="113827"/>
                  <a:pt x="487077" y="101257"/>
                  <a:pt x="487077" y="82336"/>
                </a:cubicBezTo>
                <a:cubicBezTo>
                  <a:pt x="487077" y="71207"/>
                  <a:pt x="486456" y="63565"/>
                  <a:pt x="485213" y="59408"/>
                </a:cubicBezTo>
                <a:cubicBezTo>
                  <a:pt x="483971" y="55250"/>
                  <a:pt x="482140" y="52221"/>
                  <a:pt x="479720" y="50323"/>
                </a:cubicBezTo>
                <a:cubicBezTo>
                  <a:pt x="478020" y="48947"/>
                  <a:pt x="475797" y="48260"/>
                  <a:pt x="473050" y="48260"/>
                </a:cubicBezTo>
                <a:close/>
                <a:moveTo>
                  <a:pt x="567535" y="44140"/>
                </a:moveTo>
                <a:lnTo>
                  <a:pt x="567535" y="56107"/>
                </a:lnTo>
                <a:cubicBezTo>
                  <a:pt x="572243" y="50971"/>
                  <a:pt x="576755" y="47236"/>
                  <a:pt x="581071" y="44900"/>
                </a:cubicBezTo>
                <a:cubicBezTo>
                  <a:pt x="585387" y="42562"/>
                  <a:pt x="590030" y="41394"/>
                  <a:pt x="595000" y="41394"/>
                </a:cubicBezTo>
                <a:cubicBezTo>
                  <a:pt x="600950" y="41394"/>
                  <a:pt x="605888" y="43047"/>
                  <a:pt x="609811" y="46353"/>
                </a:cubicBezTo>
                <a:cubicBezTo>
                  <a:pt x="613735" y="49660"/>
                  <a:pt x="616350" y="53768"/>
                  <a:pt x="617658" y="58679"/>
                </a:cubicBezTo>
                <a:cubicBezTo>
                  <a:pt x="618705" y="62412"/>
                  <a:pt x="619228" y="69583"/>
                  <a:pt x="619228" y="80191"/>
                </a:cubicBezTo>
                <a:lnTo>
                  <a:pt x="619228" y="115941"/>
                </a:lnTo>
                <a:cubicBezTo>
                  <a:pt x="619228" y="123003"/>
                  <a:pt x="619865" y="127401"/>
                  <a:pt x="621140" y="129134"/>
                </a:cubicBezTo>
                <a:cubicBezTo>
                  <a:pt x="622416" y="130867"/>
                  <a:pt x="625080" y="131962"/>
                  <a:pt x="629135" y="132420"/>
                </a:cubicBezTo>
                <a:lnTo>
                  <a:pt x="629135" y="135951"/>
                </a:lnTo>
                <a:lnTo>
                  <a:pt x="582739" y="135951"/>
                </a:lnTo>
                <a:lnTo>
                  <a:pt x="582739" y="132420"/>
                </a:lnTo>
                <a:cubicBezTo>
                  <a:pt x="586204" y="131962"/>
                  <a:pt x="588689" y="130524"/>
                  <a:pt x="590193" y="128104"/>
                </a:cubicBezTo>
                <a:cubicBezTo>
                  <a:pt x="591240" y="126469"/>
                  <a:pt x="591763" y="122415"/>
                  <a:pt x="591763" y="115941"/>
                </a:cubicBezTo>
                <a:lnTo>
                  <a:pt x="591763" y="75136"/>
                </a:lnTo>
                <a:cubicBezTo>
                  <a:pt x="591763" y="67616"/>
                  <a:pt x="591469" y="62875"/>
                  <a:pt x="590880" y="60913"/>
                </a:cubicBezTo>
                <a:cubicBezTo>
                  <a:pt x="590291" y="58951"/>
                  <a:pt x="589294" y="57431"/>
                  <a:pt x="587888" y="56352"/>
                </a:cubicBezTo>
                <a:cubicBezTo>
                  <a:pt x="586482" y="55273"/>
                  <a:pt x="584929" y="54734"/>
                  <a:pt x="583229" y="54734"/>
                </a:cubicBezTo>
                <a:cubicBezTo>
                  <a:pt x="577605" y="54734"/>
                  <a:pt x="572374" y="58788"/>
                  <a:pt x="567535" y="66897"/>
                </a:cubicBezTo>
                <a:lnTo>
                  <a:pt x="567535" y="115941"/>
                </a:lnTo>
                <a:cubicBezTo>
                  <a:pt x="567535" y="122807"/>
                  <a:pt x="568172" y="127156"/>
                  <a:pt x="569448" y="128987"/>
                </a:cubicBezTo>
                <a:cubicBezTo>
                  <a:pt x="570723" y="130818"/>
                  <a:pt x="573093" y="131962"/>
                  <a:pt x="576559" y="132420"/>
                </a:cubicBezTo>
                <a:lnTo>
                  <a:pt x="576559" y="135951"/>
                </a:lnTo>
                <a:lnTo>
                  <a:pt x="530163" y="135951"/>
                </a:lnTo>
                <a:lnTo>
                  <a:pt x="530163" y="132420"/>
                </a:lnTo>
                <a:cubicBezTo>
                  <a:pt x="534021" y="132028"/>
                  <a:pt x="536768" y="130785"/>
                  <a:pt x="538402" y="128693"/>
                </a:cubicBezTo>
                <a:cubicBezTo>
                  <a:pt x="539514" y="127254"/>
                  <a:pt x="540070" y="123003"/>
                  <a:pt x="540070" y="115941"/>
                </a:cubicBezTo>
                <a:lnTo>
                  <a:pt x="540070" y="64150"/>
                </a:lnTo>
                <a:cubicBezTo>
                  <a:pt x="540070" y="57135"/>
                  <a:pt x="539432" y="52767"/>
                  <a:pt x="538157" y="51046"/>
                </a:cubicBezTo>
                <a:cubicBezTo>
                  <a:pt x="536882" y="49325"/>
                  <a:pt x="534217" y="48200"/>
                  <a:pt x="530163" y="47671"/>
                </a:cubicBezTo>
                <a:lnTo>
                  <a:pt x="530163" y="44140"/>
                </a:lnTo>
                <a:lnTo>
                  <a:pt x="567535" y="44140"/>
                </a:lnTo>
                <a:close/>
                <a:moveTo>
                  <a:pt x="699548" y="41786"/>
                </a:moveTo>
                <a:lnTo>
                  <a:pt x="701019" y="73174"/>
                </a:lnTo>
                <a:lnTo>
                  <a:pt x="697684" y="73174"/>
                </a:lnTo>
                <a:cubicBezTo>
                  <a:pt x="693695" y="63813"/>
                  <a:pt x="689559" y="57419"/>
                  <a:pt x="685276" y="53992"/>
                </a:cubicBezTo>
                <a:cubicBezTo>
                  <a:pt x="680993" y="50563"/>
                  <a:pt x="676726" y="48848"/>
                  <a:pt x="672475" y="48848"/>
                </a:cubicBezTo>
                <a:cubicBezTo>
                  <a:pt x="669794" y="48848"/>
                  <a:pt x="667505" y="49747"/>
                  <a:pt x="665609" y="51546"/>
                </a:cubicBezTo>
                <a:cubicBezTo>
                  <a:pt x="663713" y="53344"/>
                  <a:pt x="662764" y="55420"/>
                  <a:pt x="662764" y="57774"/>
                </a:cubicBezTo>
                <a:cubicBezTo>
                  <a:pt x="662764" y="59540"/>
                  <a:pt x="663418" y="61240"/>
                  <a:pt x="664726" y="62875"/>
                </a:cubicBezTo>
                <a:cubicBezTo>
                  <a:pt x="666819" y="65556"/>
                  <a:pt x="672671" y="70150"/>
                  <a:pt x="682284" y="76656"/>
                </a:cubicBezTo>
                <a:cubicBezTo>
                  <a:pt x="691897" y="83163"/>
                  <a:pt x="698223" y="88689"/>
                  <a:pt x="701264" y="93233"/>
                </a:cubicBezTo>
                <a:cubicBezTo>
                  <a:pt x="704305" y="97778"/>
                  <a:pt x="705825" y="102863"/>
                  <a:pt x="705825" y="108486"/>
                </a:cubicBezTo>
                <a:cubicBezTo>
                  <a:pt x="705825" y="113587"/>
                  <a:pt x="704550" y="118589"/>
                  <a:pt x="702000" y="123494"/>
                </a:cubicBezTo>
                <a:cubicBezTo>
                  <a:pt x="699450" y="128398"/>
                  <a:pt x="695853" y="132158"/>
                  <a:pt x="691210" y="134774"/>
                </a:cubicBezTo>
                <a:cubicBezTo>
                  <a:pt x="686567" y="137390"/>
                  <a:pt x="681434" y="138698"/>
                  <a:pt x="675810" y="138698"/>
                </a:cubicBezTo>
                <a:cubicBezTo>
                  <a:pt x="671429" y="138698"/>
                  <a:pt x="665576" y="137299"/>
                  <a:pt x="658252" y="134501"/>
                </a:cubicBezTo>
                <a:cubicBezTo>
                  <a:pt x="656290" y="133768"/>
                  <a:pt x="654950" y="133401"/>
                  <a:pt x="654231" y="133401"/>
                </a:cubicBezTo>
                <a:cubicBezTo>
                  <a:pt x="652073" y="133401"/>
                  <a:pt x="650274" y="135036"/>
                  <a:pt x="648836" y="138305"/>
                </a:cubicBezTo>
                <a:lnTo>
                  <a:pt x="645599" y="138305"/>
                </a:lnTo>
                <a:lnTo>
                  <a:pt x="644029" y="105347"/>
                </a:lnTo>
                <a:lnTo>
                  <a:pt x="647364" y="105347"/>
                </a:lnTo>
                <a:cubicBezTo>
                  <a:pt x="650307" y="113979"/>
                  <a:pt x="654345" y="120453"/>
                  <a:pt x="659478" y="124769"/>
                </a:cubicBezTo>
                <a:cubicBezTo>
                  <a:pt x="664612" y="129085"/>
                  <a:pt x="669467" y="131243"/>
                  <a:pt x="674045" y="131243"/>
                </a:cubicBezTo>
                <a:cubicBezTo>
                  <a:pt x="677183" y="131243"/>
                  <a:pt x="679750" y="130278"/>
                  <a:pt x="681745" y="128349"/>
                </a:cubicBezTo>
                <a:cubicBezTo>
                  <a:pt x="683739" y="126420"/>
                  <a:pt x="684736" y="124082"/>
                  <a:pt x="684736" y="121336"/>
                </a:cubicBezTo>
                <a:cubicBezTo>
                  <a:pt x="684736" y="118197"/>
                  <a:pt x="683755" y="115483"/>
                  <a:pt x="681794" y="113195"/>
                </a:cubicBezTo>
                <a:cubicBezTo>
                  <a:pt x="679832" y="110906"/>
                  <a:pt x="675450" y="107440"/>
                  <a:pt x="668650" y="102797"/>
                </a:cubicBezTo>
                <a:cubicBezTo>
                  <a:pt x="658645" y="95866"/>
                  <a:pt x="652171" y="90569"/>
                  <a:pt x="649228" y="86907"/>
                </a:cubicBezTo>
                <a:cubicBezTo>
                  <a:pt x="644912" y="81545"/>
                  <a:pt x="642754" y="75627"/>
                  <a:pt x="642754" y="69153"/>
                </a:cubicBezTo>
                <a:cubicBezTo>
                  <a:pt x="642754" y="62090"/>
                  <a:pt x="645190" y="55698"/>
                  <a:pt x="650062" y="49976"/>
                </a:cubicBezTo>
                <a:cubicBezTo>
                  <a:pt x="654934" y="44254"/>
                  <a:pt x="661980" y="41394"/>
                  <a:pt x="671200" y="41394"/>
                </a:cubicBezTo>
                <a:cubicBezTo>
                  <a:pt x="676170" y="41394"/>
                  <a:pt x="680976" y="42650"/>
                  <a:pt x="685619" y="45164"/>
                </a:cubicBezTo>
                <a:cubicBezTo>
                  <a:pt x="687385" y="46181"/>
                  <a:pt x="688823" y="46690"/>
                  <a:pt x="689935" y="46690"/>
                </a:cubicBezTo>
                <a:cubicBezTo>
                  <a:pt x="691112" y="46690"/>
                  <a:pt x="692060" y="46445"/>
                  <a:pt x="692780" y="45955"/>
                </a:cubicBezTo>
                <a:cubicBezTo>
                  <a:pt x="693499" y="45464"/>
                  <a:pt x="694643" y="44075"/>
                  <a:pt x="696213" y="41786"/>
                </a:cubicBezTo>
                <a:lnTo>
                  <a:pt x="699548" y="41786"/>
                </a:lnTo>
                <a:close/>
                <a:moveTo>
                  <a:pt x="798432" y="86711"/>
                </a:moveTo>
                <a:lnTo>
                  <a:pt x="748113" y="86711"/>
                </a:lnTo>
                <a:cubicBezTo>
                  <a:pt x="748701" y="98906"/>
                  <a:pt x="751938" y="108545"/>
                  <a:pt x="757823" y="115625"/>
                </a:cubicBezTo>
                <a:cubicBezTo>
                  <a:pt x="762336" y="121067"/>
                  <a:pt x="767763" y="123788"/>
                  <a:pt x="774106" y="123788"/>
                </a:cubicBezTo>
                <a:cubicBezTo>
                  <a:pt x="778030" y="123788"/>
                  <a:pt x="781594" y="122693"/>
                  <a:pt x="784798" y="120502"/>
                </a:cubicBezTo>
                <a:cubicBezTo>
                  <a:pt x="788002" y="118312"/>
                  <a:pt x="791435" y="114372"/>
                  <a:pt x="795097" y="108682"/>
                </a:cubicBezTo>
                <a:lnTo>
                  <a:pt x="798432" y="110840"/>
                </a:lnTo>
                <a:cubicBezTo>
                  <a:pt x="793462" y="120976"/>
                  <a:pt x="787969" y="128153"/>
                  <a:pt x="781953" y="132371"/>
                </a:cubicBezTo>
                <a:cubicBezTo>
                  <a:pt x="775937" y="136589"/>
                  <a:pt x="768973" y="138698"/>
                  <a:pt x="761060" y="138698"/>
                </a:cubicBezTo>
                <a:cubicBezTo>
                  <a:pt x="747459" y="138698"/>
                  <a:pt x="737159" y="133461"/>
                  <a:pt x="730162" y="122988"/>
                </a:cubicBezTo>
                <a:cubicBezTo>
                  <a:pt x="724539" y="114544"/>
                  <a:pt x="721727" y="104071"/>
                  <a:pt x="721727" y="91569"/>
                </a:cubicBezTo>
                <a:cubicBezTo>
                  <a:pt x="721727" y="76251"/>
                  <a:pt x="725863" y="64059"/>
                  <a:pt x="734135" y="54994"/>
                </a:cubicBezTo>
                <a:cubicBezTo>
                  <a:pt x="742407" y="45927"/>
                  <a:pt x="752102" y="41394"/>
                  <a:pt x="763218" y="41394"/>
                </a:cubicBezTo>
                <a:cubicBezTo>
                  <a:pt x="772504" y="41394"/>
                  <a:pt x="780564" y="45203"/>
                  <a:pt x="787397" y="52821"/>
                </a:cubicBezTo>
                <a:cubicBezTo>
                  <a:pt x="794231" y="60439"/>
                  <a:pt x="797909" y="71736"/>
                  <a:pt x="798432" y="86711"/>
                </a:cubicBezTo>
                <a:moveTo>
                  <a:pt x="774302" y="80237"/>
                </a:moveTo>
                <a:cubicBezTo>
                  <a:pt x="774302" y="69708"/>
                  <a:pt x="773730" y="62483"/>
                  <a:pt x="772586" y="58559"/>
                </a:cubicBezTo>
                <a:cubicBezTo>
                  <a:pt x="771441" y="54635"/>
                  <a:pt x="769660" y="51660"/>
                  <a:pt x="767240" y="49633"/>
                </a:cubicBezTo>
                <a:cubicBezTo>
                  <a:pt x="765867" y="48456"/>
                  <a:pt x="764036" y="47867"/>
                  <a:pt x="761747" y="47867"/>
                </a:cubicBezTo>
                <a:cubicBezTo>
                  <a:pt x="758347" y="47867"/>
                  <a:pt x="755567" y="49535"/>
                  <a:pt x="753409" y="52870"/>
                </a:cubicBezTo>
                <a:cubicBezTo>
                  <a:pt x="749551" y="58690"/>
                  <a:pt x="747622" y="66668"/>
                  <a:pt x="747622" y="76804"/>
                </a:cubicBezTo>
                <a:lnTo>
                  <a:pt x="747622" y="80237"/>
                </a:lnTo>
                <a:lnTo>
                  <a:pt x="774302" y="80237"/>
                </a:lnTo>
                <a:close/>
                <a:moveTo>
                  <a:pt x="977351" y="2943"/>
                </a:moveTo>
                <a:lnTo>
                  <a:pt x="977351" y="39039"/>
                </a:lnTo>
                <a:lnTo>
                  <a:pt x="973820" y="39039"/>
                </a:lnTo>
                <a:cubicBezTo>
                  <a:pt x="971728" y="30706"/>
                  <a:pt x="969406" y="24718"/>
                  <a:pt x="966856" y="21077"/>
                </a:cubicBezTo>
                <a:cubicBezTo>
                  <a:pt x="964306" y="17435"/>
                  <a:pt x="960807" y="14531"/>
                  <a:pt x="956360" y="12365"/>
                </a:cubicBezTo>
                <a:cubicBezTo>
                  <a:pt x="953875" y="11184"/>
                  <a:pt x="949527" y="10594"/>
                  <a:pt x="943315" y="10594"/>
                </a:cubicBezTo>
                <a:lnTo>
                  <a:pt x="933408" y="10594"/>
                </a:lnTo>
                <a:lnTo>
                  <a:pt x="933408" y="113195"/>
                </a:lnTo>
                <a:cubicBezTo>
                  <a:pt x="933408" y="120030"/>
                  <a:pt x="933784" y="124303"/>
                  <a:pt x="934536" y="126014"/>
                </a:cubicBezTo>
                <a:cubicBezTo>
                  <a:pt x="935288" y="127722"/>
                  <a:pt x="936759" y="129217"/>
                  <a:pt x="938950" y="130498"/>
                </a:cubicBezTo>
                <a:cubicBezTo>
                  <a:pt x="941140" y="131779"/>
                  <a:pt x="944132" y="132420"/>
                  <a:pt x="947925" y="132420"/>
                </a:cubicBezTo>
                <a:lnTo>
                  <a:pt x="952339" y="132420"/>
                </a:lnTo>
                <a:lnTo>
                  <a:pt x="952339" y="135951"/>
                </a:lnTo>
                <a:lnTo>
                  <a:pt x="882696" y="135951"/>
                </a:lnTo>
                <a:lnTo>
                  <a:pt x="882696" y="132420"/>
                </a:lnTo>
                <a:lnTo>
                  <a:pt x="887110" y="132420"/>
                </a:lnTo>
                <a:cubicBezTo>
                  <a:pt x="890968" y="132420"/>
                  <a:pt x="894074" y="131730"/>
                  <a:pt x="896428" y="130351"/>
                </a:cubicBezTo>
                <a:cubicBezTo>
                  <a:pt x="898128" y="129429"/>
                  <a:pt x="899469" y="127852"/>
                  <a:pt x="900450" y="125618"/>
                </a:cubicBezTo>
                <a:cubicBezTo>
                  <a:pt x="901169" y="124041"/>
                  <a:pt x="901529" y="119899"/>
                  <a:pt x="901529" y="113195"/>
                </a:cubicBezTo>
                <a:lnTo>
                  <a:pt x="901529" y="10594"/>
                </a:lnTo>
                <a:lnTo>
                  <a:pt x="891916" y="10594"/>
                </a:lnTo>
                <a:cubicBezTo>
                  <a:pt x="882957" y="10594"/>
                  <a:pt x="876451" y="12496"/>
                  <a:pt x="872396" y="16301"/>
                </a:cubicBezTo>
                <a:cubicBezTo>
                  <a:pt x="866707" y="21616"/>
                  <a:pt x="863111" y="29196"/>
                  <a:pt x="861606" y="39039"/>
                </a:cubicBezTo>
                <a:lnTo>
                  <a:pt x="857879" y="39039"/>
                </a:lnTo>
                <a:lnTo>
                  <a:pt x="857879" y="2943"/>
                </a:lnTo>
                <a:lnTo>
                  <a:pt x="977351" y="2943"/>
                </a:lnTo>
                <a:close/>
                <a:moveTo>
                  <a:pt x="1010658" y="0"/>
                </a:moveTo>
                <a:cubicBezTo>
                  <a:pt x="1014908" y="0"/>
                  <a:pt x="1018505" y="1493"/>
                  <a:pt x="1021448" y="4478"/>
                </a:cubicBezTo>
                <a:cubicBezTo>
                  <a:pt x="1024390" y="7462"/>
                  <a:pt x="1025862" y="11053"/>
                  <a:pt x="1025862" y="15253"/>
                </a:cubicBezTo>
                <a:cubicBezTo>
                  <a:pt x="1025862" y="19452"/>
                  <a:pt x="1024374" y="23028"/>
                  <a:pt x="1021399" y="25981"/>
                </a:cubicBezTo>
                <a:cubicBezTo>
                  <a:pt x="1018423" y="28932"/>
                  <a:pt x="1014843" y="30408"/>
                  <a:pt x="1010658" y="30408"/>
                </a:cubicBezTo>
                <a:cubicBezTo>
                  <a:pt x="1006473" y="30408"/>
                  <a:pt x="1002909" y="28932"/>
                  <a:pt x="999966" y="25981"/>
                </a:cubicBezTo>
                <a:cubicBezTo>
                  <a:pt x="997024" y="23028"/>
                  <a:pt x="995552" y="19452"/>
                  <a:pt x="995552" y="15253"/>
                </a:cubicBezTo>
                <a:cubicBezTo>
                  <a:pt x="995552" y="11053"/>
                  <a:pt x="997024" y="7462"/>
                  <a:pt x="999966" y="4478"/>
                </a:cubicBezTo>
                <a:cubicBezTo>
                  <a:pt x="1002909" y="1493"/>
                  <a:pt x="1006473" y="0"/>
                  <a:pt x="1010658" y="0"/>
                </a:cubicBezTo>
                <a:moveTo>
                  <a:pt x="1024390" y="44140"/>
                </a:moveTo>
                <a:lnTo>
                  <a:pt x="1024390" y="116922"/>
                </a:lnTo>
                <a:cubicBezTo>
                  <a:pt x="1024390" y="123396"/>
                  <a:pt x="1025142" y="127532"/>
                  <a:pt x="1026646" y="129330"/>
                </a:cubicBezTo>
                <a:cubicBezTo>
                  <a:pt x="1028150" y="131128"/>
                  <a:pt x="1031093" y="132158"/>
                  <a:pt x="1035474" y="132420"/>
                </a:cubicBezTo>
                <a:lnTo>
                  <a:pt x="1035474" y="135951"/>
                </a:lnTo>
                <a:lnTo>
                  <a:pt x="985940" y="135951"/>
                </a:lnTo>
                <a:lnTo>
                  <a:pt x="985940" y="132420"/>
                </a:lnTo>
                <a:cubicBezTo>
                  <a:pt x="989994" y="132289"/>
                  <a:pt x="993002" y="131112"/>
                  <a:pt x="994964" y="128889"/>
                </a:cubicBezTo>
                <a:cubicBezTo>
                  <a:pt x="996272" y="127385"/>
                  <a:pt x="996925" y="123396"/>
                  <a:pt x="996925" y="116922"/>
                </a:cubicBezTo>
                <a:lnTo>
                  <a:pt x="996925" y="63365"/>
                </a:lnTo>
                <a:cubicBezTo>
                  <a:pt x="996925" y="56810"/>
                  <a:pt x="996173" y="52622"/>
                  <a:pt x="994669" y="50801"/>
                </a:cubicBezTo>
                <a:cubicBezTo>
                  <a:pt x="993165" y="48980"/>
                  <a:pt x="990255" y="47937"/>
                  <a:pt x="985940" y="47671"/>
                </a:cubicBezTo>
                <a:lnTo>
                  <a:pt x="985940" y="44140"/>
                </a:lnTo>
                <a:lnTo>
                  <a:pt x="1024390" y="44140"/>
                </a:lnTo>
                <a:close/>
                <a:moveTo>
                  <a:pt x="1082311" y="44140"/>
                </a:moveTo>
                <a:lnTo>
                  <a:pt x="1082311" y="56303"/>
                </a:lnTo>
                <a:cubicBezTo>
                  <a:pt x="1087346" y="50773"/>
                  <a:pt x="1092005" y="46906"/>
                  <a:pt x="1096288" y="44701"/>
                </a:cubicBezTo>
                <a:cubicBezTo>
                  <a:pt x="1100572" y="42496"/>
                  <a:pt x="1105264" y="41394"/>
                  <a:pt x="1110364" y="41394"/>
                </a:cubicBezTo>
                <a:cubicBezTo>
                  <a:pt x="1116250" y="41394"/>
                  <a:pt x="1121187" y="42775"/>
                  <a:pt x="1125176" y="45538"/>
                </a:cubicBezTo>
                <a:cubicBezTo>
                  <a:pt x="1129165" y="48301"/>
                  <a:pt x="1132238" y="52510"/>
                  <a:pt x="1134396" y="58167"/>
                </a:cubicBezTo>
                <a:cubicBezTo>
                  <a:pt x="1139627" y="52247"/>
                  <a:pt x="1144646" y="47972"/>
                  <a:pt x="1149453" y="45342"/>
                </a:cubicBezTo>
                <a:cubicBezTo>
                  <a:pt x="1154259" y="42710"/>
                  <a:pt x="1159278" y="41394"/>
                  <a:pt x="1164509" y="41394"/>
                </a:cubicBezTo>
                <a:cubicBezTo>
                  <a:pt x="1170852" y="41394"/>
                  <a:pt x="1175904" y="42851"/>
                  <a:pt x="1179664" y="45765"/>
                </a:cubicBezTo>
                <a:cubicBezTo>
                  <a:pt x="1183424" y="48679"/>
                  <a:pt x="1186040" y="52378"/>
                  <a:pt x="1187511" y="56864"/>
                </a:cubicBezTo>
                <a:cubicBezTo>
                  <a:pt x="1188982" y="61349"/>
                  <a:pt x="1189718" y="68503"/>
                  <a:pt x="1189718" y="78324"/>
                </a:cubicBezTo>
                <a:lnTo>
                  <a:pt x="1189718" y="115941"/>
                </a:lnTo>
                <a:cubicBezTo>
                  <a:pt x="1189718" y="123003"/>
                  <a:pt x="1190356" y="127385"/>
                  <a:pt x="1191631" y="129085"/>
                </a:cubicBezTo>
                <a:cubicBezTo>
                  <a:pt x="1192906" y="130785"/>
                  <a:pt x="1195571" y="131897"/>
                  <a:pt x="1199625" y="132420"/>
                </a:cubicBezTo>
                <a:lnTo>
                  <a:pt x="1199625" y="135951"/>
                </a:lnTo>
                <a:lnTo>
                  <a:pt x="1152248" y="135951"/>
                </a:lnTo>
                <a:lnTo>
                  <a:pt x="1152248" y="132420"/>
                </a:lnTo>
                <a:cubicBezTo>
                  <a:pt x="1155976" y="132093"/>
                  <a:pt x="1158722" y="130654"/>
                  <a:pt x="1160488" y="128104"/>
                </a:cubicBezTo>
                <a:cubicBezTo>
                  <a:pt x="1161665" y="126338"/>
                  <a:pt x="1162253" y="122284"/>
                  <a:pt x="1162253" y="115941"/>
                </a:cubicBezTo>
                <a:lnTo>
                  <a:pt x="1162253" y="76509"/>
                </a:lnTo>
                <a:cubicBezTo>
                  <a:pt x="1162253" y="68335"/>
                  <a:pt x="1161926" y="63137"/>
                  <a:pt x="1161272" y="60913"/>
                </a:cubicBezTo>
                <a:cubicBezTo>
                  <a:pt x="1160618" y="58690"/>
                  <a:pt x="1159588" y="57039"/>
                  <a:pt x="1158183" y="55960"/>
                </a:cubicBezTo>
                <a:cubicBezTo>
                  <a:pt x="1156777" y="54881"/>
                  <a:pt x="1155125" y="54341"/>
                  <a:pt x="1153229" y="54341"/>
                </a:cubicBezTo>
                <a:cubicBezTo>
                  <a:pt x="1150417" y="54341"/>
                  <a:pt x="1147573" y="55371"/>
                  <a:pt x="1144695" y="57431"/>
                </a:cubicBezTo>
                <a:cubicBezTo>
                  <a:pt x="1141818" y="59491"/>
                  <a:pt x="1138908" y="62581"/>
                  <a:pt x="1135965" y="66700"/>
                </a:cubicBezTo>
                <a:lnTo>
                  <a:pt x="1135965" y="115941"/>
                </a:lnTo>
                <a:cubicBezTo>
                  <a:pt x="1135965" y="122546"/>
                  <a:pt x="1136521" y="126698"/>
                  <a:pt x="1137633" y="128398"/>
                </a:cubicBezTo>
                <a:cubicBezTo>
                  <a:pt x="1139137" y="130818"/>
                  <a:pt x="1142014" y="132158"/>
                  <a:pt x="1146265" y="132420"/>
                </a:cubicBezTo>
                <a:lnTo>
                  <a:pt x="1146265" y="135951"/>
                </a:lnTo>
                <a:lnTo>
                  <a:pt x="1098790" y="135951"/>
                </a:lnTo>
                <a:lnTo>
                  <a:pt x="1098790" y="132420"/>
                </a:lnTo>
                <a:cubicBezTo>
                  <a:pt x="1101340" y="132289"/>
                  <a:pt x="1103351" y="131652"/>
                  <a:pt x="1104822" y="130507"/>
                </a:cubicBezTo>
                <a:cubicBezTo>
                  <a:pt x="1106294" y="129363"/>
                  <a:pt x="1107274" y="127990"/>
                  <a:pt x="1107765" y="126388"/>
                </a:cubicBezTo>
                <a:cubicBezTo>
                  <a:pt x="1108255" y="124785"/>
                  <a:pt x="1108501" y="121303"/>
                  <a:pt x="1108501" y="115941"/>
                </a:cubicBezTo>
                <a:lnTo>
                  <a:pt x="1108501" y="76448"/>
                </a:lnTo>
                <a:cubicBezTo>
                  <a:pt x="1108501" y="68129"/>
                  <a:pt x="1108174" y="62922"/>
                  <a:pt x="1107520" y="60827"/>
                </a:cubicBezTo>
                <a:cubicBezTo>
                  <a:pt x="1106866" y="58731"/>
                  <a:pt x="1105770" y="57093"/>
                  <a:pt x="1104234" y="55914"/>
                </a:cubicBezTo>
                <a:cubicBezTo>
                  <a:pt x="1102697" y="54735"/>
                  <a:pt x="1101046" y="54145"/>
                  <a:pt x="1099280" y="54145"/>
                </a:cubicBezTo>
                <a:cubicBezTo>
                  <a:pt x="1096664" y="54145"/>
                  <a:pt x="1094278" y="54837"/>
                  <a:pt x="1092120" y="56220"/>
                </a:cubicBezTo>
                <a:cubicBezTo>
                  <a:pt x="1089046" y="58264"/>
                  <a:pt x="1085777" y="61757"/>
                  <a:pt x="1082311" y="66700"/>
                </a:cubicBezTo>
                <a:lnTo>
                  <a:pt x="1082311" y="115941"/>
                </a:lnTo>
                <a:cubicBezTo>
                  <a:pt x="1082311" y="122415"/>
                  <a:pt x="1082948" y="126682"/>
                  <a:pt x="1084224" y="128742"/>
                </a:cubicBezTo>
                <a:cubicBezTo>
                  <a:pt x="1085499" y="130802"/>
                  <a:pt x="1088163" y="132028"/>
                  <a:pt x="1092218" y="132420"/>
                </a:cubicBezTo>
                <a:lnTo>
                  <a:pt x="1092218" y="135951"/>
                </a:lnTo>
                <a:lnTo>
                  <a:pt x="1044939" y="135951"/>
                </a:lnTo>
                <a:lnTo>
                  <a:pt x="1044939" y="132420"/>
                </a:lnTo>
                <a:cubicBezTo>
                  <a:pt x="1048797" y="132028"/>
                  <a:pt x="1051544" y="130785"/>
                  <a:pt x="1053178" y="128693"/>
                </a:cubicBezTo>
                <a:cubicBezTo>
                  <a:pt x="1054290" y="127254"/>
                  <a:pt x="1054846" y="123003"/>
                  <a:pt x="1054846" y="115941"/>
                </a:cubicBezTo>
                <a:lnTo>
                  <a:pt x="1054846" y="64150"/>
                </a:lnTo>
                <a:cubicBezTo>
                  <a:pt x="1054846" y="57135"/>
                  <a:pt x="1054208" y="52767"/>
                  <a:pt x="1052933" y="51046"/>
                </a:cubicBezTo>
                <a:cubicBezTo>
                  <a:pt x="1051658" y="49325"/>
                  <a:pt x="1048993" y="48200"/>
                  <a:pt x="1044939" y="47671"/>
                </a:cubicBezTo>
                <a:lnTo>
                  <a:pt x="1044939" y="44140"/>
                </a:lnTo>
                <a:lnTo>
                  <a:pt x="1082311" y="44140"/>
                </a:lnTo>
                <a:close/>
                <a:moveTo>
                  <a:pt x="1289097" y="86711"/>
                </a:moveTo>
                <a:lnTo>
                  <a:pt x="1238777" y="86711"/>
                </a:lnTo>
                <a:cubicBezTo>
                  <a:pt x="1239366" y="98906"/>
                  <a:pt x="1242603" y="108545"/>
                  <a:pt x="1248488" y="115625"/>
                </a:cubicBezTo>
                <a:cubicBezTo>
                  <a:pt x="1253000" y="121067"/>
                  <a:pt x="1258428" y="123788"/>
                  <a:pt x="1264771" y="123788"/>
                </a:cubicBezTo>
                <a:cubicBezTo>
                  <a:pt x="1268694" y="123788"/>
                  <a:pt x="1272258" y="122693"/>
                  <a:pt x="1275462" y="120502"/>
                </a:cubicBezTo>
                <a:cubicBezTo>
                  <a:pt x="1278667" y="118312"/>
                  <a:pt x="1282100" y="114372"/>
                  <a:pt x="1285762" y="108682"/>
                </a:cubicBezTo>
                <a:lnTo>
                  <a:pt x="1289097" y="110840"/>
                </a:lnTo>
                <a:cubicBezTo>
                  <a:pt x="1284127" y="120976"/>
                  <a:pt x="1278634" y="128153"/>
                  <a:pt x="1272618" y="132371"/>
                </a:cubicBezTo>
                <a:cubicBezTo>
                  <a:pt x="1266602" y="136589"/>
                  <a:pt x="1259637" y="138698"/>
                  <a:pt x="1251725" y="138698"/>
                </a:cubicBezTo>
                <a:cubicBezTo>
                  <a:pt x="1238123" y="138698"/>
                  <a:pt x="1227824" y="133461"/>
                  <a:pt x="1220827" y="122988"/>
                </a:cubicBezTo>
                <a:cubicBezTo>
                  <a:pt x="1215203" y="114544"/>
                  <a:pt x="1212391" y="104071"/>
                  <a:pt x="1212391" y="91569"/>
                </a:cubicBezTo>
                <a:cubicBezTo>
                  <a:pt x="1212391" y="76251"/>
                  <a:pt x="1216527" y="64059"/>
                  <a:pt x="1224799" y="54994"/>
                </a:cubicBezTo>
                <a:cubicBezTo>
                  <a:pt x="1233072" y="45927"/>
                  <a:pt x="1242766" y="41394"/>
                  <a:pt x="1253883" y="41394"/>
                </a:cubicBezTo>
                <a:cubicBezTo>
                  <a:pt x="1263169" y="41394"/>
                  <a:pt x="1271228" y="45203"/>
                  <a:pt x="1278062" y="52821"/>
                </a:cubicBezTo>
                <a:cubicBezTo>
                  <a:pt x="1284895" y="60439"/>
                  <a:pt x="1288574" y="71736"/>
                  <a:pt x="1289097" y="86711"/>
                </a:cubicBezTo>
                <a:moveTo>
                  <a:pt x="1264967" y="80237"/>
                </a:moveTo>
                <a:cubicBezTo>
                  <a:pt x="1264967" y="69708"/>
                  <a:pt x="1264395" y="62483"/>
                  <a:pt x="1263250" y="58559"/>
                </a:cubicBezTo>
                <a:cubicBezTo>
                  <a:pt x="1262106" y="54635"/>
                  <a:pt x="1260324" y="51660"/>
                  <a:pt x="1257904" y="49633"/>
                </a:cubicBezTo>
                <a:cubicBezTo>
                  <a:pt x="1256531" y="48456"/>
                  <a:pt x="1254700" y="47867"/>
                  <a:pt x="1252412" y="47867"/>
                </a:cubicBezTo>
                <a:cubicBezTo>
                  <a:pt x="1249011" y="47867"/>
                  <a:pt x="1246232" y="49535"/>
                  <a:pt x="1244074" y="52870"/>
                </a:cubicBezTo>
                <a:cubicBezTo>
                  <a:pt x="1240216" y="58690"/>
                  <a:pt x="1238287" y="66668"/>
                  <a:pt x="1238287" y="76804"/>
                </a:cubicBezTo>
                <a:lnTo>
                  <a:pt x="1238287" y="80237"/>
                </a:lnTo>
                <a:lnTo>
                  <a:pt x="1264967" y="802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5f5a765904aa8"/>
          <a:stretch xmlns:a="http://schemas.openxmlformats.org/drawingml/2006/main"/>
        </p:blipFill>
        <p:spPr>
          <a:xfrm xmlns:a="http://schemas.openxmlformats.org/drawingml/2006/main">
            <a:off x="11153985" y="2969145"/>
            <a:ext cx="1660448" cy="605797"/>
          </a:xfrm>
          <a:prstGeom xmlns:a="http://schemas.openxmlformats.org/drawingml/2006/main" prst="rect">
            <a:avLst/>
          </a:prstGeom>
        </p:spPr>
      </p:pic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97a68d5e14b3d"/>
          <a:stretch xmlns:a="http://schemas.openxmlformats.org/drawingml/2006/main"/>
        </p:blipFill>
        <p:spPr>
          <a:xfrm xmlns:a="http://schemas.openxmlformats.org/drawingml/2006/main">
            <a:off x="11223039" y="2909507"/>
            <a:ext cx="1522339" cy="784711"/>
          </a:xfrm>
          <a:prstGeom xmlns:a="http://schemas.openxmlformats.org/drawingml/2006/main" prst="rect">
            <a:avLst/>
          </a:prstGeom>
        </p:spPr>
      </p:pic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8B9E6-E7CB-4EC8-8855-2C74C198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065" y="2998440"/>
            <a:ext cx="1541171" cy="486521"/>
          </a:xfrm>
          <a:custGeom xmlns:a="http://schemas.openxmlformats.org/drawingml/2006/main">
            <a:pathLst>
              <a:path w="1541171" h="486521">
                <a:moveTo>
                  <a:pt x="0" y="81088"/>
                </a:moveTo>
                <a:cubicBezTo>
                  <a:pt x="0" y="36305"/>
                  <a:pt x="36304" y="0"/>
                  <a:pt x="81089" y="0"/>
                </a:cubicBezTo>
                <a:lnTo>
                  <a:pt x="1460083" y="0"/>
                </a:lnTo>
                <a:cubicBezTo>
                  <a:pt x="1504867" y="0"/>
                  <a:pt x="1541171" y="36305"/>
                  <a:pt x="1541171" y="81088"/>
                </a:cubicBezTo>
                <a:lnTo>
                  <a:pt x="1541171" y="405432"/>
                </a:lnTo>
                <a:cubicBezTo>
                  <a:pt x="1541171" y="450216"/>
                  <a:pt x="1504867" y="486521"/>
                  <a:pt x="1460083" y="486521"/>
                </a:cubicBezTo>
                <a:lnTo>
                  <a:pt x="81089" y="486521"/>
                </a:lnTo>
                <a:cubicBezTo>
                  <a:pt x="36304" y="486521"/>
                  <a:pt x="0" y="450216"/>
                  <a:pt x="0" y="405432"/>
                </a:cubicBezTo>
                <a:lnTo>
                  <a:pt x="0" y="81088"/>
                </a:lnTo>
                <a:close/>
              </a:path>
            </a:pathLst>
          </a:custGeom>
          <a:solidFill xmlns:a="http://schemas.openxmlformats.org/drawingml/2006/main">
            <a:srgbClr val="E4E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Resource">
            <a:extLst xmlns:a="http://schemas.openxmlformats.org/drawingml/2006/main">
              <a:ext uri="{FF2B5EF4-FFF2-40B4-BE49-F238E27FC236}">
                <a16:creationId xmlns:a16="http://schemas.microsoft.com/office/drawing/2014/main" id="{FD1FDA62-3663-4B4E-880B-7FC1100A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747" y="3062132"/>
            <a:ext cx="783968" cy="135755"/>
          </a:xfrm>
          <a:custGeom xmlns:a="http://schemas.openxmlformats.org/drawingml/2006/main">
            <a:pathLst>
              <a:path w="783968" h="135755">
                <a:moveTo>
                  <a:pt x="49633" y="72390"/>
                </a:moveTo>
                <a:lnTo>
                  <a:pt x="49633" y="109860"/>
                </a:lnTo>
                <a:cubicBezTo>
                  <a:pt x="49633" y="117016"/>
                  <a:pt x="50074" y="121522"/>
                  <a:pt x="50957" y="123377"/>
                </a:cubicBezTo>
                <a:cubicBezTo>
                  <a:pt x="51840" y="125231"/>
                  <a:pt x="53393" y="126711"/>
                  <a:pt x="55616" y="127819"/>
                </a:cubicBezTo>
                <a:cubicBezTo>
                  <a:pt x="57840" y="128925"/>
                  <a:pt x="61992" y="129477"/>
                  <a:pt x="68074" y="129477"/>
                </a:cubicBezTo>
                <a:lnTo>
                  <a:pt x="68074" y="133009"/>
                </a:lnTo>
                <a:lnTo>
                  <a:pt x="0" y="133009"/>
                </a:lnTo>
                <a:lnTo>
                  <a:pt x="0" y="129477"/>
                </a:lnTo>
                <a:cubicBezTo>
                  <a:pt x="6147" y="129477"/>
                  <a:pt x="10316" y="128908"/>
                  <a:pt x="12506" y="127770"/>
                </a:cubicBezTo>
                <a:cubicBezTo>
                  <a:pt x="14697" y="126632"/>
                  <a:pt x="16234" y="125151"/>
                  <a:pt x="17117" y="123328"/>
                </a:cubicBezTo>
                <a:cubicBezTo>
                  <a:pt x="17999" y="121506"/>
                  <a:pt x="18441" y="117016"/>
                  <a:pt x="18441" y="109860"/>
                </a:cubicBezTo>
                <a:lnTo>
                  <a:pt x="18441" y="23149"/>
                </a:lnTo>
                <a:cubicBezTo>
                  <a:pt x="18441" y="15993"/>
                  <a:pt x="17999" y="11488"/>
                  <a:pt x="17117" y="9634"/>
                </a:cubicBezTo>
                <a:cubicBezTo>
                  <a:pt x="16234" y="7779"/>
                  <a:pt x="14681" y="6298"/>
                  <a:pt x="12457" y="5193"/>
                </a:cubicBezTo>
                <a:cubicBezTo>
                  <a:pt x="10234" y="4085"/>
                  <a:pt x="6082" y="3531"/>
                  <a:pt x="0" y="3531"/>
                </a:cubicBezTo>
                <a:lnTo>
                  <a:pt x="0" y="0"/>
                </a:lnTo>
                <a:lnTo>
                  <a:pt x="61796" y="0"/>
                </a:lnTo>
                <a:cubicBezTo>
                  <a:pt x="77883" y="0"/>
                  <a:pt x="89653" y="1111"/>
                  <a:pt x="97108" y="3332"/>
                </a:cubicBezTo>
                <a:cubicBezTo>
                  <a:pt x="104563" y="5553"/>
                  <a:pt x="110644" y="9653"/>
                  <a:pt x="115353" y="15630"/>
                </a:cubicBezTo>
                <a:cubicBezTo>
                  <a:pt x="120061" y="21607"/>
                  <a:pt x="122415" y="28613"/>
                  <a:pt x="122415" y="36648"/>
                </a:cubicBezTo>
                <a:cubicBezTo>
                  <a:pt x="122415" y="46449"/>
                  <a:pt x="118884" y="54551"/>
                  <a:pt x="111821" y="60953"/>
                </a:cubicBezTo>
                <a:cubicBezTo>
                  <a:pt x="107309" y="65003"/>
                  <a:pt x="100999" y="68041"/>
                  <a:pt x="92890" y="70066"/>
                </a:cubicBezTo>
                <a:lnTo>
                  <a:pt x="124867" y="115199"/>
                </a:lnTo>
                <a:cubicBezTo>
                  <a:pt x="129052" y="120962"/>
                  <a:pt x="132028" y="124556"/>
                  <a:pt x="133793" y="125980"/>
                </a:cubicBezTo>
                <a:cubicBezTo>
                  <a:pt x="136474" y="127987"/>
                  <a:pt x="139580" y="129087"/>
                  <a:pt x="143112" y="129281"/>
                </a:cubicBezTo>
                <a:lnTo>
                  <a:pt x="143112" y="133009"/>
                </a:lnTo>
                <a:lnTo>
                  <a:pt x="101228" y="133009"/>
                </a:lnTo>
                <a:lnTo>
                  <a:pt x="58363" y="72390"/>
                </a:lnTo>
                <a:lnTo>
                  <a:pt x="49633" y="72390"/>
                </a:lnTo>
                <a:moveTo>
                  <a:pt x="49633" y="7455"/>
                </a:moveTo>
                <a:lnTo>
                  <a:pt x="49633" y="65327"/>
                </a:lnTo>
                <a:lnTo>
                  <a:pt x="55224" y="65327"/>
                </a:lnTo>
                <a:cubicBezTo>
                  <a:pt x="64314" y="65327"/>
                  <a:pt x="71114" y="64500"/>
                  <a:pt x="75627" y="62844"/>
                </a:cubicBezTo>
                <a:cubicBezTo>
                  <a:pt x="80139" y="61187"/>
                  <a:pt x="83686" y="58199"/>
                  <a:pt x="86269" y="53881"/>
                </a:cubicBezTo>
                <a:cubicBezTo>
                  <a:pt x="88852" y="49561"/>
                  <a:pt x="90144" y="43926"/>
                  <a:pt x="90144" y="36976"/>
                </a:cubicBezTo>
                <a:cubicBezTo>
                  <a:pt x="90144" y="26908"/>
                  <a:pt x="87773" y="19471"/>
                  <a:pt x="83032" y="14664"/>
                </a:cubicBezTo>
                <a:cubicBezTo>
                  <a:pt x="78291" y="9858"/>
                  <a:pt x="70657" y="7455"/>
                  <a:pt x="60128" y="7455"/>
                </a:cubicBezTo>
                <a:lnTo>
                  <a:pt x="49633" y="7455"/>
                </a:lnTo>
                <a:close/>
                <a:moveTo>
                  <a:pt x="226389" y="83768"/>
                </a:moveTo>
                <a:lnTo>
                  <a:pt x="176070" y="83768"/>
                </a:lnTo>
                <a:cubicBezTo>
                  <a:pt x="176658" y="95964"/>
                  <a:pt x="179895" y="105602"/>
                  <a:pt x="185781" y="112683"/>
                </a:cubicBezTo>
                <a:cubicBezTo>
                  <a:pt x="190293" y="118125"/>
                  <a:pt x="195720" y="120846"/>
                  <a:pt x="202063" y="120846"/>
                </a:cubicBezTo>
                <a:cubicBezTo>
                  <a:pt x="205987" y="120846"/>
                  <a:pt x="209551" y="119750"/>
                  <a:pt x="212755" y="117560"/>
                </a:cubicBezTo>
                <a:cubicBezTo>
                  <a:pt x="215959" y="115369"/>
                  <a:pt x="219392" y="111429"/>
                  <a:pt x="223054" y="105740"/>
                </a:cubicBezTo>
                <a:lnTo>
                  <a:pt x="226389" y="107898"/>
                </a:lnTo>
                <a:cubicBezTo>
                  <a:pt x="221420" y="118034"/>
                  <a:pt x="215927" y="125210"/>
                  <a:pt x="209910" y="129428"/>
                </a:cubicBezTo>
                <a:cubicBezTo>
                  <a:pt x="203894" y="133646"/>
                  <a:pt x="196930" y="135755"/>
                  <a:pt x="189017" y="135755"/>
                </a:cubicBezTo>
                <a:cubicBezTo>
                  <a:pt x="175416" y="135755"/>
                  <a:pt x="165116" y="130518"/>
                  <a:pt x="158119" y="120045"/>
                </a:cubicBezTo>
                <a:cubicBezTo>
                  <a:pt x="152496" y="111602"/>
                  <a:pt x="149684" y="101129"/>
                  <a:pt x="149684" y="88626"/>
                </a:cubicBezTo>
                <a:cubicBezTo>
                  <a:pt x="149684" y="73308"/>
                  <a:pt x="153820" y="61117"/>
                  <a:pt x="162092" y="52051"/>
                </a:cubicBezTo>
                <a:cubicBezTo>
                  <a:pt x="170364" y="42984"/>
                  <a:pt x="180059" y="38451"/>
                  <a:pt x="191175" y="38451"/>
                </a:cubicBezTo>
                <a:cubicBezTo>
                  <a:pt x="200461" y="38451"/>
                  <a:pt x="208521" y="42260"/>
                  <a:pt x="215354" y="49878"/>
                </a:cubicBezTo>
                <a:cubicBezTo>
                  <a:pt x="222188" y="57496"/>
                  <a:pt x="225866" y="68793"/>
                  <a:pt x="226389" y="83768"/>
                </a:cubicBezTo>
                <a:moveTo>
                  <a:pt x="202259" y="77294"/>
                </a:moveTo>
                <a:cubicBezTo>
                  <a:pt x="202259" y="66766"/>
                  <a:pt x="201687" y="59540"/>
                  <a:pt x="200543" y="55616"/>
                </a:cubicBezTo>
                <a:cubicBezTo>
                  <a:pt x="199399" y="51693"/>
                  <a:pt x="197617" y="48717"/>
                  <a:pt x="195197" y="46690"/>
                </a:cubicBezTo>
                <a:cubicBezTo>
                  <a:pt x="193824" y="45513"/>
                  <a:pt x="191993" y="44925"/>
                  <a:pt x="189704" y="44925"/>
                </a:cubicBezTo>
                <a:cubicBezTo>
                  <a:pt x="186304" y="44925"/>
                  <a:pt x="183525" y="46592"/>
                  <a:pt x="181367" y="49927"/>
                </a:cubicBezTo>
                <a:cubicBezTo>
                  <a:pt x="177508" y="55747"/>
                  <a:pt x="175579" y="63725"/>
                  <a:pt x="175579" y="73861"/>
                </a:cubicBezTo>
                <a:lnTo>
                  <a:pt x="175579" y="77294"/>
                </a:lnTo>
                <a:lnTo>
                  <a:pt x="202259" y="77294"/>
                </a:lnTo>
                <a:close/>
                <a:moveTo>
                  <a:pt x="296691" y="38843"/>
                </a:moveTo>
                <a:lnTo>
                  <a:pt x="298162" y="70232"/>
                </a:lnTo>
                <a:lnTo>
                  <a:pt x="294827" y="70232"/>
                </a:lnTo>
                <a:cubicBezTo>
                  <a:pt x="290838" y="60870"/>
                  <a:pt x="286702" y="54476"/>
                  <a:pt x="282419" y="51049"/>
                </a:cubicBezTo>
                <a:cubicBezTo>
                  <a:pt x="278136" y="47620"/>
                  <a:pt x="273869" y="45906"/>
                  <a:pt x="269618" y="45906"/>
                </a:cubicBezTo>
                <a:cubicBezTo>
                  <a:pt x="266937" y="45906"/>
                  <a:pt x="264648" y="46805"/>
                  <a:pt x="262752" y="48603"/>
                </a:cubicBezTo>
                <a:cubicBezTo>
                  <a:pt x="260856" y="50401"/>
                  <a:pt x="259907" y="52478"/>
                  <a:pt x="259907" y="54832"/>
                </a:cubicBezTo>
                <a:cubicBezTo>
                  <a:pt x="259907" y="56597"/>
                  <a:pt x="260561" y="58297"/>
                  <a:pt x="261869" y="59932"/>
                </a:cubicBezTo>
                <a:cubicBezTo>
                  <a:pt x="263962" y="62613"/>
                  <a:pt x="269814" y="67207"/>
                  <a:pt x="279427" y="73714"/>
                </a:cubicBezTo>
                <a:cubicBezTo>
                  <a:pt x="289040" y="80220"/>
                  <a:pt x="295367" y="85746"/>
                  <a:pt x="298407" y="90291"/>
                </a:cubicBezTo>
                <a:cubicBezTo>
                  <a:pt x="301448" y="94836"/>
                  <a:pt x="302968" y="99920"/>
                  <a:pt x="302968" y="105544"/>
                </a:cubicBezTo>
                <a:cubicBezTo>
                  <a:pt x="302968" y="110644"/>
                  <a:pt x="301693" y="115647"/>
                  <a:pt x="299143" y="120551"/>
                </a:cubicBezTo>
                <a:cubicBezTo>
                  <a:pt x="296593" y="125456"/>
                  <a:pt x="292996" y="129216"/>
                  <a:pt x="288353" y="131831"/>
                </a:cubicBezTo>
                <a:cubicBezTo>
                  <a:pt x="283710" y="134447"/>
                  <a:pt x="278577" y="135755"/>
                  <a:pt x="272953" y="135755"/>
                </a:cubicBezTo>
                <a:cubicBezTo>
                  <a:pt x="268572" y="135755"/>
                  <a:pt x="262719" y="134356"/>
                  <a:pt x="255395" y="131559"/>
                </a:cubicBezTo>
                <a:cubicBezTo>
                  <a:pt x="253434" y="130825"/>
                  <a:pt x="252093" y="130458"/>
                  <a:pt x="251374" y="130458"/>
                </a:cubicBezTo>
                <a:cubicBezTo>
                  <a:pt x="249216" y="130458"/>
                  <a:pt x="247417" y="132093"/>
                  <a:pt x="245979" y="135363"/>
                </a:cubicBezTo>
                <a:lnTo>
                  <a:pt x="242742" y="135363"/>
                </a:lnTo>
                <a:lnTo>
                  <a:pt x="241172" y="102405"/>
                </a:lnTo>
                <a:lnTo>
                  <a:pt x="244507" y="102405"/>
                </a:lnTo>
                <a:cubicBezTo>
                  <a:pt x="247450" y="111037"/>
                  <a:pt x="251488" y="117510"/>
                  <a:pt x="256621" y="121826"/>
                </a:cubicBezTo>
                <a:cubicBezTo>
                  <a:pt x="261755" y="126142"/>
                  <a:pt x="266610" y="128300"/>
                  <a:pt x="271188" y="128300"/>
                </a:cubicBezTo>
                <a:cubicBezTo>
                  <a:pt x="274326" y="128300"/>
                  <a:pt x="276893" y="127336"/>
                  <a:pt x="278888" y="125407"/>
                </a:cubicBezTo>
                <a:cubicBezTo>
                  <a:pt x="280882" y="123478"/>
                  <a:pt x="281879" y="121140"/>
                  <a:pt x="281879" y="118393"/>
                </a:cubicBezTo>
                <a:cubicBezTo>
                  <a:pt x="281879" y="115254"/>
                  <a:pt x="280898" y="112541"/>
                  <a:pt x="278937" y="110252"/>
                </a:cubicBezTo>
                <a:cubicBezTo>
                  <a:pt x="276975" y="107963"/>
                  <a:pt x="272594" y="104497"/>
                  <a:pt x="265793" y="99854"/>
                </a:cubicBezTo>
                <a:cubicBezTo>
                  <a:pt x="255788" y="92923"/>
                  <a:pt x="249314" y="87626"/>
                  <a:pt x="246371" y="83964"/>
                </a:cubicBezTo>
                <a:cubicBezTo>
                  <a:pt x="242055" y="78602"/>
                  <a:pt x="239897" y="72684"/>
                  <a:pt x="239897" y="66210"/>
                </a:cubicBezTo>
                <a:cubicBezTo>
                  <a:pt x="239897" y="59148"/>
                  <a:pt x="242333" y="52755"/>
                  <a:pt x="247205" y="47034"/>
                </a:cubicBezTo>
                <a:cubicBezTo>
                  <a:pt x="252077" y="41312"/>
                  <a:pt x="259123" y="38451"/>
                  <a:pt x="268343" y="38451"/>
                </a:cubicBezTo>
                <a:cubicBezTo>
                  <a:pt x="273313" y="38451"/>
                  <a:pt x="278119" y="39708"/>
                  <a:pt x="282762" y="42221"/>
                </a:cubicBezTo>
                <a:cubicBezTo>
                  <a:pt x="284528" y="43239"/>
                  <a:pt x="285966" y="43748"/>
                  <a:pt x="287078" y="43748"/>
                </a:cubicBezTo>
                <a:cubicBezTo>
                  <a:pt x="288255" y="43748"/>
                  <a:pt x="289203" y="43502"/>
                  <a:pt x="289923" y="43012"/>
                </a:cubicBezTo>
                <a:cubicBezTo>
                  <a:pt x="290642" y="42522"/>
                  <a:pt x="291786" y="41132"/>
                  <a:pt x="293356" y="38843"/>
                </a:cubicBezTo>
                <a:lnTo>
                  <a:pt x="296691" y="38843"/>
                </a:lnTo>
                <a:close/>
                <a:moveTo>
                  <a:pt x="361147" y="38451"/>
                </a:moveTo>
                <a:cubicBezTo>
                  <a:pt x="369125" y="38451"/>
                  <a:pt x="376547" y="40513"/>
                  <a:pt x="383413" y="44637"/>
                </a:cubicBezTo>
                <a:cubicBezTo>
                  <a:pt x="390279" y="48760"/>
                  <a:pt x="395494" y="54619"/>
                  <a:pt x="399058" y="62213"/>
                </a:cubicBezTo>
                <a:cubicBezTo>
                  <a:pt x="402622" y="69807"/>
                  <a:pt x="404404" y="78120"/>
                  <a:pt x="404404" y="87152"/>
                </a:cubicBezTo>
                <a:cubicBezTo>
                  <a:pt x="404404" y="100177"/>
                  <a:pt x="401102" y="111076"/>
                  <a:pt x="394497" y="119849"/>
                </a:cubicBezTo>
                <a:cubicBezTo>
                  <a:pt x="386519" y="130453"/>
                  <a:pt x="375501" y="135755"/>
                  <a:pt x="361441" y="135755"/>
                </a:cubicBezTo>
                <a:cubicBezTo>
                  <a:pt x="347643" y="135755"/>
                  <a:pt x="337017" y="130911"/>
                  <a:pt x="329562" y="121223"/>
                </a:cubicBezTo>
                <a:cubicBezTo>
                  <a:pt x="322108" y="111534"/>
                  <a:pt x="318380" y="100308"/>
                  <a:pt x="318380" y="87544"/>
                </a:cubicBezTo>
                <a:cubicBezTo>
                  <a:pt x="318380" y="74388"/>
                  <a:pt x="322189" y="62917"/>
                  <a:pt x="329808" y="53130"/>
                </a:cubicBezTo>
                <a:cubicBezTo>
                  <a:pt x="337426" y="43344"/>
                  <a:pt x="347872" y="38451"/>
                  <a:pt x="361147" y="38451"/>
                </a:cubicBezTo>
                <a:moveTo>
                  <a:pt x="361539" y="45317"/>
                </a:moveTo>
                <a:cubicBezTo>
                  <a:pt x="358204" y="45317"/>
                  <a:pt x="355343" y="46578"/>
                  <a:pt x="352957" y="49100"/>
                </a:cubicBezTo>
                <a:cubicBezTo>
                  <a:pt x="350570" y="51619"/>
                  <a:pt x="349000" y="56594"/>
                  <a:pt x="348248" y="64024"/>
                </a:cubicBezTo>
                <a:cubicBezTo>
                  <a:pt x="347496" y="71455"/>
                  <a:pt x="347120" y="81783"/>
                  <a:pt x="347120" y="95008"/>
                </a:cubicBezTo>
                <a:cubicBezTo>
                  <a:pt x="347120" y="102013"/>
                  <a:pt x="347578" y="108561"/>
                  <a:pt x="348494" y="114651"/>
                </a:cubicBezTo>
                <a:cubicBezTo>
                  <a:pt x="349213" y="119298"/>
                  <a:pt x="350750" y="122833"/>
                  <a:pt x="353104" y="125256"/>
                </a:cubicBezTo>
                <a:cubicBezTo>
                  <a:pt x="355458" y="127678"/>
                  <a:pt x="358139" y="128889"/>
                  <a:pt x="361147" y="128889"/>
                </a:cubicBezTo>
                <a:cubicBezTo>
                  <a:pt x="364090" y="128889"/>
                  <a:pt x="366542" y="128070"/>
                  <a:pt x="368504" y="126434"/>
                </a:cubicBezTo>
                <a:cubicBezTo>
                  <a:pt x="371054" y="124208"/>
                  <a:pt x="372754" y="121098"/>
                  <a:pt x="373604" y="117103"/>
                </a:cubicBezTo>
                <a:cubicBezTo>
                  <a:pt x="374912" y="110884"/>
                  <a:pt x="375566" y="98315"/>
                  <a:pt x="375566" y="79394"/>
                </a:cubicBezTo>
                <a:cubicBezTo>
                  <a:pt x="375566" y="68265"/>
                  <a:pt x="374945" y="60622"/>
                  <a:pt x="373702" y="56465"/>
                </a:cubicBezTo>
                <a:cubicBezTo>
                  <a:pt x="372460" y="52307"/>
                  <a:pt x="370629" y="49278"/>
                  <a:pt x="368209" y="47380"/>
                </a:cubicBezTo>
                <a:cubicBezTo>
                  <a:pt x="366509" y="46005"/>
                  <a:pt x="364286" y="45317"/>
                  <a:pt x="361539" y="45317"/>
                </a:cubicBezTo>
                <a:close/>
                <a:moveTo>
                  <a:pt x="507128" y="41197"/>
                </a:moveTo>
                <a:lnTo>
                  <a:pt x="507128" y="112998"/>
                </a:lnTo>
                <a:cubicBezTo>
                  <a:pt x="507128" y="120038"/>
                  <a:pt x="507782" y="124430"/>
                  <a:pt x="509090" y="126173"/>
                </a:cubicBezTo>
                <a:cubicBezTo>
                  <a:pt x="510398" y="127916"/>
                  <a:pt x="513046" y="129018"/>
                  <a:pt x="517035" y="129477"/>
                </a:cubicBezTo>
                <a:lnTo>
                  <a:pt x="517035" y="133009"/>
                </a:lnTo>
                <a:lnTo>
                  <a:pt x="479663" y="133009"/>
                </a:lnTo>
                <a:lnTo>
                  <a:pt x="479663" y="120747"/>
                </a:lnTo>
                <a:cubicBezTo>
                  <a:pt x="475282" y="125979"/>
                  <a:pt x="470901" y="129788"/>
                  <a:pt x="466519" y="132175"/>
                </a:cubicBezTo>
                <a:cubicBezTo>
                  <a:pt x="462138" y="134562"/>
                  <a:pt x="457234" y="135755"/>
                  <a:pt x="451806" y="135755"/>
                </a:cubicBezTo>
                <a:cubicBezTo>
                  <a:pt x="446640" y="135755"/>
                  <a:pt x="442046" y="134169"/>
                  <a:pt x="438024" y="130998"/>
                </a:cubicBezTo>
                <a:cubicBezTo>
                  <a:pt x="434003" y="127826"/>
                  <a:pt x="431305" y="124115"/>
                  <a:pt x="429932" y="119865"/>
                </a:cubicBezTo>
                <a:cubicBezTo>
                  <a:pt x="428559" y="115614"/>
                  <a:pt x="427872" y="108192"/>
                  <a:pt x="427872" y="97598"/>
                </a:cubicBezTo>
                <a:lnTo>
                  <a:pt x="427872" y="61207"/>
                </a:lnTo>
                <a:cubicBezTo>
                  <a:pt x="427872" y="54192"/>
                  <a:pt x="427235" y="49824"/>
                  <a:pt x="425960" y="48103"/>
                </a:cubicBezTo>
                <a:cubicBezTo>
                  <a:pt x="424684" y="46383"/>
                  <a:pt x="422020" y="45258"/>
                  <a:pt x="417965" y="44729"/>
                </a:cubicBezTo>
                <a:lnTo>
                  <a:pt x="417965" y="41197"/>
                </a:lnTo>
                <a:lnTo>
                  <a:pt x="455337" y="41197"/>
                </a:lnTo>
                <a:lnTo>
                  <a:pt x="455337" y="103953"/>
                </a:lnTo>
                <a:cubicBezTo>
                  <a:pt x="455337" y="110500"/>
                  <a:pt x="455648" y="114723"/>
                  <a:pt x="456269" y="116622"/>
                </a:cubicBezTo>
                <a:cubicBezTo>
                  <a:pt x="456890" y="118520"/>
                  <a:pt x="457871" y="119961"/>
                  <a:pt x="459212" y="120944"/>
                </a:cubicBezTo>
                <a:cubicBezTo>
                  <a:pt x="460552" y="121924"/>
                  <a:pt x="462105" y="122415"/>
                  <a:pt x="463871" y="122415"/>
                </a:cubicBezTo>
                <a:cubicBezTo>
                  <a:pt x="466225" y="122415"/>
                  <a:pt x="468350" y="121794"/>
                  <a:pt x="470247" y="120551"/>
                </a:cubicBezTo>
                <a:cubicBezTo>
                  <a:pt x="472862" y="118851"/>
                  <a:pt x="476001" y="115418"/>
                  <a:pt x="479663" y="110252"/>
                </a:cubicBezTo>
                <a:lnTo>
                  <a:pt x="479663" y="61207"/>
                </a:lnTo>
                <a:cubicBezTo>
                  <a:pt x="479663" y="54192"/>
                  <a:pt x="479026" y="49824"/>
                  <a:pt x="477750" y="48103"/>
                </a:cubicBezTo>
                <a:cubicBezTo>
                  <a:pt x="476475" y="46383"/>
                  <a:pt x="473811" y="45258"/>
                  <a:pt x="469756" y="44729"/>
                </a:cubicBezTo>
                <a:lnTo>
                  <a:pt x="469756" y="41197"/>
                </a:lnTo>
                <a:lnTo>
                  <a:pt x="507128" y="41197"/>
                </a:lnTo>
                <a:close/>
                <a:moveTo>
                  <a:pt x="568124" y="41197"/>
                </a:moveTo>
                <a:lnTo>
                  <a:pt x="568124" y="61992"/>
                </a:lnTo>
                <a:cubicBezTo>
                  <a:pt x="574205" y="52510"/>
                  <a:pt x="579535" y="46216"/>
                  <a:pt x="584112" y="43110"/>
                </a:cubicBezTo>
                <a:cubicBezTo>
                  <a:pt x="588690" y="40004"/>
                  <a:pt x="593104" y="38451"/>
                  <a:pt x="597354" y="38451"/>
                </a:cubicBezTo>
                <a:cubicBezTo>
                  <a:pt x="601016" y="38451"/>
                  <a:pt x="603942" y="39583"/>
                  <a:pt x="606133" y="41847"/>
                </a:cubicBezTo>
                <a:cubicBezTo>
                  <a:pt x="608324" y="44111"/>
                  <a:pt x="609419" y="47311"/>
                  <a:pt x="609419" y="51445"/>
                </a:cubicBezTo>
                <a:cubicBezTo>
                  <a:pt x="609419" y="55842"/>
                  <a:pt x="608356" y="59256"/>
                  <a:pt x="606231" y="61686"/>
                </a:cubicBezTo>
                <a:cubicBezTo>
                  <a:pt x="604106" y="64113"/>
                  <a:pt x="601539" y="65327"/>
                  <a:pt x="598531" y="65327"/>
                </a:cubicBezTo>
                <a:cubicBezTo>
                  <a:pt x="595065" y="65327"/>
                  <a:pt x="592057" y="64216"/>
                  <a:pt x="589507" y="61992"/>
                </a:cubicBezTo>
                <a:cubicBezTo>
                  <a:pt x="586957" y="59769"/>
                  <a:pt x="585453" y="58526"/>
                  <a:pt x="584995" y="58265"/>
                </a:cubicBezTo>
                <a:cubicBezTo>
                  <a:pt x="584341" y="57872"/>
                  <a:pt x="583589" y="57676"/>
                  <a:pt x="582739" y="57676"/>
                </a:cubicBezTo>
                <a:cubicBezTo>
                  <a:pt x="580843" y="57676"/>
                  <a:pt x="579044" y="58396"/>
                  <a:pt x="577344" y="59834"/>
                </a:cubicBezTo>
                <a:cubicBezTo>
                  <a:pt x="574663" y="62058"/>
                  <a:pt x="572636" y="65229"/>
                  <a:pt x="571263" y="69349"/>
                </a:cubicBezTo>
                <a:cubicBezTo>
                  <a:pt x="569170" y="75692"/>
                  <a:pt x="568124" y="82689"/>
                  <a:pt x="568124" y="90340"/>
                </a:cubicBezTo>
                <a:lnTo>
                  <a:pt x="568124" y="111429"/>
                </a:lnTo>
                <a:lnTo>
                  <a:pt x="568222" y="116922"/>
                </a:lnTo>
                <a:cubicBezTo>
                  <a:pt x="568222" y="120649"/>
                  <a:pt x="568451" y="123036"/>
                  <a:pt x="568908" y="124082"/>
                </a:cubicBezTo>
                <a:cubicBezTo>
                  <a:pt x="569693" y="125848"/>
                  <a:pt x="570854" y="127140"/>
                  <a:pt x="572391" y="127957"/>
                </a:cubicBezTo>
                <a:cubicBezTo>
                  <a:pt x="573927" y="128774"/>
                  <a:pt x="576527" y="129281"/>
                  <a:pt x="580189" y="129477"/>
                </a:cubicBezTo>
                <a:lnTo>
                  <a:pt x="580189" y="133009"/>
                </a:lnTo>
                <a:lnTo>
                  <a:pt x="530654" y="133009"/>
                </a:lnTo>
                <a:lnTo>
                  <a:pt x="530654" y="129477"/>
                </a:lnTo>
                <a:cubicBezTo>
                  <a:pt x="534643" y="129150"/>
                  <a:pt x="537340" y="128055"/>
                  <a:pt x="538746" y="126191"/>
                </a:cubicBezTo>
                <a:cubicBezTo>
                  <a:pt x="540152" y="124328"/>
                  <a:pt x="540855" y="119407"/>
                  <a:pt x="540855" y="111429"/>
                </a:cubicBezTo>
                <a:lnTo>
                  <a:pt x="540855" y="60619"/>
                </a:lnTo>
                <a:cubicBezTo>
                  <a:pt x="540855" y="55355"/>
                  <a:pt x="540593" y="51999"/>
                  <a:pt x="540070" y="50553"/>
                </a:cubicBezTo>
                <a:cubicBezTo>
                  <a:pt x="539416" y="48709"/>
                  <a:pt x="538468" y="47361"/>
                  <a:pt x="537226" y="46506"/>
                </a:cubicBezTo>
                <a:cubicBezTo>
                  <a:pt x="535983" y="45650"/>
                  <a:pt x="533793" y="45058"/>
                  <a:pt x="530654" y="44729"/>
                </a:cubicBezTo>
                <a:lnTo>
                  <a:pt x="530654" y="41197"/>
                </a:lnTo>
                <a:lnTo>
                  <a:pt x="568124" y="41197"/>
                </a:lnTo>
                <a:close/>
                <a:moveTo>
                  <a:pt x="691107" y="109292"/>
                </a:moveTo>
                <a:lnTo>
                  <a:pt x="694147" y="111644"/>
                </a:lnTo>
                <a:cubicBezTo>
                  <a:pt x="689831" y="119779"/>
                  <a:pt x="684453" y="125832"/>
                  <a:pt x="678012" y="129802"/>
                </a:cubicBezTo>
                <a:cubicBezTo>
                  <a:pt x="671571" y="133771"/>
                  <a:pt x="664721" y="135755"/>
                  <a:pt x="657462" y="135755"/>
                </a:cubicBezTo>
                <a:cubicBezTo>
                  <a:pt x="645234" y="135755"/>
                  <a:pt x="635458" y="131141"/>
                  <a:pt x="628134" y="121912"/>
                </a:cubicBezTo>
                <a:cubicBezTo>
                  <a:pt x="620810" y="112682"/>
                  <a:pt x="617148" y="101586"/>
                  <a:pt x="617148" y="88626"/>
                </a:cubicBezTo>
                <a:cubicBezTo>
                  <a:pt x="617148" y="76122"/>
                  <a:pt x="620483" y="65125"/>
                  <a:pt x="627153" y="55635"/>
                </a:cubicBezTo>
                <a:cubicBezTo>
                  <a:pt x="635196" y="44179"/>
                  <a:pt x="646280" y="38451"/>
                  <a:pt x="660405" y="38451"/>
                </a:cubicBezTo>
                <a:cubicBezTo>
                  <a:pt x="669887" y="38451"/>
                  <a:pt x="677423" y="40845"/>
                  <a:pt x="683014" y="45633"/>
                </a:cubicBezTo>
                <a:cubicBezTo>
                  <a:pt x="688605" y="50419"/>
                  <a:pt x="691401" y="55763"/>
                  <a:pt x="691401" y="61664"/>
                </a:cubicBezTo>
                <a:cubicBezTo>
                  <a:pt x="691401" y="65402"/>
                  <a:pt x="690273" y="68385"/>
                  <a:pt x="688017" y="70615"/>
                </a:cubicBezTo>
                <a:cubicBezTo>
                  <a:pt x="685761" y="72844"/>
                  <a:pt x="682802" y="73959"/>
                  <a:pt x="679140" y="73959"/>
                </a:cubicBezTo>
                <a:cubicBezTo>
                  <a:pt x="675282" y="73959"/>
                  <a:pt x="672094" y="72680"/>
                  <a:pt x="669576" y="70121"/>
                </a:cubicBezTo>
                <a:cubicBezTo>
                  <a:pt x="667059" y="67561"/>
                  <a:pt x="665505" y="63000"/>
                  <a:pt x="664917" y="56438"/>
                </a:cubicBezTo>
                <a:cubicBezTo>
                  <a:pt x="664525" y="52304"/>
                  <a:pt x="663576" y="49416"/>
                  <a:pt x="662072" y="47775"/>
                </a:cubicBezTo>
                <a:cubicBezTo>
                  <a:pt x="660568" y="46137"/>
                  <a:pt x="658803" y="45317"/>
                  <a:pt x="656776" y="45317"/>
                </a:cubicBezTo>
                <a:cubicBezTo>
                  <a:pt x="653637" y="45317"/>
                  <a:pt x="650956" y="46985"/>
                  <a:pt x="648732" y="50320"/>
                </a:cubicBezTo>
                <a:cubicBezTo>
                  <a:pt x="645332" y="55355"/>
                  <a:pt x="643632" y="63071"/>
                  <a:pt x="643632" y="73469"/>
                </a:cubicBezTo>
                <a:cubicBezTo>
                  <a:pt x="643632" y="82100"/>
                  <a:pt x="645005" y="90356"/>
                  <a:pt x="647751" y="98236"/>
                </a:cubicBezTo>
                <a:cubicBezTo>
                  <a:pt x="650498" y="106116"/>
                  <a:pt x="654258" y="111985"/>
                  <a:pt x="659032" y="115843"/>
                </a:cubicBezTo>
                <a:cubicBezTo>
                  <a:pt x="662628" y="118655"/>
                  <a:pt x="666879" y="120061"/>
                  <a:pt x="671783" y="120061"/>
                </a:cubicBezTo>
                <a:cubicBezTo>
                  <a:pt x="674987" y="120061"/>
                  <a:pt x="678028" y="119311"/>
                  <a:pt x="680905" y="117811"/>
                </a:cubicBezTo>
                <a:cubicBezTo>
                  <a:pt x="683783" y="116309"/>
                  <a:pt x="687183" y="113469"/>
                  <a:pt x="691107" y="109292"/>
                </a:cubicBezTo>
                <a:close/>
                <a:moveTo>
                  <a:pt x="783968" y="83768"/>
                </a:moveTo>
                <a:lnTo>
                  <a:pt x="733649" y="83768"/>
                </a:lnTo>
                <a:cubicBezTo>
                  <a:pt x="734237" y="95964"/>
                  <a:pt x="737474" y="105602"/>
                  <a:pt x="743359" y="112683"/>
                </a:cubicBezTo>
                <a:cubicBezTo>
                  <a:pt x="747871" y="118125"/>
                  <a:pt x="753299" y="120846"/>
                  <a:pt x="759642" y="120846"/>
                </a:cubicBezTo>
                <a:cubicBezTo>
                  <a:pt x="763566" y="120846"/>
                  <a:pt x="767130" y="119750"/>
                  <a:pt x="770334" y="117560"/>
                </a:cubicBezTo>
                <a:cubicBezTo>
                  <a:pt x="773538" y="115369"/>
                  <a:pt x="776971" y="111429"/>
                  <a:pt x="780633" y="105740"/>
                </a:cubicBezTo>
                <a:lnTo>
                  <a:pt x="783968" y="107898"/>
                </a:lnTo>
                <a:cubicBezTo>
                  <a:pt x="778998" y="118034"/>
                  <a:pt x="773505" y="125210"/>
                  <a:pt x="767489" y="129428"/>
                </a:cubicBezTo>
                <a:cubicBezTo>
                  <a:pt x="761473" y="133646"/>
                  <a:pt x="754509" y="135755"/>
                  <a:pt x="746596" y="135755"/>
                </a:cubicBezTo>
                <a:cubicBezTo>
                  <a:pt x="732995" y="135755"/>
                  <a:pt x="722695" y="130518"/>
                  <a:pt x="715698" y="120045"/>
                </a:cubicBezTo>
                <a:cubicBezTo>
                  <a:pt x="710075" y="111602"/>
                  <a:pt x="707263" y="101129"/>
                  <a:pt x="707263" y="88626"/>
                </a:cubicBezTo>
                <a:cubicBezTo>
                  <a:pt x="707263" y="73308"/>
                  <a:pt x="711399" y="61117"/>
                  <a:pt x="719671" y="52051"/>
                </a:cubicBezTo>
                <a:cubicBezTo>
                  <a:pt x="727943" y="42984"/>
                  <a:pt x="737638" y="38451"/>
                  <a:pt x="748754" y="38451"/>
                </a:cubicBezTo>
                <a:cubicBezTo>
                  <a:pt x="758040" y="38451"/>
                  <a:pt x="766100" y="42260"/>
                  <a:pt x="772933" y="49878"/>
                </a:cubicBezTo>
                <a:cubicBezTo>
                  <a:pt x="779767" y="57496"/>
                  <a:pt x="783445" y="68793"/>
                  <a:pt x="783968" y="83768"/>
                </a:cubicBezTo>
                <a:moveTo>
                  <a:pt x="759838" y="77294"/>
                </a:moveTo>
                <a:cubicBezTo>
                  <a:pt x="759838" y="66766"/>
                  <a:pt x="759266" y="59540"/>
                  <a:pt x="758122" y="55616"/>
                </a:cubicBezTo>
                <a:cubicBezTo>
                  <a:pt x="756977" y="51693"/>
                  <a:pt x="755195" y="48717"/>
                  <a:pt x="752776" y="46690"/>
                </a:cubicBezTo>
                <a:cubicBezTo>
                  <a:pt x="751403" y="45513"/>
                  <a:pt x="749572" y="44925"/>
                  <a:pt x="747283" y="44925"/>
                </a:cubicBezTo>
                <a:cubicBezTo>
                  <a:pt x="743883" y="44925"/>
                  <a:pt x="741103" y="46592"/>
                  <a:pt x="738945" y="49927"/>
                </a:cubicBezTo>
                <a:cubicBezTo>
                  <a:pt x="735087" y="55747"/>
                  <a:pt x="733158" y="63725"/>
                  <a:pt x="733158" y="73861"/>
                </a:cubicBezTo>
                <a:lnTo>
                  <a:pt x="733158" y="77294"/>
                </a:lnTo>
                <a:lnTo>
                  <a:pt x="759838" y="77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Consumption">
            <a:extLst xmlns:a="http://schemas.openxmlformats.org/drawingml/2006/main">
              <a:ext uri="{FF2B5EF4-FFF2-40B4-BE49-F238E27FC236}">
                <a16:creationId xmlns:a16="http://schemas.microsoft.com/office/drawing/2014/main" id="{B47F5DA3-7025-47AC-9FE2-E1450250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1604" y="3300881"/>
            <a:ext cx="1147924" cy="178914"/>
          </a:xfrm>
          <a:custGeom xmlns:a="http://schemas.openxmlformats.org/drawingml/2006/main">
            <a:pathLst>
              <a:path w="1147924" h="178914">
                <a:moveTo>
                  <a:pt x="126142" y="0"/>
                </a:moveTo>
                <a:lnTo>
                  <a:pt x="126142" y="46102"/>
                </a:lnTo>
                <a:lnTo>
                  <a:pt x="122317" y="46102"/>
                </a:lnTo>
                <a:cubicBezTo>
                  <a:pt x="119440" y="34006"/>
                  <a:pt x="114077" y="24738"/>
                  <a:pt x="106230" y="18297"/>
                </a:cubicBezTo>
                <a:cubicBezTo>
                  <a:pt x="98383" y="11853"/>
                  <a:pt x="89490" y="8632"/>
                  <a:pt x="79550" y="8632"/>
                </a:cubicBezTo>
                <a:cubicBezTo>
                  <a:pt x="71245" y="8632"/>
                  <a:pt x="63627" y="11019"/>
                  <a:pt x="56695" y="15792"/>
                </a:cubicBezTo>
                <a:cubicBezTo>
                  <a:pt x="49764" y="20566"/>
                  <a:pt x="44696" y="26811"/>
                  <a:pt x="41492" y="34527"/>
                </a:cubicBezTo>
                <a:cubicBezTo>
                  <a:pt x="37372" y="44402"/>
                  <a:pt x="35312" y="55388"/>
                  <a:pt x="35312" y="67485"/>
                </a:cubicBezTo>
                <a:cubicBezTo>
                  <a:pt x="35312" y="79387"/>
                  <a:pt x="36816" y="90225"/>
                  <a:pt x="39824" y="100002"/>
                </a:cubicBezTo>
                <a:cubicBezTo>
                  <a:pt x="42832" y="109778"/>
                  <a:pt x="47540" y="117167"/>
                  <a:pt x="53949" y="122170"/>
                </a:cubicBezTo>
                <a:cubicBezTo>
                  <a:pt x="60357" y="127172"/>
                  <a:pt x="68662" y="129673"/>
                  <a:pt x="78863" y="129673"/>
                </a:cubicBezTo>
                <a:cubicBezTo>
                  <a:pt x="87234" y="129673"/>
                  <a:pt x="94901" y="127843"/>
                  <a:pt x="101865" y="124181"/>
                </a:cubicBezTo>
                <a:cubicBezTo>
                  <a:pt x="108830" y="120519"/>
                  <a:pt x="116170" y="114208"/>
                  <a:pt x="123886" y="105249"/>
                </a:cubicBezTo>
                <a:lnTo>
                  <a:pt x="123886" y="116726"/>
                </a:lnTo>
                <a:cubicBezTo>
                  <a:pt x="116431" y="124507"/>
                  <a:pt x="108666" y="130148"/>
                  <a:pt x="100590" y="133646"/>
                </a:cubicBezTo>
                <a:cubicBezTo>
                  <a:pt x="92514" y="137145"/>
                  <a:pt x="83081" y="138894"/>
                  <a:pt x="72292" y="138894"/>
                </a:cubicBezTo>
                <a:cubicBezTo>
                  <a:pt x="58101" y="138894"/>
                  <a:pt x="45497" y="136053"/>
                  <a:pt x="34478" y="130372"/>
                </a:cubicBezTo>
                <a:cubicBezTo>
                  <a:pt x="23460" y="124691"/>
                  <a:pt x="14959" y="116530"/>
                  <a:pt x="8975" y="105887"/>
                </a:cubicBezTo>
                <a:cubicBezTo>
                  <a:pt x="2992" y="95242"/>
                  <a:pt x="0" y="83912"/>
                  <a:pt x="0" y="71896"/>
                </a:cubicBezTo>
                <a:cubicBezTo>
                  <a:pt x="0" y="59228"/>
                  <a:pt x="3319" y="47213"/>
                  <a:pt x="9956" y="35851"/>
                </a:cubicBezTo>
                <a:cubicBezTo>
                  <a:pt x="16593" y="24487"/>
                  <a:pt x="25552" y="15672"/>
                  <a:pt x="36832" y="9404"/>
                </a:cubicBezTo>
                <a:cubicBezTo>
                  <a:pt x="48113" y="3135"/>
                  <a:pt x="60096" y="0"/>
                  <a:pt x="72782" y="0"/>
                </a:cubicBezTo>
                <a:cubicBezTo>
                  <a:pt x="82133" y="0"/>
                  <a:pt x="92007" y="2027"/>
                  <a:pt x="102405" y="6082"/>
                </a:cubicBezTo>
                <a:cubicBezTo>
                  <a:pt x="108421" y="8436"/>
                  <a:pt x="112246" y="9613"/>
                  <a:pt x="113881" y="9613"/>
                </a:cubicBezTo>
                <a:cubicBezTo>
                  <a:pt x="115974" y="9613"/>
                  <a:pt x="117788" y="8844"/>
                  <a:pt x="119325" y="7308"/>
                </a:cubicBezTo>
                <a:cubicBezTo>
                  <a:pt x="120862" y="5771"/>
                  <a:pt x="121859" y="3335"/>
                  <a:pt x="122317" y="0"/>
                </a:cubicBezTo>
                <a:lnTo>
                  <a:pt x="126142" y="0"/>
                </a:lnTo>
                <a:close/>
                <a:moveTo>
                  <a:pt x="187742" y="41394"/>
                </a:moveTo>
                <a:cubicBezTo>
                  <a:pt x="195720" y="41394"/>
                  <a:pt x="203142" y="43455"/>
                  <a:pt x="210008" y="47579"/>
                </a:cubicBezTo>
                <a:cubicBezTo>
                  <a:pt x="216874" y="51703"/>
                  <a:pt x="222090" y="57562"/>
                  <a:pt x="225653" y="65156"/>
                </a:cubicBezTo>
                <a:cubicBezTo>
                  <a:pt x="229217" y="72749"/>
                  <a:pt x="230999" y="81062"/>
                  <a:pt x="230999" y="90095"/>
                </a:cubicBezTo>
                <a:cubicBezTo>
                  <a:pt x="230999" y="103120"/>
                  <a:pt x="227697" y="114019"/>
                  <a:pt x="221092" y="122792"/>
                </a:cubicBezTo>
                <a:cubicBezTo>
                  <a:pt x="213114" y="133396"/>
                  <a:pt x="202096" y="138698"/>
                  <a:pt x="188036" y="138698"/>
                </a:cubicBezTo>
                <a:cubicBezTo>
                  <a:pt x="174238" y="138698"/>
                  <a:pt x="163612" y="133854"/>
                  <a:pt x="156157" y="124165"/>
                </a:cubicBezTo>
                <a:cubicBezTo>
                  <a:pt x="148703" y="114477"/>
                  <a:pt x="144975" y="103251"/>
                  <a:pt x="144975" y="90487"/>
                </a:cubicBezTo>
                <a:cubicBezTo>
                  <a:pt x="144975" y="77331"/>
                  <a:pt x="148784" y="65860"/>
                  <a:pt x="156403" y="56073"/>
                </a:cubicBezTo>
                <a:cubicBezTo>
                  <a:pt x="164021" y="46287"/>
                  <a:pt x="174467" y="41394"/>
                  <a:pt x="187742" y="41394"/>
                </a:cubicBezTo>
                <a:moveTo>
                  <a:pt x="188134" y="48260"/>
                </a:moveTo>
                <a:cubicBezTo>
                  <a:pt x="184799" y="48260"/>
                  <a:pt x="181938" y="49521"/>
                  <a:pt x="179552" y="52042"/>
                </a:cubicBezTo>
                <a:cubicBezTo>
                  <a:pt x="177165" y="54562"/>
                  <a:pt x="175595" y="59537"/>
                  <a:pt x="174843" y="66967"/>
                </a:cubicBezTo>
                <a:cubicBezTo>
                  <a:pt x="174091" y="74397"/>
                  <a:pt x="173715" y="84725"/>
                  <a:pt x="173715" y="97951"/>
                </a:cubicBezTo>
                <a:cubicBezTo>
                  <a:pt x="173715" y="104956"/>
                  <a:pt x="174173" y="111504"/>
                  <a:pt x="175089" y="117593"/>
                </a:cubicBezTo>
                <a:cubicBezTo>
                  <a:pt x="175808" y="122240"/>
                  <a:pt x="177345" y="125775"/>
                  <a:pt x="179699" y="128199"/>
                </a:cubicBezTo>
                <a:cubicBezTo>
                  <a:pt x="182053" y="130621"/>
                  <a:pt x="184734" y="131831"/>
                  <a:pt x="187742" y="131831"/>
                </a:cubicBezTo>
                <a:cubicBezTo>
                  <a:pt x="190685" y="131831"/>
                  <a:pt x="193137" y="131013"/>
                  <a:pt x="195099" y="129376"/>
                </a:cubicBezTo>
                <a:cubicBezTo>
                  <a:pt x="197649" y="127151"/>
                  <a:pt x="199349" y="124041"/>
                  <a:pt x="200199" y="120045"/>
                </a:cubicBezTo>
                <a:cubicBezTo>
                  <a:pt x="201507" y="113827"/>
                  <a:pt x="202161" y="101257"/>
                  <a:pt x="202161" y="82336"/>
                </a:cubicBezTo>
                <a:cubicBezTo>
                  <a:pt x="202161" y="71207"/>
                  <a:pt x="201540" y="63565"/>
                  <a:pt x="200297" y="59408"/>
                </a:cubicBezTo>
                <a:cubicBezTo>
                  <a:pt x="199055" y="55250"/>
                  <a:pt x="197224" y="52221"/>
                  <a:pt x="194804" y="50323"/>
                </a:cubicBezTo>
                <a:cubicBezTo>
                  <a:pt x="193104" y="48947"/>
                  <a:pt x="190881" y="48260"/>
                  <a:pt x="188134" y="48260"/>
                </a:cubicBezTo>
                <a:close/>
                <a:moveTo>
                  <a:pt x="282620" y="44140"/>
                </a:moveTo>
                <a:lnTo>
                  <a:pt x="282620" y="56107"/>
                </a:lnTo>
                <a:cubicBezTo>
                  <a:pt x="287328" y="50971"/>
                  <a:pt x="291840" y="47236"/>
                  <a:pt x="296156" y="44900"/>
                </a:cubicBezTo>
                <a:cubicBezTo>
                  <a:pt x="300472" y="42562"/>
                  <a:pt x="305115" y="41394"/>
                  <a:pt x="310085" y="41394"/>
                </a:cubicBezTo>
                <a:cubicBezTo>
                  <a:pt x="316035" y="41394"/>
                  <a:pt x="320972" y="43047"/>
                  <a:pt x="324896" y="46353"/>
                </a:cubicBezTo>
                <a:cubicBezTo>
                  <a:pt x="328820" y="49660"/>
                  <a:pt x="331435" y="53768"/>
                  <a:pt x="332743" y="58679"/>
                </a:cubicBezTo>
                <a:cubicBezTo>
                  <a:pt x="333789" y="62412"/>
                  <a:pt x="334313" y="69583"/>
                  <a:pt x="334313" y="80191"/>
                </a:cubicBezTo>
                <a:lnTo>
                  <a:pt x="334313" y="115941"/>
                </a:lnTo>
                <a:cubicBezTo>
                  <a:pt x="334313" y="123003"/>
                  <a:pt x="334950" y="127401"/>
                  <a:pt x="336225" y="129134"/>
                </a:cubicBezTo>
                <a:cubicBezTo>
                  <a:pt x="337500" y="130867"/>
                  <a:pt x="340165" y="131962"/>
                  <a:pt x="344219" y="132420"/>
                </a:cubicBezTo>
                <a:lnTo>
                  <a:pt x="344219" y="135951"/>
                </a:lnTo>
                <a:lnTo>
                  <a:pt x="297823" y="135951"/>
                </a:lnTo>
                <a:lnTo>
                  <a:pt x="297823" y="132420"/>
                </a:lnTo>
                <a:cubicBezTo>
                  <a:pt x="301289" y="131962"/>
                  <a:pt x="303774" y="130524"/>
                  <a:pt x="305278" y="128104"/>
                </a:cubicBezTo>
                <a:cubicBezTo>
                  <a:pt x="306324" y="126469"/>
                  <a:pt x="306848" y="122415"/>
                  <a:pt x="306848" y="115941"/>
                </a:cubicBezTo>
                <a:lnTo>
                  <a:pt x="306848" y="75136"/>
                </a:lnTo>
                <a:cubicBezTo>
                  <a:pt x="306848" y="67616"/>
                  <a:pt x="306553" y="62875"/>
                  <a:pt x="305965" y="60913"/>
                </a:cubicBezTo>
                <a:cubicBezTo>
                  <a:pt x="305376" y="58951"/>
                  <a:pt x="304379" y="57431"/>
                  <a:pt x="302973" y="56352"/>
                </a:cubicBezTo>
                <a:cubicBezTo>
                  <a:pt x="301567" y="55273"/>
                  <a:pt x="300014" y="54734"/>
                  <a:pt x="298314" y="54734"/>
                </a:cubicBezTo>
                <a:cubicBezTo>
                  <a:pt x="292690" y="54734"/>
                  <a:pt x="287459" y="58788"/>
                  <a:pt x="282620" y="66897"/>
                </a:cubicBezTo>
                <a:lnTo>
                  <a:pt x="282620" y="115941"/>
                </a:lnTo>
                <a:cubicBezTo>
                  <a:pt x="282620" y="122807"/>
                  <a:pt x="283257" y="127156"/>
                  <a:pt x="284532" y="128987"/>
                </a:cubicBezTo>
                <a:cubicBezTo>
                  <a:pt x="285808" y="130818"/>
                  <a:pt x="288178" y="131962"/>
                  <a:pt x="291644" y="132420"/>
                </a:cubicBezTo>
                <a:lnTo>
                  <a:pt x="291644" y="135951"/>
                </a:lnTo>
                <a:lnTo>
                  <a:pt x="245248" y="135951"/>
                </a:lnTo>
                <a:lnTo>
                  <a:pt x="245248" y="132420"/>
                </a:lnTo>
                <a:cubicBezTo>
                  <a:pt x="249106" y="132028"/>
                  <a:pt x="251852" y="130785"/>
                  <a:pt x="253487" y="128693"/>
                </a:cubicBezTo>
                <a:cubicBezTo>
                  <a:pt x="254599" y="127254"/>
                  <a:pt x="255155" y="123003"/>
                  <a:pt x="255155" y="115941"/>
                </a:cubicBezTo>
                <a:lnTo>
                  <a:pt x="255155" y="64150"/>
                </a:lnTo>
                <a:cubicBezTo>
                  <a:pt x="255155" y="57135"/>
                  <a:pt x="254517" y="52767"/>
                  <a:pt x="253242" y="51046"/>
                </a:cubicBezTo>
                <a:cubicBezTo>
                  <a:pt x="251967" y="49325"/>
                  <a:pt x="249302" y="48200"/>
                  <a:pt x="245248" y="47671"/>
                </a:cubicBezTo>
                <a:lnTo>
                  <a:pt x="245248" y="44140"/>
                </a:lnTo>
                <a:lnTo>
                  <a:pt x="282620" y="44140"/>
                </a:lnTo>
                <a:close/>
                <a:moveTo>
                  <a:pt x="414632" y="41786"/>
                </a:moveTo>
                <a:lnTo>
                  <a:pt x="416103" y="73174"/>
                </a:lnTo>
                <a:lnTo>
                  <a:pt x="412768" y="73174"/>
                </a:lnTo>
                <a:cubicBezTo>
                  <a:pt x="408779" y="63813"/>
                  <a:pt x="404643" y="57419"/>
                  <a:pt x="400360" y="53992"/>
                </a:cubicBezTo>
                <a:cubicBezTo>
                  <a:pt x="396076" y="50563"/>
                  <a:pt x="391810" y="48848"/>
                  <a:pt x="387559" y="48848"/>
                </a:cubicBezTo>
                <a:cubicBezTo>
                  <a:pt x="384878" y="48848"/>
                  <a:pt x="382589" y="49747"/>
                  <a:pt x="380693" y="51546"/>
                </a:cubicBezTo>
                <a:cubicBezTo>
                  <a:pt x="378796" y="53344"/>
                  <a:pt x="377848" y="55420"/>
                  <a:pt x="377848" y="57774"/>
                </a:cubicBezTo>
                <a:cubicBezTo>
                  <a:pt x="377848" y="59540"/>
                  <a:pt x="378502" y="61240"/>
                  <a:pt x="379810" y="62875"/>
                </a:cubicBezTo>
                <a:cubicBezTo>
                  <a:pt x="381903" y="65556"/>
                  <a:pt x="387755" y="70150"/>
                  <a:pt x="397368" y="76656"/>
                </a:cubicBezTo>
                <a:cubicBezTo>
                  <a:pt x="406981" y="83163"/>
                  <a:pt x="413307" y="88689"/>
                  <a:pt x="416348" y="93233"/>
                </a:cubicBezTo>
                <a:cubicBezTo>
                  <a:pt x="419389" y="97778"/>
                  <a:pt x="420909" y="102863"/>
                  <a:pt x="420909" y="108486"/>
                </a:cubicBezTo>
                <a:cubicBezTo>
                  <a:pt x="420909" y="113587"/>
                  <a:pt x="419634" y="118589"/>
                  <a:pt x="417084" y="123494"/>
                </a:cubicBezTo>
                <a:cubicBezTo>
                  <a:pt x="414534" y="128398"/>
                  <a:pt x="410937" y="132158"/>
                  <a:pt x="406294" y="134774"/>
                </a:cubicBezTo>
                <a:cubicBezTo>
                  <a:pt x="401651" y="137390"/>
                  <a:pt x="396518" y="138698"/>
                  <a:pt x="390894" y="138698"/>
                </a:cubicBezTo>
                <a:cubicBezTo>
                  <a:pt x="386513" y="138698"/>
                  <a:pt x="380660" y="137299"/>
                  <a:pt x="373336" y="134501"/>
                </a:cubicBezTo>
                <a:cubicBezTo>
                  <a:pt x="371374" y="133768"/>
                  <a:pt x="370034" y="133401"/>
                  <a:pt x="369315" y="133401"/>
                </a:cubicBezTo>
                <a:cubicBezTo>
                  <a:pt x="367157" y="133401"/>
                  <a:pt x="365358" y="135036"/>
                  <a:pt x="363920" y="138305"/>
                </a:cubicBezTo>
                <a:lnTo>
                  <a:pt x="360683" y="138305"/>
                </a:lnTo>
                <a:lnTo>
                  <a:pt x="359113" y="105347"/>
                </a:lnTo>
                <a:lnTo>
                  <a:pt x="362448" y="105347"/>
                </a:lnTo>
                <a:cubicBezTo>
                  <a:pt x="365391" y="113979"/>
                  <a:pt x="369429" y="120453"/>
                  <a:pt x="374562" y="124769"/>
                </a:cubicBezTo>
                <a:cubicBezTo>
                  <a:pt x="379696" y="129085"/>
                  <a:pt x="384551" y="131243"/>
                  <a:pt x="389129" y="131243"/>
                </a:cubicBezTo>
                <a:cubicBezTo>
                  <a:pt x="392267" y="131243"/>
                  <a:pt x="394834" y="130278"/>
                  <a:pt x="396828" y="128349"/>
                </a:cubicBezTo>
                <a:cubicBezTo>
                  <a:pt x="398823" y="126420"/>
                  <a:pt x="399820" y="124082"/>
                  <a:pt x="399820" y="121336"/>
                </a:cubicBezTo>
                <a:cubicBezTo>
                  <a:pt x="399820" y="118197"/>
                  <a:pt x="398839" y="115483"/>
                  <a:pt x="396878" y="113195"/>
                </a:cubicBezTo>
                <a:cubicBezTo>
                  <a:pt x="394916" y="110906"/>
                  <a:pt x="390534" y="107440"/>
                  <a:pt x="383734" y="102797"/>
                </a:cubicBezTo>
                <a:cubicBezTo>
                  <a:pt x="373729" y="95866"/>
                  <a:pt x="367255" y="90569"/>
                  <a:pt x="364312" y="86907"/>
                </a:cubicBezTo>
                <a:cubicBezTo>
                  <a:pt x="359996" y="81545"/>
                  <a:pt x="357838" y="75627"/>
                  <a:pt x="357838" y="69153"/>
                </a:cubicBezTo>
                <a:cubicBezTo>
                  <a:pt x="357838" y="62090"/>
                  <a:pt x="360274" y="55698"/>
                  <a:pt x="365146" y="49976"/>
                </a:cubicBezTo>
                <a:cubicBezTo>
                  <a:pt x="370018" y="44254"/>
                  <a:pt x="377064" y="41394"/>
                  <a:pt x="386284" y="41394"/>
                </a:cubicBezTo>
                <a:cubicBezTo>
                  <a:pt x="391254" y="41394"/>
                  <a:pt x="396060" y="42650"/>
                  <a:pt x="400703" y="45164"/>
                </a:cubicBezTo>
                <a:cubicBezTo>
                  <a:pt x="402469" y="46181"/>
                  <a:pt x="403907" y="46690"/>
                  <a:pt x="405019" y="46690"/>
                </a:cubicBezTo>
                <a:cubicBezTo>
                  <a:pt x="406196" y="46690"/>
                  <a:pt x="407144" y="46445"/>
                  <a:pt x="407863" y="45955"/>
                </a:cubicBezTo>
                <a:cubicBezTo>
                  <a:pt x="408583" y="45464"/>
                  <a:pt x="409727" y="44075"/>
                  <a:pt x="411297" y="41786"/>
                </a:cubicBezTo>
                <a:lnTo>
                  <a:pt x="414632" y="41786"/>
                </a:lnTo>
                <a:close/>
                <a:moveTo>
                  <a:pt x="524405" y="44140"/>
                </a:moveTo>
                <a:lnTo>
                  <a:pt x="524405" y="115941"/>
                </a:lnTo>
                <a:cubicBezTo>
                  <a:pt x="524405" y="122981"/>
                  <a:pt x="525059" y="127372"/>
                  <a:pt x="526367" y="129116"/>
                </a:cubicBezTo>
                <a:cubicBezTo>
                  <a:pt x="527675" y="130859"/>
                  <a:pt x="530323" y="131960"/>
                  <a:pt x="534312" y="132420"/>
                </a:cubicBezTo>
                <a:lnTo>
                  <a:pt x="534312" y="135951"/>
                </a:lnTo>
                <a:lnTo>
                  <a:pt x="496940" y="135951"/>
                </a:lnTo>
                <a:lnTo>
                  <a:pt x="496940" y="123690"/>
                </a:lnTo>
                <a:cubicBezTo>
                  <a:pt x="492559" y="128921"/>
                  <a:pt x="488178" y="132731"/>
                  <a:pt x="483796" y="135117"/>
                </a:cubicBezTo>
                <a:cubicBezTo>
                  <a:pt x="479415" y="137504"/>
                  <a:pt x="474511" y="138698"/>
                  <a:pt x="469083" y="138698"/>
                </a:cubicBezTo>
                <a:cubicBezTo>
                  <a:pt x="463917" y="138698"/>
                  <a:pt x="459323" y="137112"/>
                  <a:pt x="455302" y="133940"/>
                </a:cubicBezTo>
                <a:cubicBezTo>
                  <a:pt x="451280" y="130769"/>
                  <a:pt x="448583" y="127058"/>
                  <a:pt x="447209" y="122807"/>
                </a:cubicBezTo>
                <a:cubicBezTo>
                  <a:pt x="445836" y="118557"/>
                  <a:pt x="445149" y="111135"/>
                  <a:pt x="445149" y="100541"/>
                </a:cubicBezTo>
                <a:lnTo>
                  <a:pt x="445149" y="64150"/>
                </a:lnTo>
                <a:cubicBezTo>
                  <a:pt x="445149" y="57135"/>
                  <a:pt x="444512" y="52767"/>
                  <a:pt x="443237" y="51046"/>
                </a:cubicBezTo>
                <a:cubicBezTo>
                  <a:pt x="441962" y="49325"/>
                  <a:pt x="439297" y="48200"/>
                  <a:pt x="435242" y="47671"/>
                </a:cubicBezTo>
                <a:lnTo>
                  <a:pt x="435242" y="44140"/>
                </a:lnTo>
                <a:lnTo>
                  <a:pt x="472614" y="44140"/>
                </a:lnTo>
                <a:lnTo>
                  <a:pt x="472614" y="106895"/>
                </a:lnTo>
                <a:cubicBezTo>
                  <a:pt x="472614" y="113443"/>
                  <a:pt x="472925" y="117666"/>
                  <a:pt x="473546" y="119564"/>
                </a:cubicBezTo>
                <a:cubicBezTo>
                  <a:pt x="474167" y="121463"/>
                  <a:pt x="475148" y="122903"/>
                  <a:pt x="476489" y="123886"/>
                </a:cubicBezTo>
                <a:cubicBezTo>
                  <a:pt x="477829" y="124867"/>
                  <a:pt x="479382" y="125358"/>
                  <a:pt x="481148" y="125358"/>
                </a:cubicBezTo>
                <a:cubicBezTo>
                  <a:pt x="483502" y="125358"/>
                  <a:pt x="485627" y="124736"/>
                  <a:pt x="487524" y="123494"/>
                </a:cubicBezTo>
                <a:cubicBezTo>
                  <a:pt x="490140" y="121794"/>
                  <a:pt x="493278" y="118361"/>
                  <a:pt x="496940" y="113195"/>
                </a:cubicBezTo>
                <a:lnTo>
                  <a:pt x="496940" y="64150"/>
                </a:lnTo>
                <a:cubicBezTo>
                  <a:pt x="496940" y="57135"/>
                  <a:pt x="496303" y="52767"/>
                  <a:pt x="495028" y="51046"/>
                </a:cubicBezTo>
                <a:cubicBezTo>
                  <a:pt x="493752" y="49325"/>
                  <a:pt x="491088" y="48200"/>
                  <a:pt x="487033" y="47671"/>
                </a:cubicBezTo>
                <a:lnTo>
                  <a:pt x="487033" y="44140"/>
                </a:lnTo>
                <a:lnTo>
                  <a:pt x="524405" y="44140"/>
                </a:lnTo>
                <a:close/>
                <a:moveTo>
                  <a:pt x="585401" y="44140"/>
                </a:moveTo>
                <a:lnTo>
                  <a:pt x="585401" y="56303"/>
                </a:lnTo>
                <a:cubicBezTo>
                  <a:pt x="590436" y="50773"/>
                  <a:pt x="595095" y="46906"/>
                  <a:pt x="599378" y="44701"/>
                </a:cubicBezTo>
                <a:cubicBezTo>
                  <a:pt x="603661" y="42496"/>
                  <a:pt x="608353" y="41394"/>
                  <a:pt x="613454" y="41394"/>
                </a:cubicBezTo>
                <a:cubicBezTo>
                  <a:pt x="619339" y="41394"/>
                  <a:pt x="624276" y="42775"/>
                  <a:pt x="628265" y="45538"/>
                </a:cubicBezTo>
                <a:cubicBezTo>
                  <a:pt x="632254" y="48301"/>
                  <a:pt x="635328" y="52510"/>
                  <a:pt x="637486" y="58167"/>
                </a:cubicBezTo>
                <a:cubicBezTo>
                  <a:pt x="642717" y="52247"/>
                  <a:pt x="647736" y="47972"/>
                  <a:pt x="652542" y="45342"/>
                </a:cubicBezTo>
                <a:cubicBezTo>
                  <a:pt x="657349" y="42710"/>
                  <a:pt x="662368" y="41394"/>
                  <a:pt x="667599" y="41394"/>
                </a:cubicBezTo>
                <a:cubicBezTo>
                  <a:pt x="673942" y="41394"/>
                  <a:pt x="678994" y="42851"/>
                  <a:pt x="682754" y="45765"/>
                </a:cubicBezTo>
                <a:cubicBezTo>
                  <a:pt x="686514" y="48679"/>
                  <a:pt x="689130" y="52378"/>
                  <a:pt x="690601" y="56864"/>
                </a:cubicBezTo>
                <a:cubicBezTo>
                  <a:pt x="692072" y="61349"/>
                  <a:pt x="692808" y="68503"/>
                  <a:pt x="692808" y="78324"/>
                </a:cubicBezTo>
                <a:lnTo>
                  <a:pt x="692808" y="115941"/>
                </a:lnTo>
                <a:cubicBezTo>
                  <a:pt x="692808" y="123003"/>
                  <a:pt x="693445" y="127385"/>
                  <a:pt x="694721" y="129085"/>
                </a:cubicBezTo>
                <a:cubicBezTo>
                  <a:pt x="695996" y="130785"/>
                  <a:pt x="698661" y="131897"/>
                  <a:pt x="702715" y="132420"/>
                </a:cubicBezTo>
                <a:lnTo>
                  <a:pt x="702715" y="135951"/>
                </a:lnTo>
                <a:lnTo>
                  <a:pt x="655338" y="135951"/>
                </a:lnTo>
                <a:lnTo>
                  <a:pt x="655338" y="132420"/>
                </a:lnTo>
                <a:cubicBezTo>
                  <a:pt x="659065" y="132093"/>
                  <a:pt x="661812" y="130654"/>
                  <a:pt x="663577" y="128104"/>
                </a:cubicBezTo>
                <a:cubicBezTo>
                  <a:pt x="664754" y="126338"/>
                  <a:pt x="665343" y="122284"/>
                  <a:pt x="665343" y="115941"/>
                </a:cubicBezTo>
                <a:lnTo>
                  <a:pt x="665343" y="76509"/>
                </a:lnTo>
                <a:cubicBezTo>
                  <a:pt x="665343" y="68335"/>
                  <a:pt x="665016" y="63137"/>
                  <a:pt x="664362" y="60913"/>
                </a:cubicBezTo>
                <a:cubicBezTo>
                  <a:pt x="663708" y="58690"/>
                  <a:pt x="662678" y="57039"/>
                  <a:pt x="661272" y="55960"/>
                </a:cubicBezTo>
                <a:cubicBezTo>
                  <a:pt x="659866" y="54881"/>
                  <a:pt x="658215" y="54341"/>
                  <a:pt x="656319" y="54341"/>
                </a:cubicBezTo>
                <a:cubicBezTo>
                  <a:pt x="653507" y="54341"/>
                  <a:pt x="650662" y="55371"/>
                  <a:pt x="647785" y="57431"/>
                </a:cubicBezTo>
                <a:cubicBezTo>
                  <a:pt x="644908" y="59491"/>
                  <a:pt x="641998" y="62581"/>
                  <a:pt x="639055" y="66700"/>
                </a:cubicBezTo>
                <a:lnTo>
                  <a:pt x="639055" y="115941"/>
                </a:lnTo>
                <a:cubicBezTo>
                  <a:pt x="639055" y="122546"/>
                  <a:pt x="639611" y="126698"/>
                  <a:pt x="640723" y="128398"/>
                </a:cubicBezTo>
                <a:cubicBezTo>
                  <a:pt x="642227" y="130818"/>
                  <a:pt x="645104" y="132158"/>
                  <a:pt x="649354" y="132420"/>
                </a:cubicBezTo>
                <a:lnTo>
                  <a:pt x="649354" y="135951"/>
                </a:lnTo>
                <a:lnTo>
                  <a:pt x="601879" y="135951"/>
                </a:lnTo>
                <a:lnTo>
                  <a:pt x="601879" y="132420"/>
                </a:lnTo>
                <a:cubicBezTo>
                  <a:pt x="604430" y="132289"/>
                  <a:pt x="606441" y="131652"/>
                  <a:pt x="607912" y="130507"/>
                </a:cubicBezTo>
                <a:cubicBezTo>
                  <a:pt x="609383" y="129363"/>
                  <a:pt x="610364" y="127990"/>
                  <a:pt x="610855" y="126388"/>
                </a:cubicBezTo>
                <a:cubicBezTo>
                  <a:pt x="611345" y="124785"/>
                  <a:pt x="611590" y="121303"/>
                  <a:pt x="611590" y="115941"/>
                </a:cubicBezTo>
                <a:lnTo>
                  <a:pt x="611590" y="76448"/>
                </a:lnTo>
                <a:cubicBezTo>
                  <a:pt x="611590" y="68129"/>
                  <a:pt x="611263" y="62922"/>
                  <a:pt x="610609" y="60827"/>
                </a:cubicBezTo>
                <a:cubicBezTo>
                  <a:pt x="609955" y="58731"/>
                  <a:pt x="608860" y="57093"/>
                  <a:pt x="607323" y="55914"/>
                </a:cubicBezTo>
                <a:cubicBezTo>
                  <a:pt x="605787" y="54735"/>
                  <a:pt x="604136" y="54145"/>
                  <a:pt x="602370" y="54145"/>
                </a:cubicBezTo>
                <a:cubicBezTo>
                  <a:pt x="599754" y="54145"/>
                  <a:pt x="597367" y="54837"/>
                  <a:pt x="595209" y="56220"/>
                </a:cubicBezTo>
                <a:cubicBezTo>
                  <a:pt x="592136" y="58264"/>
                  <a:pt x="588866" y="61757"/>
                  <a:pt x="585401" y="66700"/>
                </a:cubicBezTo>
                <a:lnTo>
                  <a:pt x="585401" y="115941"/>
                </a:lnTo>
                <a:cubicBezTo>
                  <a:pt x="585401" y="122415"/>
                  <a:pt x="586038" y="126682"/>
                  <a:pt x="587313" y="128742"/>
                </a:cubicBezTo>
                <a:cubicBezTo>
                  <a:pt x="588588" y="130802"/>
                  <a:pt x="591253" y="132028"/>
                  <a:pt x="595308" y="132420"/>
                </a:cubicBezTo>
                <a:lnTo>
                  <a:pt x="595308" y="135951"/>
                </a:lnTo>
                <a:lnTo>
                  <a:pt x="548029" y="135951"/>
                </a:lnTo>
                <a:lnTo>
                  <a:pt x="548029" y="132420"/>
                </a:lnTo>
                <a:cubicBezTo>
                  <a:pt x="551887" y="132028"/>
                  <a:pt x="554633" y="130785"/>
                  <a:pt x="556268" y="128693"/>
                </a:cubicBezTo>
                <a:cubicBezTo>
                  <a:pt x="557380" y="127254"/>
                  <a:pt x="557936" y="123003"/>
                  <a:pt x="557936" y="115941"/>
                </a:cubicBezTo>
                <a:lnTo>
                  <a:pt x="557936" y="64150"/>
                </a:lnTo>
                <a:cubicBezTo>
                  <a:pt x="557936" y="57135"/>
                  <a:pt x="557298" y="52767"/>
                  <a:pt x="556023" y="51046"/>
                </a:cubicBezTo>
                <a:cubicBezTo>
                  <a:pt x="554748" y="49325"/>
                  <a:pt x="552083" y="48200"/>
                  <a:pt x="548029" y="47671"/>
                </a:cubicBezTo>
                <a:lnTo>
                  <a:pt x="548029" y="44140"/>
                </a:lnTo>
                <a:lnTo>
                  <a:pt x="585401" y="44140"/>
                </a:lnTo>
                <a:close/>
                <a:moveTo>
                  <a:pt x="750008" y="126633"/>
                </a:moveTo>
                <a:lnTo>
                  <a:pt x="750008" y="160670"/>
                </a:lnTo>
                <a:cubicBezTo>
                  <a:pt x="750008" y="165441"/>
                  <a:pt x="750384" y="168688"/>
                  <a:pt x="751136" y="170411"/>
                </a:cubicBezTo>
                <a:cubicBezTo>
                  <a:pt x="751888" y="172136"/>
                  <a:pt x="753049" y="173396"/>
                  <a:pt x="754618" y="174191"/>
                </a:cubicBezTo>
                <a:cubicBezTo>
                  <a:pt x="756188" y="174985"/>
                  <a:pt x="759261" y="175383"/>
                  <a:pt x="763839" y="175383"/>
                </a:cubicBezTo>
                <a:lnTo>
                  <a:pt x="763839" y="178914"/>
                </a:lnTo>
                <a:lnTo>
                  <a:pt x="711557" y="178914"/>
                </a:lnTo>
                <a:lnTo>
                  <a:pt x="711557" y="175383"/>
                </a:lnTo>
                <a:cubicBezTo>
                  <a:pt x="715611" y="175250"/>
                  <a:pt x="718620" y="174090"/>
                  <a:pt x="720581" y="171904"/>
                </a:cubicBezTo>
                <a:cubicBezTo>
                  <a:pt x="721889" y="170381"/>
                  <a:pt x="722543" y="166440"/>
                  <a:pt x="722543" y="160081"/>
                </a:cubicBezTo>
                <a:lnTo>
                  <a:pt x="722543" y="63365"/>
                </a:lnTo>
                <a:cubicBezTo>
                  <a:pt x="722543" y="56810"/>
                  <a:pt x="721791" y="52622"/>
                  <a:pt x="720287" y="50801"/>
                </a:cubicBezTo>
                <a:cubicBezTo>
                  <a:pt x="718783" y="48980"/>
                  <a:pt x="715873" y="47937"/>
                  <a:pt x="711557" y="47671"/>
                </a:cubicBezTo>
                <a:lnTo>
                  <a:pt x="711557" y="44140"/>
                </a:lnTo>
                <a:lnTo>
                  <a:pt x="750008" y="44140"/>
                </a:lnTo>
                <a:lnTo>
                  <a:pt x="750008" y="56205"/>
                </a:lnTo>
                <a:cubicBezTo>
                  <a:pt x="753212" y="51497"/>
                  <a:pt x="756482" y="48096"/>
                  <a:pt x="759817" y="46004"/>
                </a:cubicBezTo>
                <a:cubicBezTo>
                  <a:pt x="764591" y="42930"/>
                  <a:pt x="769789" y="41394"/>
                  <a:pt x="775413" y="41394"/>
                </a:cubicBezTo>
                <a:cubicBezTo>
                  <a:pt x="782148" y="41394"/>
                  <a:pt x="788279" y="43521"/>
                  <a:pt x="793805" y="47775"/>
                </a:cubicBezTo>
                <a:cubicBezTo>
                  <a:pt x="799330" y="52030"/>
                  <a:pt x="803532" y="57905"/>
                  <a:pt x="806409" y="65401"/>
                </a:cubicBezTo>
                <a:cubicBezTo>
                  <a:pt x="809286" y="72896"/>
                  <a:pt x="810725" y="80964"/>
                  <a:pt x="810725" y="89604"/>
                </a:cubicBezTo>
                <a:cubicBezTo>
                  <a:pt x="810725" y="98898"/>
                  <a:pt x="809237" y="107391"/>
                  <a:pt x="806262" y="115083"/>
                </a:cubicBezTo>
                <a:cubicBezTo>
                  <a:pt x="803287" y="122775"/>
                  <a:pt x="798971" y="128633"/>
                  <a:pt x="793314" y="132659"/>
                </a:cubicBezTo>
                <a:cubicBezTo>
                  <a:pt x="787658" y="136685"/>
                  <a:pt x="781364" y="138698"/>
                  <a:pt x="774432" y="138698"/>
                </a:cubicBezTo>
                <a:cubicBezTo>
                  <a:pt x="769397" y="138698"/>
                  <a:pt x="764689" y="137586"/>
                  <a:pt x="760307" y="135363"/>
                </a:cubicBezTo>
                <a:cubicBezTo>
                  <a:pt x="757038" y="133662"/>
                  <a:pt x="753605" y="130752"/>
                  <a:pt x="750008" y="126633"/>
                </a:cubicBezTo>
                <a:moveTo>
                  <a:pt x="750008" y="116710"/>
                </a:moveTo>
                <a:cubicBezTo>
                  <a:pt x="755632" y="124699"/>
                  <a:pt x="761648" y="128693"/>
                  <a:pt x="768056" y="128693"/>
                </a:cubicBezTo>
                <a:cubicBezTo>
                  <a:pt x="771588" y="128693"/>
                  <a:pt x="774498" y="126827"/>
                  <a:pt x="776786" y="123095"/>
                </a:cubicBezTo>
                <a:cubicBezTo>
                  <a:pt x="780187" y="117594"/>
                  <a:pt x="781887" y="107117"/>
                  <a:pt x="781887" y="91664"/>
                </a:cubicBezTo>
                <a:cubicBezTo>
                  <a:pt x="781887" y="75819"/>
                  <a:pt x="780023" y="64982"/>
                  <a:pt x="776296" y="59154"/>
                </a:cubicBezTo>
                <a:cubicBezTo>
                  <a:pt x="773811" y="55291"/>
                  <a:pt x="770476" y="53360"/>
                  <a:pt x="766291" y="53360"/>
                </a:cubicBezTo>
                <a:cubicBezTo>
                  <a:pt x="759686" y="53360"/>
                  <a:pt x="754259" y="58140"/>
                  <a:pt x="750008" y="67700"/>
                </a:cubicBezTo>
                <a:lnTo>
                  <a:pt x="750008" y="116710"/>
                </a:lnTo>
                <a:close/>
                <a:moveTo>
                  <a:pt x="862402" y="10397"/>
                </a:moveTo>
                <a:lnTo>
                  <a:pt x="862402" y="44140"/>
                </a:lnTo>
                <a:lnTo>
                  <a:pt x="884178" y="44140"/>
                </a:lnTo>
                <a:lnTo>
                  <a:pt x="884178" y="53753"/>
                </a:lnTo>
                <a:lnTo>
                  <a:pt x="862402" y="53753"/>
                </a:lnTo>
                <a:lnTo>
                  <a:pt x="862402" y="110503"/>
                </a:lnTo>
                <a:cubicBezTo>
                  <a:pt x="862402" y="115814"/>
                  <a:pt x="862647" y="119240"/>
                  <a:pt x="863138" y="120781"/>
                </a:cubicBezTo>
                <a:cubicBezTo>
                  <a:pt x="863628" y="122322"/>
                  <a:pt x="864495" y="123568"/>
                  <a:pt x="865737" y="124521"/>
                </a:cubicBezTo>
                <a:cubicBezTo>
                  <a:pt x="866980" y="125471"/>
                  <a:pt x="868124" y="125946"/>
                  <a:pt x="869170" y="125946"/>
                </a:cubicBezTo>
                <a:cubicBezTo>
                  <a:pt x="873421" y="125946"/>
                  <a:pt x="877442" y="122676"/>
                  <a:pt x="881235" y="116137"/>
                </a:cubicBezTo>
                <a:lnTo>
                  <a:pt x="884178" y="118317"/>
                </a:lnTo>
                <a:cubicBezTo>
                  <a:pt x="878881" y="130988"/>
                  <a:pt x="870282" y="137324"/>
                  <a:pt x="858381" y="137324"/>
                </a:cubicBezTo>
                <a:cubicBezTo>
                  <a:pt x="852561" y="137324"/>
                  <a:pt x="847640" y="135701"/>
                  <a:pt x="843618" y="132454"/>
                </a:cubicBezTo>
                <a:cubicBezTo>
                  <a:pt x="839596" y="129205"/>
                  <a:pt x="837030" y="125578"/>
                  <a:pt x="835918" y="121575"/>
                </a:cubicBezTo>
                <a:cubicBezTo>
                  <a:pt x="835264" y="119344"/>
                  <a:pt x="834937" y="113306"/>
                  <a:pt x="834937" y="103462"/>
                </a:cubicBezTo>
                <a:lnTo>
                  <a:pt x="834937" y="53753"/>
                </a:lnTo>
                <a:lnTo>
                  <a:pt x="822970" y="53753"/>
                </a:lnTo>
                <a:lnTo>
                  <a:pt x="822970" y="50310"/>
                </a:lnTo>
                <a:cubicBezTo>
                  <a:pt x="831210" y="44478"/>
                  <a:pt x="838223" y="38351"/>
                  <a:pt x="844010" y="31928"/>
                </a:cubicBezTo>
                <a:cubicBezTo>
                  <a:pt x="849798" y="25505"/>
                  <a:pt x="854849" y="18328"/>
                  <a:pt x="859165" y="10397"/>
                </a:cubicBezTo>
                <a:lnTo>
                  <a:pt x="862402" y="10397"/>
                </a:lnTo>
                <a:close/>
                <a:moveTo>
                  <a:pt x="914595" y="0"/>
                </a:moveTo>
                <a:cubicBezTo>
                  <a:pt x="918846" y="0"/>
                  <a:pt x="922442" y="1493"/>
                  <a:pt x="925385" y="4478"/>
                </a:cubicBezTo>
                <a:cubicBezTo>
                  <a:pt x="928328" y="7462"/>
                  <a:pt x="929799" y="11053"/>
                  <a:pt x="929799" y="15253"/>
                </a:cubicBezTo>
                <a:cubicBezTo>
                  <a:pt x="929799" y="19452"/>
                  <a:pt x="928311" y="23028"/>
                  <a:pt x="925336" y="25981"/>
                </a:cubicBezTo>
                <a:cubicBezTo>
                  <a:pt x="922361" y="28932"/>
                  <a:pt x="918780" y="30408"/>
                  <a:pt x="914595" y="30408"/>
                </a:cubicBezTo>
                <a:cubicBezTo>
                  <a:pt x="910410" y="30408"/>
                  <a:pt x="906846" y="28932"/>
                  <a:pt x="903904" y="25981"/>
                </a:cubicBezTo>
                <a:cubicBezTo>
                  <a:pt x="900961" y="23028"/>
                  <a:pt x="899490" y="19452"/>
                  <a:pt x="899490" y="15253"/>
                </a:cubicBezTo>
                <a:cubicBezTo>
                  <a:pt x="899490" y="11053"/>
                  <a:pt x="900961" y="7462"/>
                  <a:pt x="903904" y="4478"/>
                </a:cubicBezTo>
                <a:cubicBezTo>
                  <a:pt x="906846" y="1493"/>
                  <a:pt x="910410" y="0"/>
                  <a:pt x="914595" y="0"/>
                </a:cubicBezTo>
                <a:moveTo>
                  <a:pt x="928328" y="44140"/>
                </a:moveTo>
                <a:lnTo>
                  <a:pt x="928328" y="116922"/>
                </a:lnTo>
                <a:cubicBezTo>
                  <a:pt x="928328" y="123396"/>
                  <a:pt x="929080" y="127532"/>
                  <a:pt x="930584" y="129330"/>
                </a:cubicBezTo>
                <a:cubicBezTo>
                  <a:pt x="932088" y="131128"/>
                  <a:pt x="935030" y="132158"/>
                  <a:pt x="939412" y="132420"/>
                </a:cubicBezTo>
                <a:lnTo>
                  <a:pt x="939412" y="135951"/>
                </a:lnTo>
                <a:lnTo>
                  <a:pt x="889877" y="135951"/>
                </a:lnTo>
                <a:lnTo>
                  <a:pt x="889877" y="132420"/>
                </a:lnTo>
                <a:cubicBezTo>
                  <a:pt x="893931" y="132289"/>
                  <a:pt x="896939" y="131112"/>
                  <a:pt x="898901" y="128889"/>
                </a:cubicBezTo>
                <a:cubicBezTo>
                  <a:pt x="900209" y="127385"/>
                  <a:pt x="900863" y="123396"/>
                  <a:pt x="900863" y="116922"/>
                </a:cubicBezTo>
                <a:lnTo>
                  <a:pt x="900863" y="63365"/>
                </a:lnTo>
                <a:cubicBezTo>
                  <a:pt x="900863" y="56810"/>
                  <a:pt x="900111" y="52622"/>
                  <a:pt x="898607" y="50801"/>
                </a:cubicBezTo>
                <a:cubicBezTo>
                  <a:pt x="897103" y="48980"/>
                  <a:pt x="894193" y="47937"/>
                  <a:pt x="889877" y="47671"/>
                </a:cubicBezTo>
                <a:lnTo>
                  <a:pt x="889877" y="44140"/>
                </a:lnTo>
                <a:lnTo>
                  <a:pt x="928328" y="44140"/>
                </a:lnTo>
                <a:close/>
                <a:moveTo>
                  <a:pt x="991447" y="41394"/>
                </a:moveTo>
                <a:cubicBezTo>
                  <a:pt x="999425" y="41394"/>
                  <a:pt x="1006847" y="43455"/>
                  <a:pt x="1013713" y="47579"/>
                </a:cubicBezTo>
                <a:cubicBezTo>
                  <a:pt x="1020579" y="51703"/>
                  <a:pt x="1025795" y="57562"/>
                  <a:pt x="1029358" y="65156"/>
                </a:cubicBezTo>
                <a:cubicBezTo>
                  <a:pt x="1032922" y="72749"/>
                  <a:pt x="1034704" y="81062"/>
                  <a:pt x="1034704" y="90095"/>
                </a:cubicBezTo>
                <a:cubicBezTo>
                  <a:pt x="1034704" y="103120"/>
                  <a:pt x="1031402" y="114019"/>
                  <a:pt x="1024797" y="122792"/>
                </a:cubicBezTo>
                <a:cubicBezTo>
                  <a:pt x="1016819" y="133396"/>
                  <a:pt x="1005801" y="138698"/>
                  <a:pt x="991741" y="138698"/>
                </a:cubicBezTo>
                <a:cubicBezTo>
                  <a:pt x="977944" y="138698"/>
                  <a:pt x="967317" y="133854"/>
                  <a:pt x="959862" y="124165"/>
                </a:cubicBezTo>
                <a:cubicBezTo>
                  <a:pt x="952408" y="114477"/>
                  <a:pt x="948680" y="103251"/>
                  <a:pt x="948680" y="90487"/>
                </a:cubicBezTo>
                <a:cubicBezTo>
                  <a:pt x="948680" y="77331"/>
                  <a:pt x="952489" y="65860"/>
                  <a:pt x="960108" y="56073"/>
                </a:cubicBezTo>
                <a:cubicBezTo>
                  <a:pt x="967726" y="46287"/>
                  <a:pt x="978172" y="41394"/>
                  <a:pt x="991447" y="41394"/>
                </a:cubicBezTo>
                <a:moveTo>
                  <a:pt x="991839" y="48260"/>
                </a:moveTo>
                <a:cubicBezTo>
                  <a:pt x="988504" y="48260"/>
                  <a:pt x="985643" y="49521"/>
                  <a:pt x="983257" y="52042"/>
                </a:cubicBezTo>
                <a:cubicBezTo>
                  <a:pt x="980870" y="54562"/>
                  <a:pt x="979300" y="59537"/>
                  <a:pt x="978548" y="66967"/>
                </a:cubicBezTo>
                <a:cubicBezTo>
                  <a:pt x="977796" y="74397"/>
                  <a:pt x="977420" y="84725"/>
                  <a:pt x="977420" y="97951"/>
                </a:cubicBezTo>
                <a:cubicBezTo>
                  <a:pt x="977420" y="104956"/>
                  <a:pt x="977878" y="111504"/>
                  <a:pt x="978794" y="117593"/>
                </a:cubicBezTo>
                <a:cubicBezTo>
                  <a:pt x="979513" y="122240"/>
                  <a:pt x="981050" y="125775"/>
                  <a:pt x="983404" y="128199"/>
                </a:cubicBezTo>
                <a:cubicBezTo>
                  <a:pt x="985758" y="130621"/>
                  <a:pt x="988439" y="131831"/>
                  <a:pt x="991447" y="131831"/>
                </a:cubicBezTo>
                <a:cubicBezTo>
                  <a:pt x="994390" y="131831"/>
                  <a:pt x="996842" y="131013"/>
                  <a:pt x="998804" y="129376"/>
                </a:cubicBezTo>
                <a:cubicBezTo>
                  <a:pt x="1001354" y="127151"/>
                  <a:pt x="1003054" y="124041"/>
                  <a:pt x="1003904" y="120045"/>
                </a:cubicBezTo>
                <a:cubicBezTo>
                  <a:pt x="1005212" y="113827"/>
                  <a:pt x="1005866" y="101257"/>
                  <a:pt x="1005866" y="82336"/>
                </a:cubicBezTo>
                <a:cubicBezTo>
                  <a:pt x="1005866" y="71207"/>
                  <a:pt x="1005245" y="63565"/>
                  <a:pt x="1004002" y="59408"/>
                </a:cubicBezTo>
                <a:cubicBezTo>
                  <a:pt x="1002760" y="55250"/>
                  <a:pt x="1000929" y="52221"/>
                  <a:pt x="998509" y="50323"/>
                </a:cubicBezTo>
                <a:cubicBezTo>
                  <a:pt x="996809" y="48947"/>
                  <a:pt x="994586" y="48260"/>
                  <a:pt x="991839" y="48260"/>
                </a:cubicBezTo>
                <a:close/>
                <a:moveTo>
                  <a:pt x="1086324" y="44140"/>
                </a:moveTo>
                <a:lnTo>
                  <a:pt x="1086324" y="56107"/>
                </a:lnTo>
                <a:cubicBezTo>
                  <a:pt x="1091032" y="50971"/>
                  <a:pt x="1095544" y="47236"/>
                  <a:pt x="1099860" y="44900"/>
                </a:cubicBezTo>
                <a:cubicBezTo>
                  <a:pt x="1104176" y="42562"/>
                  <a:pt x="1108819" y="41394"/>
                  <a:pt x="1113789" y="41394"/>
                </a:cubicBezTo>
                <a:cubicBezTo>
                  <a:pt x="1119739" y="41394"/>
                  <a:pt x="1124677" y="43047"/>
                  <a:pt x="1128600" y="46353"/>
                </a:cubicBezTo>
                <a:cubicBezTo>
                  <a:pt x="1132524" y="49660"/>
                  <a:pt x="1135139" y="53768"/>
                  <a:pt x="1136447" y="58679"/>
                </a:cubicBezTo>
                <a:cubicBezTo>
                  <a:pt x="1137494" y="62412"/>
                  <a:pt x="1138017" y="69583"/>
                  <a:pt x="1138017" y="80191"/>
                </a:cubicBezTo>
                <a:lnTo>
                  <a:pt x="1138017" y="115941"/>
                </a:lnTo>
                <a:cubicBezTo>
                  <a:pt x="1138017" y="123003"/>
                  <a:pt x="1138654" y="127401"/>
                  <a:pt x="1139929" y="129134"/>
                </a:cubicBezTo>
                <a:cubicBezTo>
                  <a:pt x="1141205" y="130867"/>
                  <a:pt x="1143869" y="131962"/>
                  <a:pt x="1147924" y="132420"/>
                </a:cubicBezTo>
                <a:lnTo>
                  <a:pt x="1147924" y="135951"/>
                </a:lnTo>
                <a:lnTo>
                  <a:pt x="1101528" y="135951"/>
                </a:lnTo>
                <a:lnTo>
                  <a:pt x="1101528" y="132420"/>
                </a:lnTo>
                <a:cubicBezTo>
                  <a:pt x="1104993" y="131962"/>
                  <a:pt x="1107478" y="130524"/>
                  <a:pt x="1108982" y="128104"/>
                </a:cubicBezTo>
                <a:cubicBezTo>
                  <a:pt x="1110029" y="126469"/>
                  <a:pt x="1110552" y="122415"/>
                  <a:pt x="1110552" y="115941"/>
                </a:cubicBezTo>
                <a:lnTo>
                  <a:pt x="1110552" y="75136"/>
                </a:lnTo>
                <a:cubicBezTo>
                  <a:pt x="1110552" y="67616"/>
                  <a:pt x="1110258" y="62875"/>
                  <a:pt x="1109669" y="60913"/>
                </a:cubicBezTo>
                <a:cubicBezTo>
                  <a:pt x="1109080" y="58951"/>
                  <a:pt x="1108083" y="57431"/>
                  <a:pt x="1106677" y="56352"/>
                </a:cubicBezTo>
                <a:cubicBezTo>
                  <a:pt x="1105271" y="55273"/>
                  <a:pt x="1103718" y="54734"/>
                  <a:pt x="1102018" y="54734"/>
                </a:cubicBezTo>
                <a:cubicBezTo>
                  <a:pt x="1096394" y="54734"/>
                  <a:pt x="1091163" y="58788"/>
                  <a:pt x="1086324" y="66897"/>
                </a:cubicBezTo>
                <a:lnTo>
                  <a:pt x="1086324" y="115941"/>
                </a:lnTo>
                <a:cubicBezTo>
                  <a:pt x="1086324" y="122807"/>
                  <a:pt x="1086961" y="127156"/>
                  <a:pt x="1088237" y="128987"/>
                </a:cubicBezTo>
                <a:cubicBezTo>
                  <a:pt x="1089512" y="130818"/>
                  <a:pt x="1091882" y="131962"/>
                  <a:pt x="1095348" y="132420"/>
                </a:cubicBezTo>
                <a:lnTo>
                  <a:pt x="1095348" y="135951"/>
                </a:lnTo>
                <a:lnTo>
                  <a:pt x="1048952" y="135951"/>
                </a:lnTo>
                <a:lnTo>
                  <a:pt x="1048952" y="132420"/>
                </a:lnTo>
                <a:cubicBezTo>
                  <a:pt x="1052810" y="132028"/>
                  <a:pt x="1055557" y="130785"/>
                  <a:pt x="1057191" y="128693"/>
                </a:cubicBezTo>
                <a:cubicBezTo>
                  <a:pt x="1058303" y="127254"/>
                  <a:pt x="1058859" y="123003"/>
                  <a:pt x="1058859" y="115941"/>
                </a:cubicBezTo>
                <a:lnTo>
                  <a:pt x="1058859" y="64150"/>
                </a:lnTo>
                <a:cubicBezTo>
                  <a:pt x="1058859" y="57135"/>
                  <a:pt x="1058221" y="52767"/>
                  <a:pt x="1056946" y="51046"/>
                </a:cubicBezTo>
                <a:cubicBezTo>
                  <a:pt x="1055671" y="49325"/>
                  <a:pt x="1053006" y="48200"/>
                  <a:pt x="1048952" y="47671"/>
                </a:cubicBezTo>
                <a:lnTo>
                  <a:pt x="1048952" y="44140"/>
                </a:lnTo>
                <a:lnTo>
                  <a:pt x="1086324" y="441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369070-CC7F-491D-8689-27D47996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322" y="2147313"/>
            <a:ext cx="277086" cy="675026"/>
          </a:xfrm>
          <a:custGeom xmlns:a="http://schemas.openxmlformats.org/drawingml/2006/main">
            <a:pathLst>
              <a:path w="277086" h="675026">
                <a:moveTo>
                  <a:pt x="68168" y="0"/>
                </a:moveTo>
                <a:lnTo>
                  <a:pt x="217594" y="18494"/>
                </a:lnTo>
                <a:lnTo>
                  <a:pt x="175344" y="56882"/>
                </a:lnTo>
                <a:cubicBezTo>
                  <a:pt x="277086" y="262361"/>
                  <a:pt x="202287" y="526048"/>
                  <a:pt x="0" y="675026"/>
                </a:cubicBezTo>
                <a:cubicBezTo>
                  <a:pt x="139221" y="519603"/>
                  <a:pt x="175347" y="304325"/>
                  <a:pt x="90843" y="133661"/>
                </a:cubicBezTo>
                <a:lnTo>
                  <a:pt x="48593" y="172049"/>
                </a:lnTo>
                <a:lnTo>
                  <a:pt x="68168" y="0"/>
                </a:lnTo>
                <a:close/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985370-D50F-4A0F-B031-48404B61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621" y="2786121"/>
            <a:ext cx="764925" cy="264645"/>
          </a:xfrm>
          <a:custGeom xmlns:a="http://schemas.openxmlformats.org/drawingml/2006/main">
            <a:pathLst>
              <a:path w="764925" h="264645">
                <a:moveTo>
                  <a:pt x="680425" y="76778"/>
                </a:moveTo>
                <a:cubicBezTo>
                  <a:pt x="474251" y="264111"/>
                  <a:pt x="169615" y="264645"/>
                  <a:pt x="0" y="77972"/>
                </a:cubicBezTo>
                <a:lnTo>
                  <a:pt x="84501" y="1194"/>
                </a:lnTo>
                <a:cubicBezTo>
                  <a:pt x="254115" y="187867"/>
                  <a:pt x="558751" y="187333"/>
                  <a:pt x="764925" y="0"/>
                </a:cubicBezTo>
                <a:lnTo>
                  <a:pt x="680425" y="76778"/>
                </a:lnTo>
                <a:close/>
              </a:path>
            </a:pathLst>
          </a:custGeom>
          <a:solidFill xmlns:a="http://schemas.openxmlformats.org/drawingml/2006/main">
            <a:srgbClr val="114D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32D3E-9DAF-4A36-81B3-4D5F178E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698" y="2657711"/>
            <a:ext cx="2517353" cy="270106"/>
          </a:xfrm>
          <a:custGeom xmlns:a="http://schemas.openxmlformats.org/drawingml/2006/main">
            <a:pathLst>
              <a:path w="2517353" h="270106" fill="none">
                <a:moveTo>
                  <a:pt x="0" y="270106"/>
                </a:moveTo>
                <a:cubicBezTo>
                  <a:pt x="0" y="195518"/>
                  <a:pt x="58760" y="135053"/>
                  <a:pt x="131244" y="135053"/>
                </a:cubicBezTo>
                <a:lnTo>
                  <a:pt x="638588" y="135053"/>
                </a:lnTo>
                <a:cubicBezTo>
                  <a:pt x="711073" y="135053"/>
                  <a:pt x="769833" y="74588"/>
                  <a:pt x="769833" y="0"/>
                </a:cubicBezTo>
                <a:cubicBezTo>
                  <a:pt x="769833" y="74588"/>
                  <a:pt x="828593" y="135053"/>
                  <a:pt x="901077" y="135053"/>
                </a:cubicBezTo>
                <a:lnTo>
                  <a:pt x="2386109" y="135053"/>
                </a:lnTo>
                <a:cubicBezTo>
                  <a:pt x="2458593" y="135053"/>
                  <a:pt x="2517353" y="195518"/>
                  <a:pt x="2517353" y="270106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580" cap="flat">
            <a:solidFill>
              <a:srgbClr val="156082"/>
            </a:solidFill>
            <a:miter/>
          </a:ln>
        </p:spPr>
      </p:sp>
      <p:pic>
        <p:nvPicPr>
          <p:cNvPr id="2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ef3a5b1f44a24"/>
          <a:stretch xmlns:a="http://schemas.openxmlformats.org/drawingml/2006/main"/>
        </p:blipFill>
        <p:spPr>
          <a:xfrm xmlns:a="http://schemas.openxmlformats.org/drawingml/2006/main">
            <a:off x="8517356" y="1092116"/>
            <a:ext cx="1748336" cy="637185"/>
          </a:xfrm>
          <a:prstGeom xmlns:a="http://schemas.openxmlformats.org/drawingml/2006/main" prst="rect">
            <a:avLst/>
          </a:prstGeom>
        </p:spPr>
      </p:pic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b6a3697e64d84"/>
          <a:stretch xmlns:a="http://schemas.openxmlformats.org/drawingml/2006/main"/>
        </p:blipFill>
        <p:spPr>
          <a:xfrm xmlns:a="http://schemas.openxmlformats.org/drawingml/2006/main">
            <a:off x="8755908" y="1051311"/>
            <a:ext cx="1274371" cy="781572"/>
          </a:xfrm>
          <a:prstGeom xmlns:a="http://schemas.openxmlformats.org/drawingml/2006/main" prst="rect">
            <a:avLst/>
          </a:prstGeom>
        </p:spPr>
      </p:pic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231073-C5BF-47C1-9CE5-A6F381DA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436" y="1121412"/>
            <a:ext cx="1629059" cy="517909"/>
          </a:xfrm>
          <a:custGeom xmlns:a="http://schemas.openxmlformats.org/drawingml/2006/main">
            <a:pathLst>
              <a:path w="1629059" h="517909">
                <a:moveTo>
                  <a:pt x="0" y="86320"/>
                </a:moveTo>
                <a:cubicBezTo>
                  <a:pt x="0" y="38646"/>
                  <a:pt x="38646" y="0"/>
                  <a:pt x="86320" y="0"/>
                </a:cubicBezTo>
                <a:lnTo>
                  <a:pt x="1542740" y="0"/>
                </a:lnTo>
                <a:cubicBezTo>
                  <a:pt x="1590413" y="0"/>
                  <a:pt x="1629059" y="38646"/>
                  <a:pt x="1629059" y="86320"/>
                </a:cubicBezTo>
                <a:lnTo>
                  <a:pt x="1629059" y="431588"/>
                </a:lnTo>
                <a:cubicBezTo>
                  <a:pt x="1629059" y="479262"/>
                  <a:pt x="1590413" y="517909"/>
                  <a:pt x="1542740" y="517909"/>
                </a:cubicBezTo>
                <a:lnTo>
                  <a:pt x="86320" y="517909"/>
                </a:lnTo>
                <a:cubicBezTo>
                  <a:pt x="38646" y="517909"/>
                  <a:pt x="0" y="479262"/>
                  <a:pt x="0" y="431588"/>
                </a:cubicBezTo>
                <a:lnTo>
                  <a:pt x="0" y="86320"/>
                </a:lnTo>
                <a:close/>
              </a:path>
            </a:pathLst>
          </a:custGeom>
          <a:solidFill xmlns:a="http://schemas.openxmlformats.org/drawingml/2006/main">
            <a:srgbClr val="E3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Context">
            <a:extLst xmlns:a="http://schemas.openxmlformats.org/drawingml/2006/main">
              <a:ext uri="{FF2B5EF4-FFF2-40B4-BE49-F238E27FC236}">
                <a16:creationId xmlns:a16="http://schemas.microsoft.com/office/drawing/2014/main" id="{D5B4F9D3-0236-41D5-8464-392BA85A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552" y="1197856"/>
            <a:ext cx="672021" cy="138894"/>
          </a:xfrm>
          <a:custGeom xmlns:a="http://schemas.openxmlformats.org/drawingml/2006/main">
            <a:pathLst>
              <a:path w="672021" h="138894">
                <a:moveTo>
                  <a:pt x="126142" y="0"/>
                </a:moveTo>
                <a:lnTo>
                  <a:pt x="126142" y="46102"/>
                </a:lnTo>
                <a:lnTo>
                  <a:pt x="122317" y="46102"/>
                </a:lnTo>
                <a:cubicBezTo>
                  <a:pt x="119440" y="34006"/>
                  <a:pt x="114077" y="24738"/>
                  <a:pt x="106230" y="18297"/>
                </a:cubicBezTo>
                <a:cubicBezTo>
                  <a:pt x="98383" y="11853"/>
                  <a:pt x="89490" y="8632"/>
                  <a:pt x="79550" y="8632"/>
                </a:cubicBezTo>
                <a:cubicBezTo>
                  <a:pt x="71245" y="8632"/>
                  <a:pt x="63627" y="11019"/>
                  <a:pt x="56695" y="15792"/>
                </a:cubicBezTo>
                <a:cubicBezTo>
                  <a:pt x="49764" y="20566"/>
                  <a:pt x="44696" y="26811"/>
                  <a:pt x="41492" y="34527"/>
                </a:cubicBezTo>
                <a:cubicBezTo>
                  <a:pt x="37372" y="44402"/>
                  <a:pt x="35312" y="55388"/>
                  <a:pt x="35312" y="67485"/>
                </a:cubicBezTo>
                <a:cubicBezTo>
                  <a:pt x="35312" y="79387"/>
                  <a:pt x="36816" y="90225"/>
                  <a:pt x="39824" y="100002"/>
                </a:cubicBezTo>
                <a:cubicBezTo>
                  <a:pt x="42832" y="109778"/>
                  <a:pt x="47540" y="117167"/>
                  <a:pt x="53949" y="122170"/>
                </a:cubicBezTo>
                <a:cubicBezTo>
                  <a:pt x="60357" y="127172"/>
                  <a:pt x="68662" y="129673"/>
                  <a:pt x="78863" y="129673"/>
                </a:cubicBezTo>
                <a:cubicBezTo>
                  <a:pt x="87234" y="129673"/>
                  <a:pt x="94901" y="127843"/>
                  <a:pt x="101865" y="124181"/>
                </a:cubicBezTo>
                <a:cubicBezTo>
                  <a:pt x="108830" y="120519"/>
                  <a:pt x="116170" y="114208"/>
                  <a:pt x="123886" y="105249"/>
                </a:cubicBezTo>
                <a:lnTo>
                  <a:pt x="123886" y="116726"/>
                </a:lnTo>
                <a:cubicBezTo>
                  <a:pt x="116431" y="124507"/>
                  <a:pt x="108666" y="130148"/>
                  <a:pt x="100590" y="133646"/>
                </a:cubicBezTo>
                <a:cubicBezTo>
                  <a:pt x="92514" y="137145"/>
                  <a:pt x="83081" y="138894"/>
                  <a:pt x="72292" y="138894"/>
                </a:cubicBezTo>
                <a:cubicBezTo>
                  <a:pt x="58101" y="138894"/>
                  <a:pt x="45497" y="136053"/>
                  <a:pt x="34478" y="130372"/>
                </a:cubicBezTo>
                <a:cubicBezTo>
                  <a:pt x="23460" y="124691"/>
                  <a:pt x="14959" y="116530"/>
                  <a:pt x="8975" y="105887"/>
                </a:cubicBezTo>
                <a:cubicBezTo>
                  <a:pt x="2992" y="95242"/>
                  <a:pt x="0" y="83912"/>
                  <a:pt x="0" y="71896"/>
                </a:cubicBezTo>
                <a:cubicBezTo>
                  <a:pt x="0" y="59228"/>
                  <a:pt x="3319" y="47213"/>
                  <a:pt x="9956" y="35851"/>
                </a:cubicBezTo>
                <a:cubicBezTo>
                  <a:pt x="16593" y="24487"/>
                  <a:pt x="25552" y="15672"/>
                  <a:pt x="36832" y="9404"/>
                </a:cubicBezTo>
                <a:cubicBezTo>
                  <a:pt x="48113" y="3135"/>
                  <a:pt x="60096" y="0"/>
                  <a:pt x="72782" y="0"/>
                </a:cubicBezTo>
                <a:cubicBezTo>
                  <a:pt x="82133" y="0"/>
                  <a:pt x="92007" y="2027"/>
                  <a:pt x="102405" y="6082"/>
                </a:cubicBezTo>
                <a:cubicBezTo>
                  <a:pt x="108421" y="8436"/>
                  <a:pt x="112246" y="9613"/>
                  <a:pt x="113881" y="9613"/>
                </a:cubicBezTo>
                <a:cubicBezTo>
                  <a:pt x="115974" y="9613"/>
                  <a:pt x="117788" y="8844"/>
                  <a:pt x="119325" y="7308"/>
                </a:cubicBezTo>
                <a:cubicBezTo>
                  <a:pt x="120862" y="5771"/>
                  <a:pt x="121859" y="3335"/>
                  <a:pt x="122317" y="0"/>
                </a:cubicBezTo>
                <a:lnTo>
                  <a:pt x="126142" y="0"/>
                </a:lnTo>
                <a:close/>
                <a:moveTo>
                  <a:pt x="187742" y="41394"/>
                </a:moveTo>
                <a:cubicBezTo>
                  <a:pt x="195720" y="41394"/>
                  <a:pt x="203142" y="43455"/>
                  <a:pt x="210008" y="47579"/>
                </a:cubicBezTo>
                <a:cubicBezTo>
                  <a:pt x="216874" y="51703"/>
                  <a:pt x="222089" y="57562"/>
                  <a:pt x="225653" y="65156"/>
                </a:cubicBezTo>
                <a:cubicBezTo>
                  <a:pt x="229217" y="72749"/>
                  <a:pt x="230999" y="81062"/>
                  <a:pt x="230999" y="90095"/>
                </a:cubicBezTo>
                <a:cubicBezTo>
                  <a:pt x="230999" y="103120"/>
                  <a:pt x="227697" y="114019"/>
                  <a:pt x="221092" y="122792"/>
                </a:cubicBezTo>
                <a:cubicBezTo>
                  <a:pt x="213114" y="133396"/>
                  <a:pt x="202095" y="138698"/>
                  <a:pt x="188036" y="138698"/>
                </a:cubicBezTo>
                <a:cubicBezTo>
                  <a:pt x="174238" y="138698"/>
                  <a:pt x="163612" y="133854"/>
                  <a:pt x="156157" y="124165"/>
                </a:cubicBezTo>
                <a:cubicBezTo>
                  <a:pt x="148702" y="114477"/>
                  <a:pt x="144975" y="103251"/>
                  <a:pt x="144975" y="90487"/>
                </a:cubicBezTo>
                <a:cubicBezTo>
                  <a:pt x="144975" y="77331"/>
                  <a:pt x="148784" y="65860"/>
                  <a:pt x="156402" y="56073"/>
                </a:cubicBezTo>
                <a:cubicBezTo>
                  <a:pt x="164021" y="46287"/>
                  <a:pt x="174467" y="41394"/>
                  <a:pt x="187742" y="41394"/>
                </a:cubicBezTo>
                <a:moveTo>
                  <a:pt x="188134" y="48260"/>
                </a:moveTo>
                <a:cubicBezTo>
                  <a:pt x="184799" y="48260"/>
                  <a:pt x="181938" y="49521"/>
                  <a:pt x="179551" y="52042"/>
                </a:cubicBezTo>
                <a:cubicBezTo>
                  <a:pt x="177165" y="54562"/>
                  <a:pt x="175595" y="59537"/>
                  <a:pt x="174843" y="66967"/>
                </a:cubicBezTo>
                <a:cubicBezTo>
                  <a:pt x="174091" y="74397"/>
                  <a:pt x="173715" y="84725"/>
                  <a:pt x="173715" y="97951"/>
                </a:cubicBezTo>
                <a:cubicBezTo>
                  <a:pt x="173715" y="104956"/>
                  <a:pt x="174173" y="111504"/>
                  <a:pt x="175088" y="117593"/>
                </a:cubicBezTo>
                <a:cubicBezTo>
                  <a:pt x="175808" y="122240"/>
                  <a:pt x="177344" y="125775"/>
                  <a:pt x="179698" y="128199"/>
                </a:cubicBezTo>
                <a:cubicBezTo>
                  <a:pt x="182053" y="130621"/>
                  <a:pt x="184734" y="131831"/>
                  <a:pt x="187742" y="131831"/>
                </a:cubicBezTo>
                <a:cubicBezTo>
                  <a:pt x="190684" y="131831"/>
                  <a:pt x="193137" y="131013"/>
                  <a:pt x="195098" y="129376"/>
                </a:cubicBezTo>
                <a:cubicBezTo>
                  <a:pt x="197649" y="127151"/>
                  <a:pt x="199349" y="124041"/>
                  <a:pt x="200199" y="120045"/>
                </a:cubicBezTo>
                <a:cubicBezTo>
                  <a:pt x="201507" y="113827"/>
                  <a:pt x="202161" y="101257"/>
                  <a:pt x="202161" y="82336"/>
                </a:cubicBezTo>
                <a:cubicBezTo>
                  <a:pt x="202161" y="71207"/>
                  <a:pt x="201540" y="63565"/>
                  <a:pt x="200297" y="59408"/>
                </a:cubicBezTo>
                <a:cubicBezTo>
                  <a:pt x="199055" y="55250"/>
                  <a:pt x="197224" y="52221"/>
                  <a:pt x="194804" y="50323"/>
                </a:cubicBezTo>
                <a:cubicBezTo>
                  <a:pt x="193104" y="48947"/>
                  <a:pt x="190881" y="48260"/>
                  <a:pt x="188134" y="48260"/>
                </a:cubicBezTo>
                <a:close/>
                <a:moveTo>
                  <a:pt x="282620" y="44140"/>
                </a:moveTo>
                <a:lnTo>
                  <a:pt x="282620" y="56107"/>
                </a:lnTo>
                <a:cubicBezTo>
                  <a:pt x="287328" y="50971"/>
                  <a:pt x="291840" y="47236"/>
                  <a:pt x="296156" y="44900"/>
                </a:cubicBezTo>
                <a:cubicBezTo>
                  <a:pt x="300472" y="42562"/>
                  <a:pt x="305115" y="41394"/>
                  <a:pt x="310085" y="41394"/>
                </a:cubicBezTo>
                <a:cubicBezTo>
                  <a:pt x="316035" y="41394"/>
                  <a:pt x="320972" y="43047"/>
                  <a:pt x="324896" y="46353"/>
                </a:cubicBezTo>
                <a:cubicBezTo>
                  <a:pt x="328820" y="49660"/>
                  <a:pt x="331435" y="53768"/>
                  <a:pt x="332743" y="58679"/>
                </a:cubicBezTo>
                <a:cubicBezTo>
                  <a:pt x="333789" y="62412"/>
                  <a:pt x="334313" y="69583"/>
                  <a:pt x="334313" y="80191"/>
                </a:cubicBezTo>
                <a:lnTo>
                  <a:pt x="334313" y="115941"/>
                </a:lnTo>
                <a:cubicBezTo>
                  <a:pt x="334313" y="123003"/>
                  <a:pt x="334950" y="127401"/>
                  <a:pt x="336225" y="129134"/>
                </a:cubicBezTo>
                <a:cubicBezTo>
                  <a:pt x="337500" y="130867"/>
                  <a:pt x="340165" y="131962"/>
                  <a:pt x="344219" y="132420"/>
                </a:cubicBezTo>
                <a:lnTo>
                  <a:pt x="344219" y="135951"/>
                </a:lnTo>
                <a:lnTo>
                  <a:pt x="297823" y="135951"/>
                </a:lnTo>
                <a:lnTo>
                  <a:pt x="297823" y="132420"/>
                </a:lnTo>
                <a:cubicBezTo>
                  <a:pt x="301289" y="131962"/>
                  <a:pt x="303774" y="130524"/>
                  <a:pt x="305278" y="128104"/>
                </a:cubicBezTo>
                <a:cubicBezTo>
                  <a:pt x="306324" y="126469"/>
                  <a:pt x="306848" y="122415"/>
                  <a:pt x="306848" y="115941"/>
                </a:cubicBezTo>
                <a:lnTo>
                  <a:pt x="306848" y="75136"/>
                </a:lnTo>
                <a:cubicBezTo>
                  <a:pt x="306848" y="67616"/>
                  <a:pt x="306553" y="62875"/>
                  <a:pt x="305965" y="60913"/>
                </a:cubicBezTo>
                <a:cubicBezTo>
                  <a:pt x="305376" y="58951"/>
                  <a:pt x="304379" y="57431"/>
                  <a:pt x="302973" y="56352"/>
                </a:cubicBezTo>
                <a:cubicBezTo>
                  <a:pt x="301567" y="55273"/>
                  <a:pt x="300014" y="54734"/>
                  <a:pt x="298314" y="54734"/>
                </a:cubicBezTo>
                <a:cubicBezTo>
                  <a:pt x="292690" y="54734"/>
                  <a:pt x="287459" y="58788"/>
                  <a:pt x="282620" y="66897"/>
                </a:cubicBezTo>
                <a:lnTo>
                  <a:pt x="282620" y="115941"/>
                </a:lnTo>
                <a:cubicBezTo>
                  <a:pt x="282620" y="122807"/>
                  <a:pt x="283257" y="127156"/>
                  <a:pt x="284532" y="128987"/>
                </a:cubicBezTo>
                <a:cubicBezTo>
                  <a:pt x="285808" y="130818"/>
                  <a:pt x="288178" y="131962"/>
                  <a:pt x="291644" y="132420"/>
                </a:cubicBezTo>
                <a:lnTo>
                  <a:pt x="291644" y="135951"/>
                </a:lnTo>
                <a:lnTo>
                  <a:pt x="245248" y="135951"/>
                </a:lnTo>
                <a:lnTo>
                  <a:pt x="245248" y="132420"/>
                </a:lnTo>
                <a:cubicBezTo>
                  <a:pt x="249106" y="132028"/>
                  <a:pt x="251852" y="130785"/>
                  <a:pt x="253487" y="128693"/>
                </a:cubicBezTo>
                <a:cubicBezTo>
                  <a:pt x="254599" y="127254"/>
                  <a:pt x="255155" y="123003"/>
                  <a:pt x="255155" y="115941"/>
                </a:cubicBezTo>
                <a:lnTo>
                  <a:pt x="255155" y="64150"/>
                </a:lnTo>
                <a:cubicBezTo>
                  <a:pt x="255155" y="57135"/>
                  <a:pt x="254517" y="52767"/>
                  <a:pt x="253242" y="51046"/>
                </a:cubicBezTo>
                <a:cubicBezTo>
                  <a:pt x="251967" y="49325"/>
                  <a:pt x="249302" y="48200"/>
                  <a:pt x="245248" y="47671"/>
                </a:cubicBezTo>
                <a:lnTo>
                  <a:pt x="245248" y="44140"/>
                </a:lnTo>
                <a:lnTo>
                  <a:pt x="282620" y="44140"/>
                </a:lnTo>
                <a:close/>
                <a:moveTo>
                  <a:pt x="393052" y="10397"/>
                </a:moveTo>
                <a:lnTo>
                  <a:pt x="393052" y="44140"/>
                </a:lnTo>
                <a:lnTo>
                  <a:pt x="414828" y="44140"/>
                </a:lnTo>
                <a:lnTo>
                  <a:pt x="414828" y="53753"/>
                </a:lnTo>
                <a:lnTo>
                  <a:pt x="393052" y="53753"/>
                </a:lnTo>
                <a:lnTo>
                  <a:pt x="393052" y="110503"/>
                </a:lnTo>
                <a:cubicBezTo>
                  <a:pt x="393052" y="115814"/>
                  <a:pt x="393297" y="119240"/>
                  <a:pt x="393787" y="120781"/>
                </a:cubicBezTo>
                <a:cubicBezTo>
                  <a:pt x="394278" y="122322"/>
                  <a:pt x="395144" y="123568"/>
                  <a:pt x="396387" y="124521"/>
                </a:cubicBezTo>
                <a:cubicBezTo>
                  <a:pt x="397629" y="125471"/>
                  <a:pt x="398774" y="125946"/>
                  <a:pt x="399820" y="125946"/>
                </a:cubicBezTo>
                <a:cubicBezTo>
                  <a:pt x="404070" y="125946"/>
                  <a:pt x="408092" y="122676"/>
                  <a:pt x="411885" y="116137"/>
                </a:cubicBezTo>
                <a:lnTo>
                  <a:pt x="414828" y="118317"/>
                </a:lnTo>
                <a:cubicBezTo>
                  <a:pt x="409531" y="130988"/>
                  <a:pt x="400932" y="137324"/>
                  <a:pt x="389030" y="137324"/>
                </a:cubicBezTo>
                <a:cubicBezTo>
                  <a:pt x="383210" y="137324"/>
                  <a:pt x="378289" y="135701"/>
                  <a:pt x="374268" y="132454"/>
                </a:cubicBezTo>
                <a:cubicBezTo>
                  <a:pt x="370246" y="129205"/>
                  <a:pt x="367679" y="125578"/>
                  <a:pt x="366568" y="121575"/>
                </a:cubicBezTo>
                <a:cubicBezTo>
                  <a:pt x="365914" y="119344"/>
                  <a:pt x="365587" y="113306"/>
                  <a:pt x="365587" y="103462"/>
                </a:cubicBezTo>
                <a:lnTo>
                  <a:pt x="365587" y="53753"/>
                </a:lnTo>
                <a:lnTo>
                  <a:pt x="353620" y="53753"/>
                </a:lnTo>
                <a:lnTo>
                  <a:pt x="353620" y="50310"/>
                </a:lnTo>
                <a:cubicBezTo>
                  <a:pt x="361860" y="44478"/>
                  <a:pt x="368873" y="38351"/>
                  <a:pt x="374660" y="31928"/>
                </a:cubicBezTo>
                <a:cubicBezTo>
                  <a:pt x="380447" y="25505"/>
                  <a:pt x="385499" y="18328"/>
                  <a:pt x="389815" y="10397"/>
                </a:cubicBezTo>
                <a:lnTo>
                  <a:pt x="393052" y="10397"/>
                </a:lnTo>
                <a:close/>
                <a:moveTo>
                  <a:pt x="500861" y="86711"/>
                </a:moveTo>
                <a:lnTo>
                  <a:pt x="450542" y="86711"/>
                </a:lnTo>
                <a:cubicBezTo>
                  <a:pt x="451130" y="98906"/>
                  <a:pt x="454367" y="108545"/>
                  <a:pt x="460252" y="115625"/>
                </a:cubicBezTo>
                <a:cubicBezTo>
                  <a:pt x="464765" y="121067"/>
                  <a:pt x="470192" y="123788"/>
                  <a:pt x="476535" y="123788"/>
                </a:cubicBezTo>
                <a:cubicBezTo>
                  <a:pt x="480459" y="123788"/>
                  <a:pt x="484023" y="122693"/>
                  <a:pt x="487227" y="120502"/>
                </a:cubicBezTo>
                <a:cubicBezTo>
                  <a:pt x="490431" y="118312"/>
                  <a:pt x="493864" y="114372"/>
                  <a:pt x="497526" y="108682"/>
                </a:cubicBezTo>
                <a:lnTo>
                  <a:pt x="500861" y="110840"/>
                </a:lnTo>
                <a:cubicBezTo>
                  <a:pt x="495891" y="120976"/>
                  <a:pt x="490398" y="128153"/>
                  <a:pt x="484382" y="132371"/>
                </a:cubicBezTo>
                <a:cubicBezTo>
                  <a:pt x="478366" y="136589"/>
                  <a:pt x="471402" y="138698"/>
                  <a:pt x="463489" y="138698"/>
                </a:cubicBezTo>
                <a:cubicBezTo>
                  <a:pt x="449888" y="138698"/>
                  <a:pt x="439588" y="133461"/>
                  <a:pt x="432591" y="122988"/>
                </a:cubicBezTo>
                <a:cubicBezTo>
                  <a:pt x="426968" y="114544"/>
                  <a:pt x="424156" y="104071"/>
                  <a:pt x="424156" y="91569"/>
                </a:cubicBezTo>
                <a:cubicBezTo>
                  <a:pt x="424156" y="76251"/>
                  <a:pt x="428292" y="64059"/>
                  <a:pt x="436564" y="54994"/>
                </a:cubicBezTo>
                <a:cubicBezTo>
                  <a:pt x="444836" y="45927"/>
                  <a:pt x="454531" y="41394"/>
                  <a:pt x="465647" y="41394"/>
                </a:cubicBezTo>
                <a:cubicBezTo>
                  <a:pt x="474933" y="41394"/>
                  <a:pt x="482993" y="45203"/>
                  <a:pt x="489826" y="52821"/>
                </a:cubicBezTo>
                <a:cubicBezTo>
                  <a:pt x="496660" y="60439"/>
                  <a:pt x="500338" y="71736"/>
                  <a:pt x="500861" y="86711"/>
                </a:cubicBezTo>
                <a:moveTo>
                  <a:pt x="476731" y="80237"/>
                </a:moveTo>
                <a:cubicBezTo>
                  <a:pt x="476731" y="69708"/>
                  <a:pt x="476159" y="62483"/>
                  <a:pt x="475015" y="58559"/>
                </a:cubicBezTo>
                <a:cubicBezTo>
                  <a:pt x="473870" y="54635"/>
                  <a:pt x="472088" y="51660"/>
                  <a:pt x="469669" y="49633"/>
                </a:cubicBezTo>
                <a:cubicBezTo>
                  <a:pt x="468296" y="48456"/>
                  <a:pt x="466465" y="47867"/>
                  <a:pt x="464176" y="47867"/>
                </a:cubicBezTo>
                <a:cubicBezTo>
                  <a:pt x="460776" y="47867"/>
                  <a:pt x="457996" y="49535"/>
                  <a:pt x="455838" y="52870"/>
                </a:cubicBezTo>
                <a:cubicBezTo>
                  <a:pt x="451980" y="58690"/>
                  <a:pt x="450051" y="66668"/>
                  <a:pt x="450051" y="76804"/>
                </a:cubicBezTo>
                <a:lnTo>
                  <a:pt x="450051" y="80237"/>
                </a:lnTo>
                <a:lnTo>
                  <a:pt x="476731" y="80237"/>
                </a:lnTo>
                <a:close/>
                <a:moveTo>
                  <a:pt x="567020" y="79691"/>
                </a:moveTo>
                <a:lnTo>
                  <a:pt x="583324" y="109964"/>
                </a:lnTo>
                <a:cubicBezTo>
                  <a:pt x="588817" y="120490"/>
                  <a:pt x="593166" y="127158"/>
                  <a:pt x="596370" y="129968"/>
                </a:cubicBezTo>
                <a:cubicBezTo>
                  <a:pt x="598136" y="131472"/>
                  <a:pt x="600555" y="132289"/>
                  <a:pt x="603629" y="132420"/>
                </a:cubicBezTo>
                <a:lnTo>
                  <a:pt x="603629" y="135951"/>
                </a:lnTo>
                <a:lnTo>
                  <a:pt x="552524" y="135951"/>
                </a:lnTo>
                <a:lnTo>
                  <a:pt x="552524" y="132420"/>
                </a:lnTo>
                <a:cubicBezTo>
                  <a:pt x="556513" y="132093"/>
                  <a:pt x="558982" y="131570"/>
                  <a:pt x="559930" y="130851"/>
                </a:cubicBezTo>
                <a:cubicBezTo>
                  <a:pt x="560878" y="130129"/>
                  <a:pt x="561352" y="129146"/>
                  <a:pt x="561352" y="127902"/>
                </a:cubicBezTo>
                <a:cubicBezTo>
                  <a:pt x="561352" y="126069"/>
                  <a:pt x="560306" y="123187"/>
                  <a:pt x="558213" y="119258"/>
                </a:cubicBezTo>
                <a:lnTo>
                  <a:pt x="550207" y="104391"/>
                </a:lnTo>
                <a:lnTo>
                  <a:pt x="543500" y="114249"/>
                </a:lnTo>
                <a:cubicBezTo>
                  <a:pt x="540427" y="118767"/>
                  <a:pt x="538694" y="121452"/>
                  <a:pt x="538301" y="122305"/>
                </a:cubicBezTo>
                <a:cubicBezTo>
                  <a:pt x="537778" y="123547"/>
                  <a:pt x="537517" y="124660"/>
                  <a:pt x="537517" y="125643"/>
                </a:cubicBezTo>
                <a:cubicBezTo>
                  <a:pt x="537517" y="127149"/>
                  <a:pt x="537827" y="128410"/>
                  <a:pt x="538449" y="129425"/>
                </a:cubicBezTo>
                <a:cubicBezTo>
                  <a:pt x="539070" y="130439"/>
                  <a:pt x="539920" y="131192"/>
                  <a:pt x="540999" y="131684"/>
                </a:cubicBezTo>
                <a:cubicBezTo>
                  <a:pt x="542078" y="132175"/>
                  <a:pt x="544056" y="132420"/>
                  <a:pt x="546933" y="132420"/>
                </a:cubicBezTo>
                <a:lnTo>
                  <a:pt x="546933" y="135951"/>
                </a:lnTo>
                <a:lnTo>
                  <a:pt x="511033" y="135951"/>
                </a:lnTo>
                <a:lnTo>
                  <a:pt x="511033" y="132420"/>
                </a:lnTo>
                <a:cubicBezTo>
                  <a:pt x="515479" y="132420"/>
                  <a:pt x="519550" y="131193"/>
                  <a:pt x="523245" y="128739"/>
                </a:cubicBezTo>
                <a:cubicBezTo>
                  <a:pt x="526939" y="126282"/>
                  <a:pt x="532318" y="119850"/>
                  <a:pt x="539380" y="109443"/>
                </a:cubicBezTo>
                <a:lnTo>
                  <a:pt x="546949" y="98337"/>
                </a:lnTo>
                <a:lnTo>
                  <a:pt x="531141" y="68984"/>
                </a:lnTo>
                <a:cubicBezTo>
                  <a:pt x="525975" y="59380"/>
                  <a:pt x="522117" y="53492"/>
                  <a:pt x="519566" y="51322"/>
                </a:cubicBezTo>
                <a:cubicBezTo>
                  <a:pt x="517016" y="49152"/>
                  <a:pt x="514172" y="47935"/>
                  <a:pt x="511033" y="47671"/>
                </a:cubicBezTo>
                <a:lnTo>
                  <a:pt x="511033" y="44140"/>
                </a:lnTo>
                <a:lnTo>
                  <a:pt x="561843" y="44140"/>
                </a:lnTo>
                <a:lnTo>
                  <a:pt x="561843" y="47671"/>
                </a:lnTo>
                <a:lnTo>
                  <a:pt x="559194" y="47769"/>
                </a:lnTo>
                <a:lnTo>
                  <a:pt x="554094" y="49553"/>
                </a:lnTo>
                <a:cubicBezTo>
                  <a:pt x="553571" y="50015"/>
                  <a:pt x="553309" y="50774"/>
                  <a:pt x="553309" y="51831"/>
                </a:cubicBezTo>
                <a:cubicBezTo>
                  <a:pt x="553309" y="52820"/>
                  <a:pt x="553472" y="53843"/>
                  <a:pt x="553799" y="54899"/>
                </a:cubicBezTo>
                <a:cubicBezTo>
                  <a:pt x="553996" y="55361"/>
                  <a:pt x="554911" y="57143"/>
                  <a:pt x="556546" y="60245"/>
                </a:cubicBezTo>
                <a:lnTo>
                  <a:pt x="563768" y="73652"/>
                </a:lnTo>
                <a:lnTo>
                  <a:pt x="567434" y="68270"/>
                </a:lnTo>
                <a:cubicBezTo>
                  <a:pt x="572665" y="61042"/>
                  <a:pt x="575281" y="55982"/>
                  <a:pt x="575281" y="53091"/>
                </a:cubicBezTo>
                <a:cubicBezTo>
                  <a:pt x="575281" y="51711"/>
                  <a:pt x="574709" y="50545"/>
                  <a:pt x="573564" y="49593"/>
                </a:cubicBezTo>
                <a:cubicBezTo>
                  <a:pt x="572420" y="48641"/>
                  <a:pt x="570376" y="48000"/>
                  <a:pt x="567434" y="47671"/>
                </a:cubicBezTo>
                <a:lnTo>
                  <a:pt x="567434" y="44140"/>
                </a:lnTo>
                <a:lnTo>
                  <a:pt x="599901" y="44140"/>
                </a:lnTo>
                <a:lnTo>
                  <a:pt x="599901" y="47671"/>
                </a:lnTo>
                <a:cubicBezTo>
                  <a:pt x="595912" y="47802"/>
                  <a:pt x="592185" y="49036"/>
                  <a:pt x="588719" y="51374"/>
                </a:cubicBezTo>
                <a:cubicBezTo>
                  <a:pt x="585253" y="53712"/>
                  <a:pt x="581362" y="58239"/>
                  <a:pt x="577047" y="64956"/>
                </a:cubicBezTo>
                <a:lnTo>
                  <a:pt x="567020" y="79691"/>
                </a:lnTo>
                <a:close/>
                <a:moveTo>
                  <a:pt x="650246" y="10397"/>
                </a:moveTo>
                <a:lnTo>
                  <a:pt x="650246" y="44140"/>
                </a:lnTo>
                <a:lnTo>
                  <a:pt x="672021" y="44140"/>
                </a:lnTo>
                <a:lnTo>
                  <a:pt x="672021" y="53753"/>
                </a:lnTo>
                <a:lnTo>
                  <a:pt x="650246" y="53753"/>
                </a:lnTo>
                <a:lnTo>
                  <a:pt x="650246" y="110503"/>
                </a:lnTo>
                <a:cubicBezTo>
                  <a:pt x="650246" y="115814"/>
                  <a:pt x="650491" y="119240"/>
                  <a:pt x="650981" y="120781"/>
                </a:cubicBezTo>
                <a:cubicBezTo>
                  <a:pt x="651472" y="122322"/>
                  <a:pt x="652338" y="123568"/>
                  <a:pt x="653581" y="124521"/>
                </a:cubicBezTo>
                <a:cubicBezTo>
                  <a:pt x="654823" y="125471"/>
                  <a:pt x="655967" y="125946"/>
                  <a:pt x="657014" y="125946"/>
                </a:cubicBezTo>
                <a:cubicBezTo>
                  <a:pt x="661264" y="125946"/>
                  <a:pt x="665286" y="122676"/>
                  <a:pt x="669079" y="116137"/>
                </a:cubicBezTo>
                <a:lnTo>
                  <a:pt x="672021" y="118317"/>
                </a:lnTo>
                <a:cubicBezTo>
                  <a:pt x="666725" y="130988"/>
                  <a:pt x="658125" y="137324"/>
                  <a:pt x="646224" y="137324"/>
                </a:cubicBezTo>
                <a:cubicBezTo>
                  <a:pt x="640404" y="137324"/>
                  <a:pt x="635483" y="135701"/>
                  <a:pt x="631462" y="132454"/>
                </a:cubicBezTo>
                <a:cubicBezTo>
                  <a:pt x="627440" y="129205"/>
                  <a:pt x="624873" y="125578"/>
                  <a:pt x="623762" y="121575"/>
                </a:cubicBezTo>
                <a:cubicBezTo>
                  <a:pt x="623108" y="119344"/>
                  <a:pt x="622781" y="113306"/>
                  <a:pt x="622781" y="103462"/>
                </a:cubicBezTo>
                <a:lnTo>
                  <a:pt x="622781" y="53753"/>
                </a:lnTo>
                <a:lnTo>
                  <a:pt x="610814" y="53753"/>
                </a:lnTo>
                <a:lnTo>
                  <a:pt x="610814" y="50310"/>
                </a:lnTo>
                <a:cubicBezTo>
                  <a:pt x="619053" y="44478"/>
                  <a:pt x="626067" y="38351"/>
                  <a:pt x="631854" y="31928"/>
                </a:cubicBezTo>
                <a:cubicBezTo>
                  <a:pt x="637641" y="25505"/>
                  <a:pt x="642693" y="18328"/>
                  <a:pt x="647009" y="10397"/>
                </a:cubicBezTo>
                <a:lnTo>
                  <a:pt x="650246" y="103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A">
            <a:extLst xmlns:a="http://schemas.openxmlformats.org/drawingml/2006/main">
              <a:ext uri="{FF2B5EF4-FFF2-40B4-BE49-F238E27FC236}">
                <a16:creationId xmlns:a16="http://schemas.microsoft.com/office/drawing/2014/main" id="{CC2F9F37-31A9-4942-8A0B-3F2D1D2F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511" y="1439546"/>
            <a:ext cx="141248" cy="135951"/>
          </a:xfrm>
          <a:custGeom xmlns:a="http://schemas.openxmlformats.org/drawingml/2006/main">
            <a:pathLst>
              <a:path w="141248" h="135951">
                <a:moveTo>
                  <a:pt x="82002" y="97893"/>
                </a:moveTo>
                <a:lnTo>
                  <a:pt x="35018" y="97893"/>
                </a:lnTo>
                <a:lnTo>
                  <a:pt x="29427" y="110905"/>
                </a:lnTo>
                <a:cubicBezTo>
                  <a:pt x="27596" y="115268"/>
                  <a:pt x="26680" y="118870"/>
                  <a:pt x="26680" y="121713"/>
                </a:cubicBezTo>
                <a:cubicBezTo>
                  <a:pt x="26680" y="125479"/>
                  <a:pt x="28184" y="128255"/>
                  <a:pt x="31192" y="130041"/>
                </a:cubicBezTo>
                <a:cubicBezTo>
                  <a:pt x="32958" y="131098"/>
                  <a:pt x="37306" y="131891"/>
                  <a:pt x="44238" y="132420"/>
                </a:cubicBezTo>
                <a:lnTo>
                  <a:pt x="44238" y="135951"/>
                </a:lnTo>
                <a:lnTo>
                  <a:pt x="0" y="135951"/>
                </a:lnTo>
                <a:lnTo>
                  <a:pt x="0" y="132420"/>
                </a:lnTo>
                <a:cubicBezTo>
                  <a:pt x="4774" y="131695"/>
                  <a:pt x="8697" y="129698"/>
                  <a:pt x="11771" y="126430"/>
                </a:cubicBezTo>
                <a:cubicBezTo>
                  <a:pt x="14844" y="123161"/>
                  <a:pt x="18637" y="116409"/>
                  <a:pt x="23149" y="106175"/>
                </a:cubicBezTo>
                <a:lnTo>
                  <a:pt x="70722" y="0"/>
                </a:lnTo>
                <a:lnTo>
                  <a:pt x="72586" y="0"/>
                </a:lnTo>
                <a:lnTo>
                  <a:pt x="120551" y="109133"/>
                </a:lnTo>
                <a:cubicBezTo>
                  <a:pt x="125129" y="119571"/>
                  <a:pt x="128889" y="126144"/>
                  <a:pt x="131831" y="128852"/>
                </a:cubicBezTo>
                <a:cubicBezTo>
                  <a:pt x="134055" y="130900"/>
                  <a:pt x="137194" y="132089"/>
                  <a:pt x="141248" y="132420"/>
                </a:cubicBezTo>
                <a:lnTo>
                  <a:pt x="141248" y="135951"/>
                </a:lnTo>
                <a:lnTo>
                  <a:pt x="76902" y="135951"/>
                </a:lnTo>
                <a:lnTo>
                  <a:pt x="76902" y="132420"/>
                </a:lnTo>
                <a:lnTo>
                  <a:pt x="79550" y="132420"/>
                </a:lnTo>
                <a:cubicBezTo>
                  <a:pt x="84716" y="132420"/>
                  <a:pt x="88345" y="131688"/>
                  <a:pt x="90438" y="130225"/>
                </a:cubicBezTo>
                <a:cubicBezTo>
                  <a:pt x="91877" y="129163"/>
                  <a:pt x="92596" y="127633"/>
                  <a:pt x="92596" y="125637"/>
                </a:cubicBezTo>
                <a:cubicBezTo>
                  <a:pt x="92596" y="124441"/>
                  <a:pt x="92400" y="123211"/>
                  <a:pt x="92007" y="121946"/>
                </a:cubicBezTo>
                <a:cubicBezTo>
                  <a:pt x="91877" y="121349"/>
                  <a:pt x="90896" y="118856"/>
                  <a:pt x="89065" y="114467"/>
                </a:cubicBezTo>
                <a:lnTo>
                  <a:pt x="82002" y="97893"/>
                </a:lnTo>
                <a:moveTo>
                  <a:pt x="78667" y="90634"/>
                </a:moveTo>
                <a:lnTo>
                  <a:pt x="58853" y="44771"/>
                </a:lnTo>
                <a:lnTo>
                  <a:pt x="38451" y="90634"/>
                </a:lnTo>
                <a:lnTo>
                  <a:pt x="78667" y="906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wareness">
            <a:extLst xmlns:a="http://schemas.openxmlformats.org/drawingml/2006/main">
              <a:ext uri="{FF2B5EF4-FFF2-40B4-BE49-F238E27FC236}">
                <a16:creationId xmlns:a16="http://schemas.microsoft.com/office/drawing/2014/main" id="{07205AE1-A034-4E8F-9ECB-E4F436F2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8306" y="1480940"/>
            <a:ext cx="772490" cy="97304"/>
          </a:xfrm>
          <a:custGeom xmlns:a="http://schemas.openxmlformats.org/drawingml/2006/main">
            <a:pathLst>
              <a:path w="772490" h="97304">
                <a:moveTo>
                  <a:pt x="96029" y="97304"/>
                </a:moveTo>
                <a:lnTo>
                  <a:pt x="70918" y="29951"/>
                </a:lnTo>
                <a:lnTo>
                  <a:pt x="46298" y="97304"/>
                </a:lnTo>
                <a:lnTo>
                  <a:pt x="41197" y="97304"/>
                </a:lnTo>
                <a:lnTo>
                  <a:pt x="16773" y="30769"/>
                </a:lnTo>
                <a:cubicBezTo>
                  <a:pt x="13111" y="20564"/>
                  <a:pt x="10005" y="13914"/>
                  <a:pt x="7455" y="10820"/>
                </a:cubicBezTo>
                <a:cubicBezTo>
                  <a:pt x="5820" y="8714"/>
                  <a:pt x="3335" y="7199"/>
                  <a:pt x="0" y="6278"/>
                </a:cubicBezTo>
                <a:lnTo>
                  <a:pt x="0" y="2746"/>
                </a:lnTo>
                <a:lnTo>
                  <a:pt x="46298" y="2746"/>
                </a:lnTo>
                <a:lnTo>
                  <a:pt x="46298" y="6278"/>
                </a:lnTo>
                <a:cubicBezTo>
                  <a:pt x="43159" y="6278"/>
                  <a:pt x="41001" y="6740"/>
                  <a:pt x="39824" y="7663"/>
                </a:cubicBezTo>
                <a:cubicBezTo>
                  <a:pt x="38647" y="8585"/>
                  <a:pt x="38058" y="9639"/>
                  <a:pt x="38058" y="10827"/>
                </a:cubicBezTo>
                <a:cubicBezTo>
                  <a:pt x="38058" y="11946"/>
                  <a:pt x="39105" y="15308"/>
                  <a:pt x="41197" y="20911"/>
                </a:cubicBezTo>
                <a:lnTo>
                  <a:pt x="54636" y="56751"/>
                </a:lnTo>
                <a:lnTo>
                  <a:pt x="67583" y="21022"/>
                </a:lnTo>
                <a:lnTo>
                  <a:pt x="66602" y="18508"/>
                </a:lnTo>
                <a:cubicBezTo>
                  <a:pt x="64641" y="13577"/>
                  <a:pt x="62924" y="10437"/>
                  <a:pt x="61453" y="9089"/>
                </a:cubicBezTo>
                <a:cubicBezTo>
                  <a:pt x="59981" y="7740"/>
                  <a:pt x="57709" y="6803"/>
                  <a:pt x="54636" y="6278"/>
                </a:cubicBezTo>
                <a:lnTo>
                  <a:pt x="54636" y="2746"/>
                </a:lnTo>
                <a:lnTo>
                  <a:pt x="101620" y="2746"/>
                </a:lnTo>
                <a:lnTo>
                  <a:pt x="101620" y="6278"/>
                </a:lnTo>
                <a:cubicBezTo>
                  <a:pt x="97958" y="6476"/>
                  <a:pt x="95637" y="6987"/>
                  <a:pt x="94656" y="7810"/>
                </a:cubicBezTo>
                <a:cubicBezTo>
                  <a:pt x="93675" y="8634"/>
                  <a:pt x="93184" y="9804"/>
                  <a:pt x="93184" y="11320"/>
                </a:cubicBezTo>
                <a:cubicBezTo>
                  <a:pt x="93184" y="12771"/>
                  <a:pt x="94133" y="15968"/>
                  <a:pt x="96029" y="20911"/>
                </a:cubicBezTo>
                <a:lnTo>
                  <a:pt x="108977" y="56751"/>
                </a:lnTo>
                <a:lnTo>
                  <a:pt x="120747" y="23759"/>
                </a:lnTo>
                <a:cubicBezTo>
                  <a:pt x="122448" y="19018"/>
                  <a:pt x="123298" y="15791"/>
                  <a:pt x="123298" y="14079"/>
                </a:cubicBezTo>
                <a:cubicBezTo>
                  <a:pt x="123298" y="11512"/>
                  <a:pt x="122676" y="9636"/>
                  <a:pt x="121434" y="8451"/>
                </a:cubicBezTo>
                <a:cubicBezTo>
                  <a:pt x="120192" y="7266"/>
                  <a:pt x="117772" y="6541"/>
                  <a:pt x="114175" y="6278"/>
                </a:cubicBezTo>
                <a:lnTo>
                  <a:pt x="114175" y="2746"/>
                </a:lnTo>
                <a:lnTo>
                  <a:pt x="141346" y="2746"/>
                </a:lnTo>
                <a:lnTo>
                  <a:pt x="141346" y="6278"/>
                </a:lnTo>
                <a:cubicBezTo>
                  <a:pt x="138338" y="6674"/>
                  <a:pt x="135951" y="7746"/>
                  <a:pt x="134186" y="9493"/>
                </a:cubicBezTo>
                <a:cubicBezTo>
                  <a:pt x="132420" y="11240"/>
                  <a:pt x="130131" y="16204"/>
                  <a:pt x="127319" y="24384"/>
                </a:cubicBezTo>
                <a:lnTo>
                  <a:pt x="101620" y="97304"/>
                </a:lnTo>
                <a:lnTo>
                  <a:pt x="96029" y="97304"/>
                </a:lnTo>
                <a:close/>
                <a:moveTo>
                  <a:pt x="201478" y="81021"/>
                </a:moveTo>
                <a:cubicBezTo>
                  <a:pt x="190296" y="90961"/>
                  <a:pt x="180258" y="95931"/>
                  <a:pt x="171365" y="95931"/>
                </a:cubicBezTo>
                <a:cubicBezTo>
                  <a:pt x="166133" y="95931"/>
                  <a:pt x="161785" y="94209"/>
                  <a:pt x="158319" y="90766"/>
                </a:cubicBezTo>
                <a:cubicBezTo>
                  <a:pt x="154853" y="87321"/>
                  <a:pt x="153120" y="83007"/>
                  <a:pt x="153120" y="77824"/>
                </a:cubicBezTo>
                <a:cubicBezTo>
                  <a:pt x="153120" y="70803"/>
                  <a:pt x="156128" y="64487"/>
                  <a:pt x="162144" y="58878"/>
                </a:cubicBezTo>
                <a:cubicBezTo>
                  <a:pt x="168160" y="53268"/>
                  <a:pt x="181272" y="45805"/>
                  <a:pt x="201478" y="36489"/>
                </a:cubicBezTo>
                <a:lnTo>
                  <a:pt x="201478" y="27269"/>
                </a:lnTo>
                <a:cubicBezTo>
                  <a:pt x="201478" y="20337"/>
                  <a:pt x="201102" y="15972"/>
                  <a:pt x="200350" y="14174"/>
                </a:cubicBezTo>
                <a:cubicBezTo>
                  <a:pt x="199598" y="12376"/>
                  <a:pt x="198176" y="10806"/>
                  <a:pt x="196083" y="9466"/>
                </a:cubicBezTo>
                <a:cubicBezTo>
                  <a:pt x="193990" y="8125"/>
                  <a:pt x="191636" y="7455"/>
                  <a:pt x="189021" y="7455"/>
                </a:cubicBezTo>
                <a:cubicBezTo>
                  <a:pt x="184770" y="7455"/>
                  <a:pt x="181272" y="8403"/>
                  <a:pt x="178525" y="10299"/>
                </a:cubicBezTo>
                <a:cubicBezTo>
                  <a:pt x="176825" y="11476"/>
                  <a:pt x="175975" y="12850"/>
                  <a:pt x="175975" y="14419"/>
                </a:cubicBezTo>
                <a:cubicBezTo>
                  <a:pt x="175975" y="15792"/>
                  <a:pt x="176890" y="17493"/>
                  <a:pt x="178721" y="19520"/>
                </a:cubicBezTo>
                <a:cubicBezTo>
                  <a:pt x="181206" y="22332"/>
                  <a:pt x="182449" y="25045"/>
                  <a:pt x="182449" y="27661"/>
                </a:cubicBezTo>
                <a:cubicBezTo>
                  <a:pt x="182449" y="30865"/>
                  <a:pt x="181255" y="33595"/>
                  <a:pt x="178868" y="35851"/>
                </a:cubicBezTo>
                <a:cubicBezTo>
                  <a:pt x="176482" y="38108"/>
                  <a:pt x="173359" y="39236"/>
                  <a:pt x="169501" y="39236"/>
                </a:cubicBezTo>
                <a:cubicBezTo>
                  <a:pt x="165381" y="39236"/>
                  <a:pt x="161932" y="37993"/>
                  <a:pt x="159152" y="35508"/>
                </a:cubicBezTo>
                <a:cubicBezTo>
                  <a:pt x="156373" y="33023"/>
                  <a:pt x="154984" y="30113"/>
                  <a:pt x="154984" y="26778"/>
                </a:cubicBezTo>
                <a:cubicBezTo>
                  <a:pt x="154984" y="22070"/>
                  <a:pt x="156847" y="17574"/>
                  <a:pt x="160575" y="13291"/>
                </a:cubicBezTo>
                <a:cubicBezTo>
                  <a:pt x="164302" y="9008"/>
                  <a:pt x="169501" y="5722"/>
                  <a:pt x="176171" y="3433"/>
                </a:cubicBezTo>
                <a:cubicBezTo>
                  <a:pt x="182841" y="1144"/>
                  <a:pt x="189773" y="0"/>
                  <a:pt x="196966" y="0"/>
                </a:cubicBezTo>
                <a:cubicBezTo>
                  <a:pt x="205663" y="0"/>
                  <a:pt x="212546" y="1852"/>
                  <a:pt x="217613" y="5557"/>
                </a:cubicBezTo>
                <a:cubicBezTo>
                  <a:pt x="222681" y="9260"/>
                  <a:pt x="225967" y="13275"/>
                  <a:pt x="227471" y="17601"/>
                </a:cubicBezTo>
                <a:cubicBezTo>
                  <a:pt x="228387" y="20353"/>
                  <a:pt x="228845" y="26678"/>
                  <a:pt x="228845" y="36575"/>
                </a:cubicBezTo>
                <a:lnTo>
                  <a:pt x="228845" y="72264"/>
                </a:lnTo>
                <a:cubicBezTo>
                  <a:pt x="228845" y="76459"/>
                  <a:pt x="229008" y="79098"/>
                  <a:pt x="229335" y="80182"/>
                </a:cubicBezTo>
                <a:cubicBezTo>
                  <a:pt x="229662" y="81263"/>
                  <a:pt x="230152" y="82066"/>
                  <a:pt x="230806" y="82591"/>
                </a:cubicBezTo>
                <a:cubicBezTo>
                  <a:pt x="231460" y="83114"/>
                  <a:pt x="232212" y="83376"/>
                  <a:pt x="233062" y="83376"/>
                </a:cubicBezTo>
                <a:cubicBezTo>
                  <a:pt x="234763" y="83376"/>
                  <a:pt x="236496" y="82166"/>
                  <a:pt x="238261" y="79746"/>
                </a:cubicBezTo>
                <a:lnTo>
                  <a:pt x="241204" y="82100"/>
                </a:lnTo>
                <a:cubicBezTo>
                  <a:pt x="237934" y="86939"/>
                  <a:pt x="234550" y="90454"/>
                  <a:pt x="231052" y="92645"/>
                </a:cubicBezTo>
                <a:cubicBezTo>
                  <a:pt x="227553" y="94836"/>
                  <a:pt x="223581" y="95931"/>
                  <a:pt x="219134" y="95931"/>
                </a:cubicBezTo>
                <a:cubicBezTo>
                  <a:pt x="213902" y="95931"/>
                  <a:pt x="209815" y="94697"/>
                  <a:pt x="206873" y="92228"/>
                </a:cubicBezTo>
                <a:cubicBezTo>
                  <a:pt x="203930" y="89759"/>
                  <a:pt x="202132" y="86024"/>
                  <a:pt x="201478" y="81021"/>
                </a:cubicBezTo>
                <a:moveTo>
                  <a:pt x="201478" y="73763"/>
                </a:moveTo>
                <a:lnTo>
                  <a:pt x="201478" y="43079"/>
                </a:lnTo>
                <a:cubicBezTo>
                  <a:pt x="193565" y="47745"/>
                  <a:pt x="187680" y="52739"/>
                  <a:pt x="183822" y="58062"/>
                </a:cubicBezTo>
                <a:cubicBezTo>
                  <a:pt x="181272" y="61610"/>
                  <a:pt x="179996" y="65191"/>
                  <a:pt x="179996" y="68806"/>
                </a:cubicBezTo>
                <a:cubicBezTo>
                  <a:pt x="179996" y="71829"/>
                  <a:pt x="181075" y="74490"/>
                  <a:pt x="183233" y="76791"/>
                </a:cubicBezTo>
                <a:cubicBezTo>
                  <a:pt x="184868" y="78565"/>
                  <a:pt x="187157" y="79452"/>
                  <a:pt x="190100" y="79452"/>
                </a:cubicBezTo>
                <a:cubicBezTo>
                  <a:pt x="193369" y="79452"/>
                  <a:pt x="197162" y="77556"/>
                  <a:pt x="201478" y="73763"/>
                </a:cubicBezTo>
                <a:close/>
                <a:moveTo>
                  <a:pt x="289687" y="2746"/>
                </a:moveTo>
                <a:lnTo>
                  <a:pt x="289687" y="23541"/>
                </a:lnTo>
                <a:cubicBezTo>
                  <a:pt x="295768" y="14059"/>
                  <a:pt x="301098" y="7765"/>
                  <a:pt x="305675" y="4659"/>
                </a:cubicBezTo>
                <a:cubicBezTo>
                  <a:pt x="310253" y="1553"/>
                  <a:pt x="314667" y="0"/>
                  <a:pt x="318917" y="0"/>
                </a:cubicBezTo>
                <a:cubicBezTo>
                  <a:pt x="322579" y="0"/>
                  <a:pt x="325506" y="1132"/>
                  <a:pt x="327696" y="3396"/>
                </a:cubicBezTo>
                <a:cubicBezTo>
                  <a:pt x="329887" y="5661"/>
                  <a:pt x="330982" y="8860"/>
                  <a:pt x="330982" y="12994"/>
                </a:cubicBezTo>
                <a:cubicBezTo>
                  <a:pt x="330982" y="17391"/>
                  <a:pt x="329920" y="20805"/>
                  <a:pt x="327794" y="23235"/>
                </a:cubicBezTo>
                <a:cubicBezTo>
                  <a:pt x="325669" y="25663"/>
                  <a:pt x="323102" y="26876"/>
                  <a:pt x="320094" y="26876"/>
                </a:cubicBezTo>
                <a:cubicBezTo>
                  <a:pt x="316629" y="26876"/>
                  <a:pt x="313620" y="25765"/>
                  <a:pt x="311070" y="23541"/>
                </a:cubicBezTo>
                <a:cubicBezTo>
                  <a:pt x="308520" y="21318"/>
                  <a:pt x="307016" y="20076"/>
                  <a:pt x="306558" y="19814"/>
                </a:cubicBezTo>
                <a:cubicBezTo>
                  <a:pt x="305904" y="19422"/>
                  <a:pt x="305152" y="19225"/>
                  <a:pt x="304302" y="19225"/>
                </a:cubicBezTo>
                <a:cubicBezTo>
                  <a:pt x="302406" y="19225"/>
                  <a:pt x="300607" y="19945"/>
                  <a:pt x="298907" y="21383"/>
                </a:cubicBezTo>
                <a:cubicBezTo>
                  <a:pt x="296226" y="23607"/>
                  <a:pt x="294199" y="26778"/>
                  <a:pt x="292826" y="30898"/>
                </a:cubicBezTo>
                <a:cubicBezTo>
                  <a:pt x="290733" y="37241"/>
                  <a:pt x="289687" y="44238"/>
                  <a:pt x="289687" y="51889"/>
                </a:cubicBezTo>
                <a:lnTo>
                  <a:pt x="289687" y="72978"/>
                </a:lnTo>
                <a:lnTo>
                  <a:pt x="289785" y="78471"/>
                </a:lnTo>
                <a:cubicBezTo>
                  <a:pt x="289785" y="82198"/>
                  <a:pt x="290014" y="84585"/>
                  <a:pt x="290471" y="85632"/>
                </a:cubicBezTo>
                <a:cubicBezTo>
                  <a:pt x="291256" y="87397"/>
                  <a:pt x="292417" y="88689"/>
                  <a:pt x="293954" y="89506"/>
                </a:cubicBezTo>
                <a:cubicBezTo>
                  <a:pt x="295490" y="90324"/>
                  <a:pt x="298090" y="90830"/>
                  <a:pt x="301752" y="91026"/>
                </a:cubicBezTo>
                <a:lnTo>
                  <a:pt x="301752" y="94558"/>
                </a:lnTo>
                <a:lnTo>
                  <a:pt x="252217" y="94558"/>
                </a:lnTo>
                <a:lnTo>
                  <a:pt x="252217" y="91026"/>
                </a:lnTo>
                <a:cubicBezTo>
                  <a:pt x="256206" y="90700"/>
                  <a:pt x="258903" y="89604"/>
                  <a:pt x="260309" y="87741"/>
                </a:cubicBezTo>
                <a:cubicBezTo>
                  <a:pt x="261715" y="85877"/>
                  <a:pt x="262418" y="80956"/>
                  <a:pt x="262418" y="72978"/>
                </a:cubicBezTo>
                <a:lnTo>
                  <a:pt x="262418" y="22168"/>
                </a:lnTo>
                <a:cubicBezTo>
                  <a:pt x="262418" y="16904"/>
                  <a:pt x="262156" y="13549"/>
                  <a:pt x="261633" y="12102"/>
                </a:cubicBezTo>
                <a:cubicBezTo>
                  <a:pt x="260979" y="10258"/>
                  <a:pt x="260031" y="8910"/>
                  <a:pt x="258789" y="8056"/>
                </a:cubicBezTo>
                <a:cubicBezTo>
                  <a:pt x="257546" y="7199"/>
                  <a:pt x="255356" y="6607"/>
                  <a:pt x="252217" y="6278"/>
                </a:cubicBezTo>
                <a:lnTo>
                  <a:pt x="252217" y="2746"/>
                </a:lnTo>
                <a:lnTo>
                  <a:pt x="289687" y="2746"/>
                </a:lnTo>
                <a:close/>
                <a:moveTo>
                  <a:pt x="415615" y="45317"/>
                </a:moveTo>
                <a:lnTo>
                  <a:pt x="365296" y="45317"/>
                </a:lnTo>
                <a:cubicBezTo>
                  <a:pt x="365884" y="57513"/>
                  <a:pt x="369121" y="67151"/>
                  <a:pt x="375006" y="74232"/>
                </a:cubicBezTo>
                <a:cubicBezTo>
                  <a:pt x="379518" y="79674"/>
                  <a:pt x="384946" y="82395"/>
                  <a:pt x="391289" y="82395"/>
                </a:cubicBezTo>
                <a:cubicBezTo>
                  <a:pt x="395213" y="82395"/>
                  <a:pt x="398777" y="81299"/>
                  <a:pt x="401981" y="79109"/>
                </a:cubicBezTo>
                <a:cubicBezTo>
                  <a:pt x="405185" y="76918"/>
                  <a:pt x="408618" y="72978"/>
                  <a:pt x="412280" y="67289"/>
                </a:cubicBezTo>
                <a:lnTo>
                  <a:pt x="415615" y="69447"/>
                </a:lnTo>
                <a:cubicBezTo>
                  <a:pt x="410645" y="79583"/>
                  <a:pt x="405152" y="86760"/>
                  <a:pt x="399136" y="90977"/>
                </a:cubicBezTo>
                <a:cubicBezTo>
                  <a:pt x="393120" y="95195"/>
                  <a:pt x="386156" y="97304"/>
                  <a:pt x="378243" y="97304"/>
                </a:cubicBezTo>
                <a:cubicBezTo>
                  <a:pt x="364642" y="97304"/>
                  <a:pt x="354342" y="92068"/>
                  <a:pt x="347345" y="81595"/>
                </a:cubicBezTo>
                <a:cubicBezTo>
                  <a:pt x="341722" y="73151"/>
                  <a:pt x="338910" y="62678"/>
                  <a:pt x="338910" y="50176"/>
                </a:cubicBezTo>
                <a:cubicBezTo>
                  <a:pt x="338910" y="34857"/>
                  <a:pt x="343046" y="22666"/>
                  <a:pt x="351318" y="13601"/>
                </a:cubicBezTo>
                <a:cubicBezTo>
                  <a:pt x="359590" y="4534"/>
                  <a:pt x="369285" y="0"/>
                  <a:pt x="380401" y="0"/>
                </a:cubicBezTo>
                <a:cubicBezTo>
                  <a:pt x="389687" y="0"/>
                  <a:pt x="397747" y="3809"/>
                  <a:pt x="404580" y="11427"/>
                </a:cubicBezTo>
                <a:cubicBezTo>
                  <a:pt x="411414" y="19046"/>
                  <a:pt x="415092" y="30342"/>
                  <a:pt x="415615" y="45317"/>
                </a:cubicBezTo>
                <a:moveTo>
                  <a:pt x="391485" y="38843"/>
                </a:moveTo>
                <a:cubicBezTo>
                  <a:pt x="391485" y="28315"/>
                  <a:pt x="390913" y="21089"/>
                  <a:pt x="389769" y="17166"/>
                </a:cubicBezTo>
                <a:cubicBezTo>
                  <a:pt x="388624" y="13242"/>
                  <a:pt x="386842" y="10267"/>
                  <a:pt x="384423" y="8239"/>
                </a:cubicBezTo>
                <a:cubicBezTo>
                  <a:pt x="383050" y="7062"/>
                  <a:pt x="381219" y="6474"/>
                  <a:pt x="378930" y="6474"/>
                </a:cubicBezTo>
                <a:cubicBezTo>
                  <a:pt x="375530" y="6474"/>
                  <a:pt x="372750" y="8141"/>
                  <a:pt x="370592" y="11476"/>
                </a:cubicBezTo>
                <a:cubicBezTo>
                  <a:pt x="366734" y="17296"/>
                  <a:pt x="364805" y="25274"/>
                  <a:pt x="364805" y="35410"/>
                </a:cubicBezTo>
                <a:lnTo>
                  <a:pt x="364805" y="38843"/>
                </a:lnTo>
                <a:lnTo>
                  <a:pt x="391485" y="38843"/>
                </a:lnTo>
                <a:close/>
                <a:moveTo>
                  <a:pt x="465316" y="2746"/>
                </a:moveTo>
                <a:lnTo>
                  <a:pt x="465316" y="14713"/>
                </a:lnTo>
                <a:cubicBezTo>
                  <a:pt x="470024" y="9578"/>
                  <a:pt x="474536" y="5842"/>
                  <a:pt x="478852" y="3507"/>
                </a:cubicBezTo>
                <a:cubicBezTo>
                  <a:pt x="483168" y="1169"/>
                  <a:pt x="487811" y="0"/>
                  <a:pt x="492781" y="0"/>
                </a:cubicBezTo>
                <a:cubicBezTo>
                  <a:pt x="498731" y="0"/>
                  <a:pt x="503668" y="1653"/>
                  <a:pt x="507592" y="4960"/>
                </a:cubicBezTo>
                <a:cubicBezTo>
                  <a:pt x="511516" y="8266"/>
                  <a:pt x="514131" y="12375"/>
                  <a:pt x="515439" y="17285"/>
                </a:cubicBezTo>
                <a:cubicBezTo>
                  <a:pt x="516485" y="21019"/>
                  <a:pt x="517009" y="28189"/>
                  <a:pt x="517009" y="38797"/>
                </a:cubicBezTo>
                <a:lnTo>
                  <a:pt x="517009" y="74548"/>
                </a:lnTo>
                <a:cubicBezTo>
                  <a:pt x="517009" y="81610"/>
                  <a:pt x="517646" y="86008"/>
                  <a:pt x="518921" y="87741"/>
                </a:cubicBezTo>
                <a:cubicBezTo>
                  <a:pt x="520196" y="89473"/>
                  <a:pt x="522861" y="90569"/>
                  <a:pt x="526916" y="91026"/>
                </a:cubicBezTo>
                <a:lnTo>
                  <a:pt x="526916" y="94558"/>
                </a:lnTo>
                <a:lnTo>
                  <a:pt x="480519" y="94558"/>
                </a:lnTo>
                <a:lnTo>
                  <a:pt x="480519" y="91026"/>
                </a:lnTo>
                <a:cubicBezTo>
                  <a:pt x="483985" y="90569"/>
                  <a:pt x="486470" y="89130"/>
                  <a:pt x="487974" y="86711"/>
                </a:cubicBezTo>
                <a:cubicBezTo>
                  <a:pt x="489021" y="85076"/>
                  <a:pt x="489544" y="81021"/>
                  <a:pt x="489544" y="74548"/>
                </a:cubicBezTo>
                <a:lnTo>
                  <a:pt x="489544" y="33743"/>
                </a:lnTo>
                <a:cubicBezTo>
                  <a:pt x="489544" y="26222"/>
                  <a:pt x="489249" y="21481"/>
                  <a:pt x="488661" y="19520"/>
                </a:cubicBezTo>
                <a:cubicBezTo>
                  <a:pt x="488072" y="17558"/>
                  <a:pt x="487075" y="16038"/>
                  <a:pt x="485669" y="14959"/>
                </a:cubicBezTo>
                <a:cubicBezTo>
                  <a:pt x="484263" y="13880"/>
                  <a:pt x="482710" y="13340"/>
                  <a:pt x="481010" y="13340"/>
                </a:cubicBezTo>
                <a:cubicBezTo>
                  <a:pt x="475386" y="13340"/>
                  <a:pt x="470155" y="17394"/>
                  <a:pt x="465316" y="25503"/>
                </a:cubicBezTo>
                <a:lnTo>
                  <a:pt x="465316" y="74548"/>
                </a:lnTo>
                <a:cubicBezTo>
                  <a:pt x="465316" y="81414"/>
                  <a:pt x="465953" y="85762"/>
                  <a:pt x="467228" y="87593"/>
                </a:cubicBezTo>
                <a:cubicBezTo>
                  <a:pt x="468504" y="89424"/>
                  <a:pt x="470874" y="90569"/>
                  <a:pt x="474340" y="91026"/>
                </a:cubicBezTo>
                <a:lnTo>
                  <a:pt x="474340" y="94558"/>
                </a:lnTo>
                <a:lnTo>
                  <a:pt x="427944" y="94558"/>
                </a:lnTo>
                <a:lnTo>
                  <a:pt x="427944" y="91026"/>
                </a:lnTo>
                <a:cubicBezTo>
                  <a:pt x="431802" y="90634"/>
                  <a:pt x="434548" y="89392"/>
                  <a:pt x="436183" y="87299"/>
                </a:cubicBezTo>
                <a:cubicBezTo>
                  <a:pt x="437295" y="85860"/>
                  <a:pt x="437851" y="81610"/>
                  <a:pt x="437851" y="74548"/>
                </a:cubicBezTo>
                <a:lnTo>
                  <a:pt x="437851" y="22757"/>
                </a:lnTo>
                <a:cubicBezTo>
                  <a:pt x="437851" y="15741"/>
                  <a:pt x="437213" y="11373"/>
                  <a:pt x="435938" y="9653"/>
                </a:cubicBezTo>
                <a:cubicBezTo>
                  <a:pt x="434663" y="7932"/>
                  <a:pt x="431998" y="6807"/>
                  <a:pt x="427944" y="6278"/>
                </a:cubicBezTo>
                <a:lnTo>
                  <a:pt x="427944" y="2746"/>
                </a:lnTo>
                <a:lnTo>
                  <a:pt x="465316" y="2746"/>
                </a:lnTo>
                <a:close/>
                <a:moveTo>
                  <a:pt x="616944" y="45317"/>
                </a:moveTo>
                <a:lnTo>
                  <a:pt x="566624" y="45317"/>
                </a:lnTo>
                <a:cubicBezTo>
                  <a:pt x="567213" y="57513"/>
                  <a:pt x="570450" y="67151"/>
                  <a:pt x="576335" y="74232"/>
                </a:cubicBezTo>
                <a:cubicBezTo>
                  <a:pt x="580847" y="79674"/>
                  <a:pt x="586275" y="82395"/>
                  <a:pt x="592618" y="82395"/>
                </a:cubicBezTo>
                <a:cubicBezTo>
                  <a:pt x="596541" y="82395"/>
                  <a:pt x="600105" y="81299"/>
                  <a:pt x="603309" y="79109"/>
                </a:cubicBezTo>
                <a:cubicBezTo>
                  <a:pt x="606514" y="76918"/>
                  <a:pt x="609947" y="72978"/>
                  <a:pt x="613609" y="67289"/>
                </a:cubicBezTo>
                <a:lnTo>
                  <a:pt x="616944" y="69447"/>
                </a:lnTo>
                <a:cubicBezTo>
                  <a:pt x="611974" y="79583"/>
                  <a:pt x="606481" y="86760"/>
                  <a:pt x="600465" y="90977"/>
                </a:cubicBezTo>
                <a:cubicBezTo>
                  <a:pt x="594449" y="95195"/>
                  <a:pt x="587484" y="97304"/>
                  <a:pt x="579572" y="97304"/>
                </a:cubicBezTo>
                <a:cubicBezTo>
                  <a:pt x="565970" y="97304"/>
                  <a:pt x="555671" y="92068"/>
                  <a:pt x="548674" y="81595"/>
                </a:cubicBezTo>
                <a:cubicBezTo>
                  <a:pt x="543050" y="73151"/>
                  <a:pt x="540238" y="62678"/>
                  <a:pt x="540238" y="50176"/>
                </a:cubicBezTo>
                <a:cubicBezTo>
                  <a:pt x="540238" y="34857"/>
                  <a:pt x="544374" y="22666"/>
                  <a:pt x="552647" y="13601"/>
                </a:cubicBezTo>
                <a:cubicBezTo>
                  <a:pt x="560919" y="4534"/>
                  <a:pt x="570613" y="0"/>
                  <a:pt x="581730" y="0"/>
                </a:cubicBezTo>
                <a:cubicBezTo>
                  <a:pt x="591016" y="0"/>
                  <a:pt x="599075" y="3809"/>
                  <a:pt x="605909" y="11427"/>
                </a:cubicBezTo>
                <a:cubicBezTo>
                  <a:pt x="612742" y="19046"/>
                  <a:pt x="616421" y="30342"/>
                  <a:pt x="616944" y="45317"/>
                </a:cubicBezTo>
                <a:moveTo>
                  <a:pt x="592814" y="38843"/>
                </a:moveTo>
                <a:cubicBezTo>
                  <a:pt x="592814" y="28315"/>
                  <a:pt x="592242" y="21089"/>
                  <a:pt x="591097" y="17166"/>
                </a:cubicBezTo>
                <a:cubicBezTo>
                  <a:pt x="589953" y="13242"/>
                  <a:pt x="588171" y="10267"/>
                  <a:pt x="585752" y="8239"/>
                </a:cubicBezTo>
                <a:cubicBezTo>
                  <a:pt x="584378" y="7062"/>
                  <a:pt x="582547" y="6474"/>
                  <a:pt x="580259" y="6474"/>
                </a:cubicBezTo>
                <a:cubicBezTo>
                  <a:pt x="576858" y="6474"/>
                  <a:pt x="574079" y="8141"/>
                  <a:pt x="571921" y="11476"/>
                </a:cubicBezTo>
                <a:cubicBezTo>
                  <a:pt x="568063" y="17296"/>
                  <a:pt x="566134" y="25274"/>
                  <a:pt x="566134" y="35410"/>
                </a:cubicBezTo>
                <a:lnTo>
                  <a:pt x="566134" y="38843"/>
                </a:lnTo>
                <a:lnTo>
                  <a:pt x="592814" y="38843"/>
                </a:lnTo>
                <a:close/>
                <a:moveTo>
                  <a:pt x="687143" y="392"/>
                </a:moveTo>
                <a:lnTo>
                  <a:pt x="688615" y="31781"/>
                </a:lnTo>
                <a:lnTo>
                  <a:pt x="685280" y="31781"/>
                </a:lnTo>
                <a:cubicBezTo>
                  <a:pt x="681291" y="22419"/>
                  <a:pt x="677155" y="16025"/>
                  <a:pt x="672872" y="12598"/>
                </a:cubicBezTo>
                <a:cubicBezTo>
                  <a:pt x="668588" y="9169"/>
                  <a:pt x="664321" y="7455"/>
                  <a:pt x="660071" y="7455"/>
                </a:cubicBezTo>
                <a:cubicBezTo>
                  <a:pt x="657390" y="7455"/>
                  <a:pt x="655101" y="8354"/>
                  <a:pt x="653205" y="10152"/>
                </a:cubicBezTo>
                <a:cubicBezTo>
                  <a:pt x="651308" y="11950"/>
                  <a:pt x="650360" y="14027"/>
                  <a:pt x="650360" y="16381"/>
                </a:cubicBezTo>
                <a:cubicBezTo>
                  <a:pt x="650360" y="18146"/>
                  <a:pt x="651014" y="19847"/>
                  <a:pt x="652322" y="21481"/>
                </a:cubicBezTo>
                <a:cubicBezTo>
                  <a:pt x="654414" y="24163"/>
                  <a:pt x="660267" y="28756"/>
                  <a:pt x="669880" y="35263"/>
                </a:cubicBezTo>
                <a:cubicBezTo>
                  <a:pt x="679493" y="41770"/>
                  <a:pt x="685819" y="47295"/>
                  <a:pt x="688860" y="51840"/>
                </a:cubicBezTo>
                <a:cubicBezTo>
                  <a:pt x="691901" y="56385"/>
                  <a:pt x="693421" y="61469"/>
                  <a:pt x="693421" y="67093"/>
                </a:cubicBezTo>
                <a:cubicBezTo>
                  <a:pt x="693421" y="72193"/>
                  <a:pt x="692146" y="77196"/>
                  <a:pt x="689596" y="82100"/>
                </a:cubicBezTo>
                <a:cubicBezTo>
                  <a:pt x="687045" y="87005"/>
                  <a:pt x="683449" y="90765"/>
                  <a:pt x="678806" y="93381"/>
                </a:cubicBezTo>
                <a:cubicBezTo>
                  <a:pt x="674163" y="95996"/>
                  <a:pt x="669030" y="97304"/>
                  <a:pt x="663406" y="97304"/>
                </a:cubicBezTo>
                <a:cubicBezTo>
                  <a:pt x="659025" y="97304"/>
                  <a:pt x="653172" y="95905"/>
                  <a:pt x="645848" y="93108"/>
                </a:cubicBezTo>
                <a:cubicBezTo>
                  <a:pt x="643886" y="92374"/>
                  <a:pt x="642546" y="92007"/>
                  <a:pt x="641826" y="92007"/>
                </a:cubicBezTo>
                <a:cubicBezTo>
                  <a:pt x="639668" y="92007"/>
                  <a:pt x="637870" y="93642"/>
                  <a:pt x="636431" y="96912"/>
                </a:cubicBezTo>
                <a:lnTo>
                  <a:pt x="633195" y="96912"/>
                </a:lnTo>
                <a:lnTo>
                  <a:pt x="631625" y="63954"/>
                </a:lnTo>
                <a:lnTo>
                  <a:pt x="634960" y="63954"/>
                </a:lnTo>
                <a:cubicBezTo>
                  <a:pt x="637903" y="72586"/>
                  <a:pt x="641941" y="79060"/>
                  <a:pt x="647074" y="83376"/>
                </a:cubicBezTo>
                <a:cubicBezTo>
                  <a:pt x="652207" y="87691"/>
                  <a:pt x="657063" y="89849"/>
                  <a:pt x="661640" y="89849"/>
                </a:cubicBezTo>
                <a:cubicBezTo>
                  <a:pt x="664779" y="89849"/>
                  <a:pt x="667346" y="88885"/>
                  <a:pt x="669340" y="86956"/>
                </a:cubicBezTo>
                <a:cubicBezTo>
                  <a:pt x="671335" y="85027"/>
                  <a:pt x="672332" y="82689"/>
                  <a:pt x="672332" y="79942"/>
                </a:cubicBezTo>
                <a:cubicBezTo>
                  <a:pt x="672332" y="76804"/>
                  <a:pt x="671351" y="74090"/>
                  <a:pt x="669389" y="71801"/>
                </a:cubicBezTo>
                <a:cubicBezTo>
                  <a:pt x="667428" y="69512"/>
                  <a:pt x="663046" y="66047"/>
                  <a:pt x="656245" y="61404"/>
                </a:cubicBezTo>
                <a:cubicBezTo>
                  <a:pt x="646240" y="54472"/>
                  <a:pt x="639767" y="49175"/>
                  <a:pt x="636824" y="45513"/>
                </a:cubicBezTo>
                <a:cubicBezTo>
                  <a:pt x="632508" y="40151"/>
                  <a:pt x="630350" y="34233"/>
                  <a:pt x="630350" y="27759"/>
                </a:cubicBezTo>
                <a:cubicBezTo>
                  <a:pt x="630350" y="20697"/>
                  <a:pt x="632786" y="14305"/>
                  <a:pt x="637658" y="8583"/>
                </a:cubicBezTo>
                <a:cubicBezTo>
                  <a:pt x="642529" y="2861"/>
                  <a:pt x="649575" y="0"/>
                  <a:pt x="658796" y="0"/>
                </a:cubicBezTo>
                <a:cubicBezTo>
                  <a:pt x="663766" y="0"/>
                  <a:pt x="668572" y="1257"/>
                  <a:pt x="673215" y="3770"/>
                </a:cubicBezTo>
                <a:cubicBezTo>
                  <a:pt x="674980" y="4788"/>
                  <a:pt x="676419" y="5297"/>
                  <a:pt x="677531" y="5297"/>
                </a:cubicBezTo>
                <a:cubicBezTo>
                  <a:pt x="678708" y="5297"/>
                  <a:pt x="679656" y="5052"/>
                  <a:pt x="680375" y="4561"/>
                </a:cubicBezTo>
                <a:cubicBezTo>
                  <a:pt x="681095" y="4071"/>
                  <a:pt x="682239" y="2681"/>
                  <a:pt x="683808" y="392"/>
                </a:cubicBezTo>
                <a:lnTo>
                  <a:pt x="687143" y="392"/>
                </a:lnTo>
                <a:close/>
                <a:moveTo>
                  <a:pt x="766213" y="392"/>
                </a:moveTo>
                <a:lnTo>
                  <a:pt x="767684" y="31781"/>
                </a:lnTo>
                <a:lnTo>
                  <a:pt x="764349" y="31781"/>
                </a:lnTo>
                <a:cubicBezTo>
                  <a:pt x="760360" y="22419"/>
                  <a:pt x="756224" y="16025"/>
                  <a:pt x="751941" y="12598"/>
                </a:cubicBezTo>
                <a:cubicBezTo>
                  <a:pt x="747658" y="9169"/>
                  <a:pt x="743391" y="7455"/>
                  <a:pt x="739140" y="7455"/>
                </a:cubicBezTo>
                <a:cubicBezTo>
                  <a:pt x="736459" y="7455"/>
                  <a:pt x="734170" y="8354"/>
                  <a:pt x="732274" y="10152"/>
                </a:cubicBezTo>
                <a:cubicBezTo>
                  <a:pt x="730378" y="11950"/>
                  <a:pt x="729429" y="14027"/>
                  <a:pt x="729429" y="16381"/>
                </a:cubicBezTo>
                <a:cubicBezTo>
                  <a:pt x="729429" y="18146"/>
                  <a:pt x="730083" y="19847"/>
                  <a:pt x="731391" y="21481"/>
                </a:cubicBezTo>
                <a:cubicBezTo>
                  <a:pt x="733484" y="24163"/>
                  <a:pt x="739336" y="28756"/>
                  <a:pt x="748949" y="35263"/>
                </a:cubicBezTo>
                <a:cubicBezTo>
                  <a:pt x="758562" y="41770"/>
                  <a:pt x="764889" y="47295"/>
                  <a:pt x="767929" y="51840"/>
                </a:cubicBezTo>
                <a:cubicBezTo>
                  <a:pt x="770970" y="56385"/>
                  <a:pt x="772490" y="61469"/>
                  <a:pt x="772490" y="67093"/>
                </a:cubicBezTo>
                <a:cubicBezTo>
                  <a:pt x="772490" y="72193"/>
                  <a:pt x="771215" y="77196"/>
                  <a:pt x="768665" y="82100"/>
                </a:cubicBezTo>
                <a:cubicBezTo>
                  <a:pt x="766115" y="87005"/>
                  <a:pt x="762518" y="90765"/>
                  <a:pt x="757875" y="93381"/>
                </a:cubicBezTo>
                <a:cubicBezTo>
                  <a:pt x="753232" y="95996"/>
                  <a:pt x="748099" y="97304"/>
                  <a:pt x="742475" y="97304"/>
                </a:cubicBezTo>
                <a:cubicBezTo>
                  <a:pt x="738094" y="97304"/>
                  <a:pt x="732241" y="95905"/>
                  <a:pt x="724917" y="93108"/>
                </a:cubicBezTo>
                <a:cubicBezTo>
                  <a:pt x="722956" y="92374"/>
                  <a:pt x="721615" y="92007"/>
                  <a:pt x="720896" y="92007"/>
                </a:cubicBezTo>
                <a:cubicBezTo>
                  <a:pt x="718738" y="92007"/>
                  <a:pt x="716939" y="93642"/>
                  <a:pt x="715501" y="96912"/>
                </a:cubicBezTo>
                <a:lnTo>
                  <a:pt x="712264" y="96912"/>
                </a:lnTo>
                <a:lnTo>
                  <a:pt x="710694" y="63954"/>
                </a:lnTo>
                <a:lnTo>
                  <a:pt x="714029" y="63954"/>
                </a:lnTo>
                <a:cubicBezTo>
                  <a:pt x="716972" y="72586"/>
                  <a:pt x="721010" y="79060"/>
                  <a:pt x="726143" y="83376"/>
                </a:cubicBezTo>
                <a:cubicBezTo>
                  <a:pt x="731277" y="87691"/>
                  <a:pt x="736132" y="89849"/>
                  <a:pt x="740710" y="89849"/>
                </a:cubicBezTo>
                <a:cubicBezTo>
                  <a:pt x="743848" y="89849"/>
                  <a:pt x="746415" y="88885"/>
                  <a:pt x="748410" y="86956"/>
                </a:cubicBezTo>
                <a:cubicBezTo>
                  <a:pt x="750404" y="85027"/>
                  <a:pt x="751401" y="82689"/>
                  <a:pt x="751401" y="79942"/>
                </a:cubicBezTo>
                <a:cubicBezTo>
                  <a:pt x="751401" y="76804"/>
                  <a:pt x="750420" y="74090"/>
                  <a:pt x="748459" y="71801"/>
                </a:cubicBezTo>
                <a:cubicBezTo>
                  <a:pt x="746497" y="69512"/>
                  <a:pt x="742116" y="66047"/>
                  <a:pt x="735315" y="61404"/>
                </a:cubicBezTo>
                <a:cubicBezTo>
                  <a:pt x="725310" y="54472"/>
                  <a:pt x="718836" y="49175"/>
                  <a:pt x="715893" y="45513"/>
                </a:cubicBezTo>
                <a:cubicBezTo>
                  <a:pt x="711577" y="40151"/>
                  <a:pt x="709419" y="34233"/>
                  <a:pt x="709419" y="27759"/>
                </a:cubicBezTo>
                <a:cubicBezTo>
                  <a:pt x="709419" y="20697"/>
                  <a:pt x="711855" y="14305"/>
                  <a:pt x="716727" y="8583"/>
                </a:cubicBezTo>
                <a:cubicBezTo>
                  <a:pt x="721599" y="2861"/>
                  <a:pt x="728645" y="0"/>
                  <a:pt x="737865" y="0"/>
                </a:cubicBezTo>
                <a:cubicBezTo>
                  <a:pt x="742835" y="0"/>
                  <a:pt x="747641" y="1257"/>
                  <a:pt x="752284" y="3770"/>
                </a:cubicBezTo>
                <a:cubicBezTo>
                  <a:pt x="754050" y="4788"/>
                  <a:pt x="755488" y="5297"/>
                  <a:pt x="756600" y="5297"/>
                </a:cubicBezTo>
                <a:cubicBezTo>
                  <a:pt x="757777" y="5297"/>
                  <a:pt x="758725" y="5052"/>
                  <a:pt x="759445" y="4561"/>
                </a:cubicBezTo>
                <a:cubicBezTo>
                  <a:pt x="760164" y="4071"/>
                  <a:pt x="761308" y="2681"/>
                  <a:pt x="762878" y="392"/>
                </a:cubicBezTo>
                <a:lnTo>
                  <a:pt x="766213" y="3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995b224814af6"/>
          <a:stretch xmlns:a="http://schemas.openxmlformats.org/drawingml/2006/main"/>
        </p:blipFill>
        <p:spPr>
          <a:xfrm xmlns:a="http://schemas.openxmlformats.org/drawingml/2006/main">
            <a:off x="8517356" y="1691635"/>
            <a:ext cx="1748336" cy="521048"/>
          </a:xfrm>
          <a:prstGeom xmlns:a="http://schemas.openxmlformats.org/drawingml/2006/main" prst="rect">
            <a:avLst/>
          </a:prstGeom>
        </p:spPr>
      </p:pic>
      <p:pic>
        <p:nvPicPr>
          <p:cNvPr id="2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aedfef5eb48a2"/>
          <a:stretch xmlns:a="http://schemas.openxmlformats.org/drawingml/2006/main"/>
        </p:blipFill>
        <p:spPr>
          <a:xfrm xmlns:a="http://schemas.openxmlformats.org/drawingml/2006/main">
            <a:off x="8633493" y="1710468"/>
            <a:ext cx="1519200" cy="543020"/>
          </a:xfrm>
          <a:prstGeom xmlns:a="http://schemas.openxmlformats.org/drawingml/2006/main" prst="rect">
            <a:avLst/>
          </a:prstGeom>
        </p:spPr>
      </p:pic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8ED00E-C4BE-4BE8-98AE-BF199A0E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436" y="1720930"/>
            <a:ext cx="1629059" cy="401774"/>
          </a:xfrm>
          <a:custGeom xmlns:a="http://schemas.openxmlformats.org/drawingml/2006/main">
            <a:pathLst>
              <a:path w="1629059" h="401774">
                <a:moveTo>
                  <a:pt x="0" y="66964"/>
                </a:moveTo>
                <a:cubicBezTo>
                  <a:pt x="0" y="29981"/>
                  <a:pt x="29980" y="0"/>
                  <a:pt x="66963" y="0"/>
                </a:cubicBezTo>
                <a:lnTo>
                  <a:pt x="1562096" y="0"/>
                </a:lnTo>
                <a:cubicBezTo>
                  <a:pt x="1599079" y="0"/>
                  <a:pt x="1629059" y="29981"/>
                  <a:pt x="1629059" y="66964"/>
                </a:cubicBezTo>
                <a:lnTo>
                  <a:pt x="1629059" y="334810"/>
                </a:lnTo>
                <a:cubicBezTo>
                  <a:pt x="1629059" y="371793"/>
                  <a:pt x="1599079" y="401774"/>
                  <a:pt x="1562096" y="401774"/>
                </a:cubicBezTo>
                <a:lnTo>
                  <a:pt x="66963" y="401774"/>
                </a:lnTo>
                <a:cubicBezTo>
                  <a:pt x="29980" y="401774"/>
                  <a:pt x="0" y="371793"/>
                  <a:pt x="0" y="334810"/>
                </a:cubicBezTo>
                <a:lnTo>
                  <a:pt x="0" y="66964"/>
                </a:lnTo>
                <a:close/>
              </a:path>
            </a:pathLst>
          </a:custGeom>
          <a:solidFill xmlns:a="http://schemas.openxmlformats.org/drawingml/2006/main">
            <a:srgbClr val="E3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TaskSupport">
            <a:extLst xmlns:a="http://schemas.openxmlformats.org/drawingml/2006/main">
              <a:ext uri="{FF2B5EF4-FFF2-40B4-BE49-F238E27FC236}">
                <a16:creationId xmlns:a16="http://schemas.microsoft.com/office/drawing/2014/main" id="{6882C37E-3D91-4C82-9D9B-1327A2C9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9046" y="1860151"/>
            <a:ext cx="1152786" cy="178914"/>
          </a:xfrm>
          <a:custGeom xmlns:a="http://schemas.openxmlformats.org/drawingml/2006/main">
            <a:pathLst>
              <a:path w="1152786" h="178914">
                <a:moveTo>
                  <a:pt x="119472" y="2943"/>
                </a:moveTo>
                <a:lnTo>
                  <a:pt x="119472" y="39039"/>
                </a:lnTo>
                <a:lnTo>
                  <a:pt x="115941" y="39039"/>
                </a:lnTo>
                <a:cubicBezTo>
                  <a:pt x="113848" y="30706"/>
                  <a:pt x="111527" y="24718"/>
                  <a:pt x="108977" y="21077"/>
                </a:cubicBezTo>
                <a:cubicBezTo>
                  <a:pt x="106426" y="17435"/>
                  <a:pt x="102928" y="14531"/>
                  <a:pt x="98481" y="12365"/>
                </a:cubicBezTo>
                <a:cubicBezTo>
                  <a:pt x="95996" y="11184"/>
                  <a:pt x="91648" y="10594"/>
                  <a:pt x="85435" y="10594"/>
                </a:cubicBezTo>
                <a:lnTo>
                  <a:pt x="75528" y="10594"/>
                </a:lnTo>
                <a:lnTo>
                  <a:pt x="75528" y="113195"/>
                </a:lnTo>
                <a:cubicBezTo>
                  <a:pt x="75528" y="120030"/>
                  <a:pt x="75904" y="124303"/>
                  <a:pt x="76656" y="126014"/>
                </a:cubicBezTo>
                <a:cubicBezTo>
                  <a:pt x="77408" y="127722"/>
                  <a:pt x="78880" y="129217"/>
                  <a:pt x="81070" y="130498"/>
                </a:cubicBezTo>
                <a:cubicBezTo>
                  <a:pt x="83261" y="131779"/>
                  <a:pt x="86253" y="132420"/>
                  <a:pt x="90046" y="132420"/>
                </a:cubicBezTo>
                <a:lnTo>
                  <a:pt x="94460" y="132420"/>
                </a:lnTo>
                <a:lnTo>
                  <a:pt x="94460" y="135951"/>
                </a:lnTo>
                <a:lnTo>
                  <a:pt x="24816" y="135951"/>
                </a:lnTo>
                <a:lnTo>
                  <a:pt x="24816" y="132420"/>
                </a:lnTo>
                <a:lnTo>
                  <a:pt x="29230" y="132420"/>
                </a:lnTo>
                <a:cubicBezTo>
                  <a:pt x="33089" y="132420"/>
                  <a:pt x="36195" y="131730"/>
                  <a:pt x="38549" y="130351"/>
                </a:cubicBezTo>
                <a:cubicBezTo>
                  <a:pt x="40249" y="129429"/>
                  <a:pt x="41590" y="127852"/>
                  <a:pt x="42571" y="125618"/>
                </a:cubicBezTo>
                <a:cubicBezTo>
                  <a:pt x="43290" y="124041"/>
                  <a:pt x="43650" y="119899"/>
                  <a:pt x="43650" y="113195"/>
                </a:cubicBezTo>
                <a:lnTo>
                  <a:pt x="43650" y="10594"/>
                </a:lnTo>
                <a:lnTo>
                  <a:pt x="34037" y="10594"/>
                </a:lnTo>
                <a:cubicBezTo>
                  <a:pt x="25078" y="10594"/>
                  <a:pt x="18571" y="12496"/>
                  <a:pt x="14517" y="16301"/>
                </a:cubicBezTo>
                <a:cubicBezTo>
                  <a:pt x="8828" y="21616"/>
                  <a:pt x="5231" y="29196"/>
                  <a:pt x="3727" y="39039"/>
                </a:cubicBezTo>
                <a:lnTo>
                  <a:pt x="0" y="39039"/>
                </a:lnTo>
                <a:lnTo>
                  <a:pt x="0" y="2943"/>
                </a:lnTo>
                <a:lnTo>
                  <a:pt x="119472" y="2943"/>
                </a:lnTo>
                <a:close/>
                <a:moveTo>
                  <a:pt x="166517" y="122415"/>
                </a:moveTo>
                <a:cubicBezTo>
                  <a:pt x="155335" y="132355"/>
                  <a:pt x="145297" y="137324"/>
                  <a:pt x="136404" y="137324"/>
                </a:cubicBezTo>
                <a:cubicBezTo>
                  <a:pt x="131172" y="137324"/>
                  <a:pt x="126824" y="135603"/>
                  <a:pt x="123358" y="132159"/>
                </a:cubicBezTo>
                <a:cubicBezTo>
                  <a:pt x="119892" y="128714"/>
                  <a:pt x="118159" y="124400"/>
                  <a:pt x="118159" y="119218"/>
                </a:cubicBezTo>
                <a:cubicBezTo>
                  <a:pt x="118159" y="112196"/>
                  <a:pt x="121167" y="105881"/>
                  <a:pt x="127183" y="100271"/>
                </a:cubicBezTo>
                <a:cubicBezTo>
                  <a:pt x="133199" y="94662"/>
                  <a:pt x="146311" y="87199"/>
                  <a:pt x="166517" y="77883"/>
                </a:cubicBezTo>
                <a:lnTo>
                  <a:pt x="166517" y="68662"/>
                </a:lnTo>
                <a:cubicBezTo>
                  <a:pt x="166517" y="61731"/>
                  <a:pt x="166141" y="57366"/>
                  <a:pt x="165389" y="55567"/>
                </a:cubicBezTo>
                <a:cubicBezTo>
                  <a:pt x="164637" y="53769"/>
                  <a:pt x="163214" y="52200"/>
                  <a:pt x="161122" y="50859"/>
                </a:cubicBezTo>
                <a:cubicBezTo>
                  <a:pt x="159029" y="49519"/>
                  <a:pt x="156675" y="48848"/>
                  <a:pt x="154060" y="48848"/>
                </a:cubicBezTo>
                <a:cubicBezTo>
                  <a:pt x="149809" y="48848"/>
                  <a:pt x="146311" y="49796"/>
                  <a:pt x="143564" y="51693"/>
                </a:cubicBezTo>
                <a:cubicBezTo>
                  <a:pt x="141864" y="52870"/>
                  <a:pt x="141014" y="54243"/>
                  <a:pt x="141014" y="55813"/>
                </a:cubicBezTo>
                <a:cubicBezTo>
                  <a:pt x="141014" y="57186"/>
                  <a:pt x="141929" y="58886"/>
                  <a:pt x="143760" y="60913"/>
                </a:cubicBezTo>
                <a:cubicBezTo>
                  <a:pt x="146245" y="63725"/>
                  <a:pt x="147488" y="66439"/>
                  <a:pt x="147488" y="69055"/>
                </a:cubicBezTo>
                <a:cubicBezTo>
                  <a:pt x="147488" y="72259"/>
                  <a:pt x="146294" y="74989"/>
                  <a:pt x="143907" y="77245"/>
                </a:cubicBezTo>
                <a:cubicBezTo>
                  <a:pt x="141521" y="79501"/>
                  <a:pt x="138398" y="80629"/>
                  <a:pt x="134540" y="80629"/>
                </a:cubicBezTo>
                <a:cubicBezTo>
                  <a:pt x="130420" y="80629"/>
                  <a:pt x="126971" y="79387"/>
                  <a:pt x="124191" y="76902"/>
                </a:cubicBezTo>
                <a:cubicBezTo>
                  <a:pt x="121412" y="74417"/>
                  <a:pt x="120023" y="71507"/>
                  <a:pt x="120023" y="68172"/>
                </a:cubicBezTo>
                <a:cubicBezTo>
                  <a:pt x="120023" y="63464"/>
                  <a:pt x="121886" y="58968"/>
                  <a:pt x="125614" y="54685"/>
                </a:cubicBezTo>
                <a:cubicBezTo>
                  <a:pt x="129341" y="50401"/>
                  <a:pt x="134540" y="47115"/>
                  <a:pt x="141210" y="44827"/>
                </a:cubicBezTo>
                <a:cubicBezTo>
                  <a:pt x="147880" y="42538"/>
                  <a:pt x="154812" y="41394"/>
                  <a:pt x="162005" y="41394"/>
                </a:cubicBezTo>
                <a:cubicBezTo>
                  <a:pt x="170702" y="41394"/>
                  <a:pt x="177585" y="43246"/>
                  <a:pt x="182652" y="46951"/>
                </a:cubicBezTo>
                <a:cubicBezTo>
                  <a:pt x="187720" y="50654"/>
                  <a:pt x="191006" y="54668"/>
                  <a:pt x="192510" y="58994"/>
                </a:cubicBezTo>
                <a:cubicBezTo>
                  <a:pt x="193426" y="61747"/>
                  <a:pt x="193884" y="68072"/>
                  <a:pt x="193884" y="77968"/>
                </a:cubicBezTo>
                <a:lnTo>
                  <a:pt x="193884" y="113657"/>
                </a:lnTo>
                <a:cubicBezTo>
                  <a:pt x="193884" y="117853"/>
                  <a:pt x="194047" y="120492"/>
                  <a:pt x="194374" y="121575"/>
                </a:cubicBezTo>
                <a:cubicBezTo>
                  <a:pt x="194701" y="122656"/>
                  <a:pt x="195191" y="123459"/>
                  <a:pt x="195845" y="123984"/>
                </a:cubicBezTo>
                <a:cubicBezTo>
                  <a:pt x="196499" y="124507"/>
                  <a:pt x="197251" y="124769"/>
                  <a:pt x="198101" y="124769"/>
                </a:cubicBezTo>
                <a:cubicBezTo>
                  <a:pt x="199802" y="124769"/>
                  <a:pt x="201535" y="123559"/>
                  <a:pt x="203300" y="121140"/>
                </a:cubicBezTo>
                <a:lnTo>
                  <a:pt x="206243" y="123494"/>
                </a:lnTo>
                <a:cubicBezTo>
                  <a:pt x="202973" y="128333"/>
                  <a:pt x="199589" y="131848"/>
                  <a:pt x="196091" y="134038"/>
                </a:cubicBezTo>
                <a:cubicBezTo>
                  <a:pt x="192592" y="136229"/>
                  <a:pt x="188620" y="137324"/>
                  <a:pt x="184173" y="137324"/>
                </a:cubicBezTo>
                <a:cubicBezTo>
                  <a:pt x="178941" y="137324"/>
                  <a:pt x="174854" y="136090"/>
                  <a:pt x="171912" y="133622"/>
                </a:cubicBezTo>
                <a:cubicBezTo>
                  <a:pt x="168969" y="131153"/>
                  <a:pt x="167171" y="127417"/>
                  <a:pt x="166517" y="122415"/>
                </a:cubicBezTo>
                <a:moveTo>
                  <a:pt x="166517" y="115156"/>
                </a:moveTo>
                <a:lnTo>
                  <a:pt x="166517" y="84473"/>
                </a:lnTo>
                <a:cubicBezTo>
                  <a:pt x="158604" y="89138"/>
                  <a:pt x="152719" y="94133"/>
                  <a:pt x="148861" y="99456"/>
                </a:cubicBezTo>
                <a:cubicBezTo>
                  <a:pt x="146311" y="103004"/>
                  <a:pt x="145035" y="106585"/>
                  <a:pt x="145035" y="110200"/>
                </a:cubicBezTo>
                <a:cubicBezTo>
                  <a:pt x="145035" y="113222"/>
                  <a:pt x="146114" y="115884"/>
                  <a:pt x="148272" y="118185"/>
                </a:cubicBezTo>
                <a:cubicBezTo>
                  <a:pt x="149907" y="119959"/>
                  <a:pt x="152196" y="120845"/>
                  <a:pt x="155139" y="120845"/>
                </a:cubicBezTo>
                <a:cubicBezTo>
                  <a:pt x="158408" y="120845"/>
                  <a:pt x="162201" y="118949"/>
                  <a:pt x="166517" y="115156"/>
                </a:cubicBezTo>
                <a:close/>
                <a:moveTo>
                  <a:pt x="274598" y="41786"/>
                </a:moveTo>
                <a:lnTo>
                  <a:pt x="276069" y="73174"/>
                </a:lnTo>
                <a:lnTo>
                  <a:pt x="272734" y="73174"/>
                </a:lnTo>
                <a:cubicBezTo>
                  <a:pt x="268745" y="63813"/>
                  <a:pt x="264609" y="57419"/>
                  <a:pt x="260326" y="53992"/>
                </a:cubicBezTo>
                <a:cubicBezTo>
                  <a:pt x="256042" y="50563"/>
                  <a:pt x="251775" y="48848"/>
                  <a:pt x="247525" y="48848"/>
                </a:cubicBezTo>
                <a:cubicBezTo>
                  <a:pt x="244844" y="48848"/>
                  <a:pt x="242555" y="49747"/>
                  <a:pt x="240659" y="51546"/>
                </a:cubicBezTo>
                <a:cubicBezTo>
                  <a:pt x="238762" y="53344"/>
                  <a:pt x="237814" y="55420"/>
                  <a:pt x="237814" y="57774"/>
                </a:cubicBezTo>
                <a:cubicBezTo>
                  <a:pt x="237814" y="59540"/>
                  <a:pt x="238468" y="61240"/>
                  <a:pt x="239776" y="62875"/>
                </a:cubicBezTo>
                <a:cubicBezTo>
                  <a:pt x="241869" y="65556"/>
                  <a:pt x="247721" y="70150"/>
                  <a:pt x="257334" y="76656"/>
                </a:cubicBezTo>
                <a:cubicBezTo>
                  <a:pt x="266947" y="83163"/>
                  <a:pt x="273273" y="88689"/>
                  <a:pt x="276314" y="93233"/>
                </a:cubicBezTo>
                <a:cubicBezTo>
                  <a:pt x="279355" y="97778"/>
                  <a:pt x="280875" y="102863"/>
                  <a:pt x="280875" y="108486"/>
                </a:cubicBezTo>
                <a:cubicBezTo>
                  <a:pt x="280875" y="113587"/>
                  <a:pt x="279600" y="118589"/>
                  <a:pt x="277050" y="123494"/>
                </a:cubicBezTo>
                <a:cubicBezTo>
                  <a:pt x="274499" y="128398"/>
                  <a:pt x="270903" y="132158"/>
                  <a:pt x="266260" y="134774"/>
                </a:cubicBezTo>
                <a:cubicBezTo>
                  <a:pt x="261617" y="137390"/>
                  <a:pt x="256484" y="138698"/>
                  <a:pt x="250860" y="138698"/>
                </a:cubicBezTo>
                <a:cubicBezTo>
                  <a:pt x="246479" y="138698"/>
                  <a:pt x="240626" y="137299"/>
                  <a:pt x="233302" y="134501"/>
                </a:cubicBezTo>
                <a:cubicBezTo>
                  <a:pt x="231340" y="133768"/>
                  <a:pt x="230000" y="133401"/>
                  <a:pt x="229280" y="133401"/>
                </a:cubicBezTo>
                <a:cubicBezTo>
                  <a:pt x="227122" y="133401"/>
                  <a:pt x="225324" y="135036"/>
                  <a:pt x="223886" y="138305"/>
                </a:cubicBezTo>
                <a:lnTo>
                  <a:pt x="220649" y="138305"/>
                </a:lnTo>
                <a:lnTo>
                  <a:pt x="219079" y="105347"/>
                </a:lnTo>
                <a:lnTo>
                  <a:pt x="222414" y="105347"/>
                </a:lnTo>
                <a:cubicBezTo>
                  <a:pt x="225357" y="113979"/>
                  <a:pt x="229395" y="120453"/>
                  <a:pt x="234528" y="124769"/>
                </a:cubicBezTo>
                <a:cubicBezTo>
                  <a:pt x="239662" y="129085"/>
                  <a:pt x="244517" y="131243"/>
                  <a:pt x="249094" y="131243"/>
                </a:cubicBezTo>
                <a:cubicBezTo>
                  <a:pt x="252233" y="131243"/>
                  <a:pt x="254800" y="130278"/>
                  <a:pt x="256794" y="128349"/>
                </a:cubicBezTo>
                <a:cubicBezTo>
                  <a:pt x="258789" y="126420"/>
                  <a:pt x="259786" y="124082"/>
                  <a:pt x="259786" y="121336"/>
                </a:cubicBezTo>
                <a:cubicBezTo>
                  <a:pt x="259786" y="118197"/>
                  <a:pt x="258805" y="115483"/>
                  <a:pt x="256843" y="113195"/>
                </a:cubicBezTo>
                <a:cubicBezTo>
                  <a:pt x="254882" y="110906"/>
                  <a:pt x="250500" y="107440"/>
                  <a:pt x="243700" y="102797"/>
                </a:cubicBezTo>
                <a:cubicBezTo>
                  <a:pt x="233694" y="95866"/>
                  <a:pt x="227221" y="90569"/>
                  <a:pt x="224278" y="86907"/>
                </a:cubicBezTo>
                <a:cubicBezTo>
                  <a:pt x="219962" y="81545"/>
                  <a:pt x="217804" y="75627"/>
                  <a:pt x="217804" y="69153"/>
                </a:cubicBezTo>
                <a:cubicBezTo>
                  <a:pt x="217804" y="62090"/>
                  <a:pt x="220240" y="55698"/>
                  <a:pt x="225112" y="49976"/>
                </a:cubicBezTo>
                <a:cubicBezTo>
                  <a:pt x="229983" y="44254"/>
                  <a:pt x="237029" y="41394"/>
                  <a:pt x="246250" y="41394"/>
                </a:cubicBezTo>
                <a:cubicBezTo>
                  <a:pt x="251220" y="41394"/>
                  <a:pt x="256026" y="42650"/>
                  <a:pt x="260669" y="45164"/>
                </a:cubicBezTo>
                <a:cubicBezTo>
                  <a:pt x="262434" y="46181"/>
                  <a:pt x="263873" y="46690"/>
                  <a:pt x="264985" y="46690"/>
                </a:cubicBezTo>
                <a:cubicBezTo>
                  <a:pt x="266162" y="46690"/>
                  <a:pt x="267110" y="46445"/>
                  <a:pt x="267829" y="45955"/>
                </a:cubicBezTo>
                <a:cubicBezTo>
                  <a:pt x="268549" y="45464"/>
                  <a:pt x="269693" y="44075"/>
                  <a:pt x="271262" y="41786"/>
                </a:cubicBezTo>
                <a:lnTo>
                  <a:pt x="274598" y="41786"/>
                </a:lnTo>
                <a:close/>
                <a:moveTo>
                  <a:pt x="333130" y="2943"/>
                </a:moveTo>
                <a:lnTo>
                  <a:pt x="333130" y="90512"/>
                </a:lnTo>
                <a:lnTo>
                  <a:pt x="354416" y="69585"/>
                </a:lnTo>
                <a:cubicBezTo>
                  <a:pt x="358797" y="65322"/>
                  <a:pt x="361527" y="62229"/>
                  <a:pt x="362606" y="60306"/>
                </a:cubicBezTo>
                <a:cubicBezTo>
                  <a:pt x="363685" y="58383"/>
                  <a:pt x="364225" y="56526"/>
                  <a:pt x="364225" y="54734"/>
                </a:cubicBezTo>
                <a:cubicBezTo>
                  <a:pt x="364225" y="52943"/>
                  <a:pt x="363505" y="51452"/>
                  <a:pt x="362067" y="50258"/>
                </a:cubicBezTo>
                <a:cubicBezTo>
                  <a:pt x="360628" y="49065"/>
                  <a:pt x="357816" y="48203"/>
                  <a:pt x="353631" y="47671"/>
                </a:cubicBezTo>
                <a:lnTo>
                  <a:pt x="353631" y="44140"/>
                </a:lnTo>
                <a:lnTo>
                  <a:pt x="394730" y="44140"/>
                </a:lnTo>
                <a:lnTo>
                  <a:pt x="394730" y="47671"/>
                </a:lnTo>
                <a:cubicBezTo>
                  <a:pt x="390807" y="47869"/>
                  <a:pt x="387374" y="48811"/>
                  <a:pt x="384431" y="50497"/>
                </a:cubicBezTo>
                <a:cubicBezTo>
                  <a:pt x="381488" y="52183"/>
                  <a:pt x="375734" y="57257"/>
                  <a:pt x="367167" y="65720"/>
                </a:cubicBezTo>
                <a:lnTo>
                  <a:pt x="357162" y="75611"/>
                </a:lnTo>
                <a:lnTo>
                  <a:pt x="378742" y="107122"/>
                </a:lnTo>
                <a:cubicBezTo>
                  <a:pt x="387439" y="119935"/>
                  <a:pt x="392605" y="127125"/>
                  <a:pt x="394240" y="128693"/>
                </a:cubicBezTo>
                <a:cubicBezTo>
                  <a:pt x="396463" y="130916"/>
                  <a:pt x="399275" y="132158"/>
                  <a:pt x="402675" y="132420"/>
                </a:cubicBezTo>
                <a:lnTo>
                  <a:pt x="402675" y="135951"/>
                </a:lnTo>
                <a:lnTo>
                  <a:pt x="355298" y="135951"/>
                </a:lnTo>
                <a:lnTo>
                  <a:pt x="355298" y="132420"/>
                </a:lnTo>
                <a:cubicBezTo>
                  <a:pt x="357391" y="132420"/>
                  <a:pt x="358911" y="132028"/>
                  <a:pt x="359860" y="131243"/>
                </a:cubicBezTo>
                <a:cubicBezTo>
                  <a:pt x="360808" y="130456"/>
                  <a:pt x="361282" y="129605"/>
                  <a:pt x="361282" y="128690"/>
                </a:cubicBezTo>
                <a:cubicBezTo>
                  <a:pt x="361282" y="127183"/>
                  <a:pt x="359909" y="124401"/>
                  <a:pt x="357162" y="120343"/>
                </a:cubicBezTo>
                <a:lnTo>
                  <a:pt x="339016" y="93733"/>
                </a:lnTo>
                <a:lnTo>
                  <a:pt x="333130" y="99560"/>
                </a:lnTo>
                <a:lnTo>
                  <a:pt x="333130" y="115941"/>
                </a:lnTo>
                <a:cubicBezTo>
                  <a:pt x="333130" y="122981"/>
                  <a:pt x="333784" y="127372"/>
                  <a:pt x="335092" y="129116"/>
                </a:cubicBezTo>
                <a:cubicBezTo>
                  <a:pt x="336400" y="130859"/>
                  <a:pt x="339081" y="131960"/>
                  <a:pt x="343135" y="132420"/>
                </a:cubicBezTo>
                <a:lnTo>
                  <a:pt x="343135" y="135951"/>
                </a:lnTo>
                <a:lnTo>
                  <a:pt x="295759" y="135951"/>
                </a:lnTo>
                <a:lnTo>
                  <a:pt x="295759" y="132420"/>
                </a:lnTo>
                <a:cubicBezTo>
                  <a:pt x="299617" y="132026"/>
                  <a:pt x="302363" y="130776"/>
                  <a:pt x="303998" y="128671"/>
                </a:cubicBezTo>
                <a:cubicBezTo>
                  <a:pt x="305110" y="127224"/>
                  <a:pt x="305665" y="122981"/>
                  <a:pt x="305665" y="115941"/>
                </a:cubicBezTo>
                <a:lnTo>
                  <a:pt x="305665" y="22953"/>
                </a:lnTo>
                <a:cubicBezTo>
                  <a:pt x="305665" y="15937"/>
                  <a:pt x="305028" y="11569"/>
                  <a:pt x="303753" y="9849"/>
                </a:cubicBezTo>
                <a:cubicBezTo>
                  <a:pt x="302478" y="8128"/>
                  <a:pt x="299813" y="7003"/>
                  <a:pt x="295759" y="6474"/>
                </a:cubicBezTo>
                <a:lnTo>
                  <a:pt x="295759" y="2943"/>
                </a:lnTo>
                <a:lnTo>
                  <a:pt x="333130" y="2943"/>
                </a:lnTo>
                <a:close/>
                <a:moveTo>
                  <a:pt x="545324" y="0"/>
                </a:moveTo>
                <a:lnTo>
                  <a:pt x="546403" y="44336"/>
                </a:lnTo>
                <a:lnTo>
                  <a:pt x="542381" y="44336"/>
                </a:lnTo>
                <a:cubicBezTo>
                  <a:pt x="540485" y="33248"/>
                  <a:pt x="535826" y="24329"/>
                  <a:pt x="528404" y="17579"/>
                </a:cubicBezTo>
                <a:cubicBezTo>
                  <a:pt x="520982" y="10830"/>
                  <a:pt x="512955" y="7455"/>
                  <a:pt x="504323" y="7455"/>
                </a:cubicBezTo>
                <a:cubicBezTo>
                  <a:pt x="497653" y="7455"/>
                  <a:pt x="492372" y="9232"/>
                  <a:pt x="488481" y="12785"/>
                </a:cubicBezTo>
                <a:cubicBezTo>
                  <a:pt x="484591" y="16337"/>
                  <a:pt x="482645" y="20427"/>
                  <a:pt x="482645" y="25056"/>
                </a:cubicBezTo>
                <a:cubicBezTo>
                  <a:pt x="482645" y="27988"/>
                  <a:pt x="483332" y="30596"/>
                  <a:pt x="484705" y="32878"/>
                </a:cubicBezTo>
                <a:cubicBezTo>
                  <a:pt x="486601" y="35941"/>
                  <a:pt x="489642" y="38972"/>
                  <a:pt x="493827" y="41970"/>
                </a:cubicBezTo>
                <a:cubicBezTo>
                  <a:pt x="496901" y="44122"/>
                  <a:pt x="503996" y="47936"/>
                  <a:pt x="515113" y="53412"/>
                </a:cubicBezTo>
                <a:cubicBezTo>
                  <a:pt x="530676" y="61039"/>
                  <a:pt x="541171" y="68243"/>
                  <a:pt x="546599" y="75026"/>
                </a:cubicBezTo>
                <a:cubicBezTo>
                  <a:pt x="551961" y="81806"/>
                  <a:pt x="554642" y="89565"/>
                  <a:pt x="554642" y="98303"/>
                </a:cubicBezTo>
                <a:cubicBezTo>
                  <a:pt x="554642" y="109387"/>
                  <a:pt x="550310" y="118924"/>
                  <a:pt x="541646" y="126912"/>
                </a:cubicBezTo>
                <a:cubicBezTo>
                  <a:pt x="532981" y="134900"/>
                  <a:pt x="521979" y="138894"/>
                  <a:pt x="508639" y="138894"/>
                </a:cubicBezTo>
                <a:cubicBezTo>
                  <a:pt x="504454" y="138894"/>
                  <a:pt x="500497" y="138469"/>
                  <a:pt x="496770" y="137619"/>
                </a:cubicBezTo>
                <a:cubicBezTo>
                  <a:pt x="493043" y="136769"/>
                  <a:pt x="488367" y="135166"/>
                  <a:pt x="482743" y="132812"/>
                </a:cubicBezTo>
                <a:cubicBezTo>
                  <a:pt x="479604" y="131504"/>
                  <a:pt x="477021" y="130851"/>
                  <a:pt x="474994" y="130851"/>
                </a:cubicBezTo>
                <a:cubicBezTo>
                  <a:pt x="473294" y="130851"/>
                  <a:pt x="471496" y="131513"/>
                  <a:pt x="469599" y="132837"/>
                </a:cubicBezTo>
                <a:cubicBezTo>
                  <a:pt x="467703" y="134161"/>
                  <a:pt x="466166" y="136180"/>
                  <a:pt x="464989" y="138894"/>
                </a:cubicBezTo>
                <a:lnTo>
                  <a:pt x="461360" y="138894"/>
                </a:lnTo>
                <a:lnTo>
                  <a:pt x="461360" y="88672"/>
                </a:lnTo>
                <a:lnTo>
                  <a:pt x="464989" y="88672"/>
                </a:lnTo>
                <a:cubicBezTo>
                  <a:pt x="467866" y="102764"/>
                  <a:pt x="473408" y="113513"/>
                  <a:pt x="481615" y="120919"/>
                </a:cubicBezTo>
                <a:cubicBezTo>
                  <a:pt x="489822" y="128325"/>
                  <a:pt x="498666" y="132028"/>
                  <a:pt x="508148" y="132028"/>
                </a:cubicBezTo>
                <a:cubicBezTo>
                  <a:pt x="515472" y="132028"/>
                  <a:pt x="521308" y="130039"/>
                  <a:pt x="525657" y="126063"/>
                </a:cubicBezTo>
                <a:cubicBezTo>
                  <a:pt x="530006" y="122086"/>
                  <a:pt x="532180" y="117457"/>
                  <a:pt x="532180" y="112177"/>
                </a:cubicBezTo>
                <a:cubicBezTo>
                  <a:pt x="532180" y="109048"/>
                  <a:pt x="531346" y="106018"/>
                  <a:pt x="529679" y="103085"/>
                </a:cubicBezTo>
                <a:cubicBezTo>
                  <a:pt x="528011" y="100151"/>
                  <a:pt x="525477" y="97363"/>
                  <a:pt x="522077" y="94723"/>
                </a:cubicBezTo>
                <a:cubicBezTo>
                  <a:pt x="518676" y="92083"/>
                  <a:pt x="512660" y="88645"/>
                  <a:pt x="504028" y="84409"/>
                </a:cubicBezTo>
                <a:cubicBezTo>
                  <a:pt x="491931" y="78476"/>
                  <a:pt x="483234" y="73421"/>
                  <a:pt x="477937" y="69242"/>
                </a:cubicBezTo>
                <a:cubicBezTo>
                  <a:pt x="472640" y="65063"/>
                  <a:pt x="468569" y="60394"/>
                  <a:pt x="465725" y="55236"/>
                </a:cubicBezTo>
                <a:cubicBezTo>
                  <a:pt x="462880" y="50078"/>
                  <a:pt x="461458" y="44398"/>
                  <a:pt x="461458" y="38196"/>
                </a:cubicBezTo>
                <a:cubicBezTo>
                  <a:pt x="461458" y="27619"/>
                  <a:pt x="465349" y="18609"/>
                  <a:pt x="473130" y="11167"/>
                </a:cubicBezTo>
                <a:cubicBezTo>
                  <a:pt x="480912" y="3722"/>
                  <a:pt x="490721" y="0"/>
                  <a:pt x="502557" y="0"/>
                </a:cubicBezTo>
                <a:cubicBezTo>
                  <a:pt x="506873" y="0"/>
                  <a:pt x="511058" y="529"/>
                  <a:pt x="515113" y="1588"/>
                </a:cubicBezTo>
                <a:cubicBezTo>
                  <a:pt x="518186" y="2381"/>
                  <a:pt x="521930" y="3851"/>
                  <a:pt x="526344" y="5999"/>
                </a:cubicBezTo>
                <a:cubicBezTo>
                  <a:pt x="530758" y="8146"/>
                  <a:pt x="533848" y="9220"/>
                  <a:pt x="535613" y="9220"/>
                </a:cubicBezTo>
                <a:cubicBezTo>
                  <a:pt x="537313" y="9220"/>
                  <a:pt x="538654" y="8692"/>
                  <a:pt x="539635" y="7636"/>
                </a:cubicBezTo>
                <a:cubicBezTo>
                  <a:pt x="540616" y="6577"/>
                  <a:pt x="541531" y="4032"/>
                  <a:pt x="542381" y="0"/>
                </a:cubicBezTo>
                <a:lnTo>
                  <a:pt x="545324" y="0"/>
                </a:lnTo>
                <a:close/>
                <a:moveTo>
                  <a:pt x="657877" y="44140"/>
                </a:moveTo>
                <a:lnTo>
                  <a:pt x="657877" y="115941"/>
                </a:lnTo>
                <a:cubicBezTo>
                  <a:pt x="657877" y="122981"/>
                  <a:pt x="658531" y="127372"/>
                  <a:pt x="659839" y="129116"/>
                </a:cubicBezTo>
                <a:cubicBezTo>
                  <a:pt x="661146" y="130859"/>
                  <a:pt x="663795" y="131960"/>
                  <a:pt x="667784" y="132420"/>
                </a:cubicBezTo>
                <a:lnTo>
                  <a:pt x="667784" y="135951"/>
                </a:lnTo>
                <a:lnTo>
                  <a:pt x="630412" y="135951"/>
                </a:lnTo>
                <a:lnTo>
                  <a:pt x="630412" y="123690"/>
                </a:lnTo>
                <a:cubicBezTo>
                  <a:pt x="626031" y="128921"/>
                  <a:pt x="621649" y="132731"/>
                  <a:pt x="617268" y="135117"/>
                </a:cubicBezTo>
                <a:cubicBezTo>
                  <a:pt x="612887" y="137504"/>
                  <a:pt x="607982" y="138698"/>
                  <a:pt x="602555" y="138698"/>
                </a:cubicBezTo>
                <a:cubicBezTo>
                  <a:pt x="597389" y="138698"/>
                  <a:pt x="592795" y="137112"/>
                  <a:pt x="588773" y="133940"/>
                </a:cubicBezTo>
                <a:cubicBezTo>
                  <a:pt x="584751" y="130769"/>
                  <a:pt x="582054" y="127058"/>
                  <a:pt x="580681" y="122807"/>
                </a:cubicBezTo>
                <a:cubicBezTo>
                  <a:pt x="579308" y="118557"/>
                  <a:pt x="578621" y="111135"/>
                  <a:pt x="578621" y="100541"/>
                </a:cubicBezTo>
                <a:lnTo>
                  <a:pt x="578621" y="64150"/>
                </a:lnTo>
                <a:cubicBezTo>
                  <a:pt x="578621" y="57135"/>
                  <a:pt x="577983" y="52767"/>
                  <a:pt x="576708" y="51046"/>
                </a:cubicBezTo>
                <a:cubicBezTo>
                  <a:pt x="575433" y="49325"/>
                  <a:pt x="572768" y="48200"/>
                  <a:pt x="568714" y="47671"/>
                </a:cubicBezTo>
                <a:lnTo>
                  <a:pt x="568714" y="44140"/>
                </a:lnTo>
                <a:lnTo>
                  <a:pt x="606086" y="44140"/>
                </a:lnTo>
                <a:lnTo>
                  <a:pt x="606086" y="106895"/>
                </a:lnTo>
                <a:cubicBezTo>
                  <a:pt x="606086" y="113443"/>
                  <a:pt x="606396" y="117666"/>
                  <a:pt x="607018" y="119564"/>
                </a:cubicBezTo>
                <a:cubicBezTo>
                  <a:pt x="607639" y="121463"/>
                  <a:pt x="608620" y="122903"/>
                  <a:pt x="609960" y="123886"/>
                </a:cubicBezTo>
                <a:cubicBezTo>
                  <a:pt x="611301" y="124867"/>
                  <a:pt x="612854" y="125358"/>
                  <a:pt x="614620" y="125358"/>
                </a:cubicBezTo>
                <a:cubicBezTo>
                  <a:pt x="616974" y="125358"/>
                  <a:pt x="619099" y="124736"/>
                  <a:pt x="620995" y="123494"/>
                </a:cubicBezTo>
                <a:cubicBezTo>
                  <a:pt x="623611" y="121794"/>
                  <a:pt x="626750" y="118361"/>
                  <a:pt x="630412" y="113195"/>
                </a:cubicBezTo>
                <a:lnTo>
                  <a:pt x="630412" y="64150"/>
                </a:lnTo>
                <a:cubicBezTo>
                  <a:pt x="630412" y="57135"/>
                  <a:pt x="629774" y="52767"/>
                  <a:pt x="628499" y="51046"/>
                </a:cubicBezTo>
                <a:cubicBezTo>
                  <a:pt x="627224" y="49325"/>
                  <a:pt x="624559" y="48200"/>
                  <a:pt x="620505" y="47671"/>
                </a:cubicBezTo>
                <a:lnTo>
                  <a:pt x="620505" y="44140"/>
                </a:lnTo>
                <a:lnTo>
                  <a:pt x="657877" y="44140"/>
                </a:lnTo>
                <a:close/>
                <a:moveTo>
                  <a:pt x="716382" y="126633"/>
                </a:moveTo>
                <a:lnTo>
                  <a:pt x="716382" y="160670"/>
                </a:lnTo>
                <a:cubicBezTo>
                  <a:pt x="716382" y="165441"/>
                  <a:pt x="716758" y="168688"/>
                  <a:pt x="717510" y="170411"/>
                </a:cubicBezTo>
                <a:cubicBezTo>
                  <a:pt x="718262" y="172136"/>
                  <a:pt x="719423" y="173396"/>
                  <a:pt x="720992" y="174191"/>
                </a:cubicBezTo>
                <a:cubicBezTo>
                  <a:pt x="722561" y="174985"/>
                  <a:pt x="725635" y="175383"/>
                  <a:pt x="730212" y="175383"/>
                </a:cubicBezTo>
                <a:lnTo>
                  <a:pt x="730212" y="178914"/>
                </a:lnTo>
                <a:lnTo>
                  <a:pt x="677931" y="178914"/>
                </a:lnTo>
                <a:lnTo>
                  <a:pt x="677931" y="175383"/>
                </a:lnTo>
                <a:cubicBezTo>
                  <a:pt x="681985" y="175250"/>
                  <a:pt x="684993" y="174090"/>
                  <a:pt x="686955" y="171904"/>
                </a:cubicBezTo>
                <a:cubicBezTo>
                  <a:pt x="688263" y="170381"/>
                  <a:pt x="688917" y="166440"/>
                  <a:pt x="688917" y="160081"/>
                </a:cubicBezTo>
                <a:lnTo>
                  <a:pt x="688917" y="63365"/>
                </a:lnTo>
                <a:cubicBezTo>
                  <a:pt x="688917" y="56810"/>
                  <a:pt x="688165" y="52622"/>
                  <a:pt x="686661" y="50801"/>
                </a:cubicBezTo>
                <a:cubicBezTo>
                  <a:pt x="685157" y="48980"/>
                  <a:pt x="682247" y="47937"/>
                  <a:pt x="677931" y="47671"/>
                </a:cubicBezTo>
                <a:lnTo>
                  <a:pt x="677931" y="44140"/>
                </a:lnTo>
                <a:lnTo>
                  <a:pt x="716382" y="44140"/>
                </a:lnTo>
                <a:lnTo>
                  <a:pt x="716382" y="56205"/>
                </a:lnTo>
                <a:cubicBezTo>
                  <a:pt x="719586" y="51497"/>
                  <a:pt x="722856" y="48096"/>
                  <a:pt x="726191" y="46004"/>
                </a:cubicBezTo>
                <a:cubicBezTo>
                  <a:pt x="730964" y="42930"/>
                  <a:pt x="736163" y="41394"/>
                  <a:pt x="741787" y="41394"/>
                </a:cubicBezTo>
                <a:cubicBezTo>
                  <a:pt x="748522" y="41394"/>
                  <a:pt x="754653" y="43521"/>
                  <a:pt x="760178" y="47775"/>
                </a:cubicBezTo>
                <a:cubicBezTo>
                  <a:pt x="765704" y="52030"/>
                  <a:pt x="769906" y="57905"/>
                  <a:pt x="772783" y="65401"/>
                </a:cubicBezTo>
                <a:cubicBezTo>
                  <a:pt x="775660" y="72896"/>
                  <a:pt x="777099" y="80964"/>
                  <a:pt x="777099" y="89604"/>
                </a:cubicBezTo>
                <a:cubicBezTo>
                  <a:pt x="777099" y="98898"/>
                  <a:pt x="775611" y="107391"/>
                  <a:pt x="772636" y="115083"/>
                </a:cubicBezTo>
                <a:cubicBezTo>
                  <a:pt x="769660" y="122775"/>
                  <a:pt x="765344" y="128633"/>
                  <a:pt x="759688" y="132659"/>
                </a:cubicBezTo>
                <a:cubicBezTo>
                  <a:pt x="754032" y="136685"/>
                  <a:pt x="747737" y="138698"/>
                  <a:pt x="740806" y="138698"/>
                </a:cubicBezTo>
                <a:cubicBezTo>
                  <a:pt x="735771" y="138698"/>
                  <a:pt x="731062" y="137586"/>
                  <a:pt x="726681" y="135363"/>
                </a:cubicBezTo>
                <a:cubicBezTo>
                  <a:pt x="723411" y="133662"/>
                  <a:pt x="719978" y="130752"/>
                  <a:pt x="716382" y="126633"/>
                </a:cubicBezTo>
                <a:moveTo>
                  <a:pt x="716382" y="116710"/>
                </a:moveTo>
                <a:cubicBezTo>
                  <a:pt x="722006" y="124699"/>
                  <a:pt x="728022" y="128693"/>
                  <a:pt x="734430" y="128693"/>
                </a:cubicBezTo>
                <a:cubicBezTo>
                  <a:pt x="737961" y="128693"/>
                  <a:pt x="740871" y="126827"/>
                  <a:pt x="743160" y="123095"/>
                </a:cubicBezTo>
                <a:cubicBezTo>
                  <a:pt x="746560" y="117594"/>
                  <a:pt x="748261" y="107117"/>
                  <a:pt x="748261" y="91664"/>
                </a:cubicBezTo>
                <a:cubicBezTo>
                  <a:pt x="748261" y="75819"/>
                  <a:pt x="746397" y="64982"/>
                  <a:pt x="742670" y="59154"/>
                </a:cubicBezTo>
                <a:cubicBezTo>
                  <a:pt x="740185" y="55291"/>
                  <a:pt x="736850" y="53360"/>
                  <a:pt x="732664" y="53360"/>
                </a:cubicBezTo>
                <a:cubicBezTo>
                  <a:pt x="726060" y="53360"/>
                  <a:pt x="720632" y="58140"/>
                  <a:pt x="716382" y="67700"/>
                </a:cubicBezTo>
                <a:lnTo>
                  <a:pt x="716382" y="116710"/>
                </a:lnTo>
                <a:close/>
                <a:moveTo>
                  <a:pt x="827955" y="126633"/>
                </a:moveTo>
                <a:lnTo>
                  <a:pt x="827955" y="160670"/>
                </a:lnTo>
                <a:cubicBezTo>
                  <a:pt x="827955" y="165441"/>
                  <a:pt x="828331" y="168688"/>
                  <a:pt x="829083" y="170411"/>
                </a:cubicBezTo>
                <a:cubicBezTo>
                  <a:pt x="829835" y="172136"/>
                  <a:pt x="830996" y="173396"/>
                  <a:pt x="832565" y="174191"/>
                </a:cubicBezTo>
                <a:cubicBezTo>
                  <a:pt x="834134" y="174985"/>
                  <a:pt x="837208" y="175383"/>
                  <a:pt x="841785" y="175383"/>
                </a:cubicBezTo>
                <a:lnTo>
                  <a:pt x="841785" y="178914"/>
                </a:lnTo>
                <a:lnTo>
                  <a:pt x="789504" y="178914"/>
                </a:lnTo>
                <a:lnTo>
                  <a:pt x="789504" y="175383"/>
                </a:lnTo>
                <a:cubicBezTo>
                  <a:pt x="793558" y="175250"/>
                  <a:pt x="796566" y="174090"/>
                  <a:pt x="798528" y="171904"/>
                </a:cubicBezTo>
                <a:cubicBezTo>
                  <a:pt x="799836" y="170381"/>
                  <a:pt x="800490" y="166440"/>
                  <a:pt x="800490" y="160081"/>
                </a:cubicBezTo>
                <a:lnTo>
                  <a:pt x="800490" y="63365"/>
                </a:lnTo>
                <a:cubicBezTo>
                  <a:pt x="800490" y="56810"/>
                  <a:pt x="799738" y="52622"/>
                  <a:pt x="798234" y="50801"/>
                </a:cubicBezTo>
                <a:cubicBezTo>
                  <a:pt x="796730" y="48980"/>
                  <a:pt x="793820" y="47937"/>
                  <a:pt x="789504" y="47671"/>
                </a:cubicBezTo>
                <a:lnTo>
                  <a:pt x="789504" y="44140"/>
                </a:lnTo>
                <a:lnTo>
                  <a:pt x="827955" y="44140"/>
                </a:lnTo>
                <a:lnTo>
                  <a:pt x="827955" y="56205"/>
                </a:lnTo>
                <a:cubicBezTo>
                  <a:pt x="831159" y="51497"/>
                  <a:pt x="834429" y="48096"/>
                  <a:pt x="837764" y="46004"/>
                </a:cubicBezTo>
                <a:cubicBezTo>
                  <a:pt x="842537" y="42930"/>
                  <a:pt x="847736" y="41394"/>
                  <a:pt x="853360" y="41394"/>
                </a:cubicBezTo>
                <a:cubicBezTo>
                  <a:pt x="860095" y="41394"/>
                  <a:pt x="866226" y="43521"/>
                  <a:pt x="871752" y="47775"/>
                </a:cubicBezTo>
                <a:cubicBezTo>
                  <a:pt x="877277" y="52030"/>
                  <a:pt x="881479" y="57905"/>
                  <a:pt x="884356" y="65401"/>
                </a:cubicBezTo>
                <a:cubicBezTo>
                  <a:pt x="887233" y="72896"/>
                  <a:pt x="888672" y="80964"/>
                  <a:pt x="888672" y="89604"/>
                </a:cubicBezTo>
                <a:cubicBezTo>
                  <a:pt x="888672" y="98898"/>
                  <a:pt x="887184" y="107391"/>
                  <a:pt x="884209" y="115083"/>
                </a:cubicBezTo>
                <a:cubicBezTo>
                  <a:pt x="881233" y="122775"/>
                  <a:pt x="876918" y="128633"/>
                  <a:pt x="871261" y="132659"/>
                </a:cubicBezTo>
                <a:cubicBezTo>
                  <a:pt x="865605" y="136685"/>
                  <a:pt x="859311" y="138698"/>
                  <a:pt x="852379" y="138698"/>
                </a:cubicBezTo>
                <a:cubicBezTo>
                  <a:pt x="847344" y="138698"/>
                  <a:pt x="842635" y="137586"/>
                  <a:pt x="838254" y="135363"/>
                </a:cubicBezTo>
                <a:cubicBezTo>
                  <a:pt x="834985" y="133662"/>
                  <a:pt x="831551" y="130752"/>
                  <a:pt x="827955" y="126633"/>
                </a:cubicBezTo>
                <a:moveTo>
                  <a:pt x="827955" y="116710"/>
                </a:moveTo>
                <a:cubicBezTo>
                  <a:pt x="833579" y="124699"/>
                  <a:pt x="839595" y="128693"/>
                  <a:pt x="846003" y="128693"/>
                </a:cubicBezTo>
                <a:cubicBezTo>
                  <a:pt x="849534" y="128693"/>
                  <a:pt x="852444" y="126827"/>
                  <a:pt x="854733" y="123095"/>
                </a:cubicBezTo>
                <a:cubicBezTo>
                  <a:pt x="858134" y="117594"/>
                  <a:pt x="859834" y="107117"/>
                  <a:pt x="859834" y="91664"/>
                </a:cubicBezTo>
                <a:cubicBezTo>
                  <a:pt x="859834" y="75819"/>
                  <a:pt x="857970" y="64982"/>
                  <a:pt x="854243" y="59154"/>
                </a:cubicBezTo>
                <a:cubicBezTo>
                  <a:pt x="851758" y="55291"/>
                  <a:pt x="848423" y="53360"/>
                  <a:pt x="844238" y="53360"/>
                </a:cubicBezTo>
                <a:cubicBezTo>
                  <a:pt x="837633" y="53360"/>
                  <a:pt x="832205" y="58140"/>
                  <a:pt x="827955" y="67700"/>
                </a:cubicBezTo>
                <a:lnTo>
                  <a:pt x="827955" y="116710"/>
                </a:lnTo>
                <a:close/>
                <a:moveTo>
                  <a:pt x="947276" y="41394"/>
                </a:moveTo>
                <a:cubicBezTo>
                  <a:pt x="955254" y="41394"/>
                  <a:pt x="962676" y="43455"/>
                  <a:pt x="969542" y="47579"/>
                </a:cubicBezTo>
                <a:cubicBezTo>
                  <a:pt x="976408" y="51703"/>
                  <a:pt x="981623" y="57562"/>
                  <a:pt x="985187" y="65156"/>
                </a:cubicBezTo>
                <a:cubicBezTo>
                  <a:pt x="988751" y="72749"/>
                  <a:pt x="990533" y="81062"/>
                  <a:pt x="990533" y="90095"/>
                </a:cubicBezTo>
                <a:cubicBezTo>
                  <a:pt x="990533" y="103120"/>
                  <a:pt x="987231" y="114019"/>
                  <a:pt x="980626" y="122792"/>
                </a:cubicBezTo>
                <a:cubicBezTo>
                  <a:pt x="972648" y="133396"/>
                  <a:pt x="961629" y="138698"/>
                  <a:pt x="947570" y="138698"/>
                </a:cubicBezTo>
                <a:cubicBezTo>
                  <a:pt x="933772" y="138698"/>
                  <a:pt x="923146" y="133854"/>
                  <a:pt x="915691" y="124165"/>
                </a:cubicBezTo>
                <a:cubicBezTo>
                  <a:pt x="908236" y="114477"/>
                  <a:pt x="904509" y="103251"/>
                  <a:pt x="904509" y="90487"/>
                </a:cubicBezTo>
                <a:cubicBezTo>
                  <a:pt x="904509" y="77331"/>
                  <a:pt x="908318" y="65860"/>
                  <a:pt x="915936" y="56073"/>
                </a:cubicBezTo>
                <a:cubicBezTo>
                  <a:pt x="923555" y="46287"/>
                  <a:pt x="934001" y="41394"/>
                  <a:pt x="947276" y="41394"/>
                </a:cubicBezTo>
                <a:moveTo>
                  <a:pt x="947668" y="48260"/>
                </a:moveTo>
                <a:cubicBezTo>
                  <a:pt x="944333" y="48260"/>
                  <a:pt x="941472" y="49521"/>
                  <a:pt x="939085" y="52042"/>
                </a:cubicBezTo>
                <a:cubicBezTo>
                  <a:pt x="936699" y="54562"/>
                  <a:pt x="935129" y="59537"/>
                  <a:pt x="934377" y="66967"/>
                </a:cubicBezTo>
                <a:cubicBezTo>
                  <a:pt x="933625" y="74397"/>
                  <a:pt x="933249" y="84725"/>
                  <a:pt x="933249" y="97951"/>
                </a:cubicBezTo>
                <a:cubicBezTo>
                  <a:pt x="933249" y="104956"/>
                  <a:pt x="933707" y="111504"/>
                  <a:pt x="934622" y="117593"/>
                </a:cubicBezTo>
                <a:cubicBezTo>
                  <a:pt x="935342" y="122240"/>
                  <a:pt x="936878" y="125775"/>
                  <a:pt x="939233" y="128199"/>
                </a:cubicBezTo>
                <a:cubicBezTo>
                  <a:pt x="941587" y="130621"/>
                  <a:pt x="944268" y="131831"/>
                  <a:pt x="947276" y="131831"/>
                </a:cubicBezTo>
                <a:cubicBezTo>
                  <a:pt x="950218" y="131831"/>
                  <a:pt x="952671" y="131013"/>
                  <a:pt x="954632" y="129376"/>
                </a:cubicBezTo>
                <a:cubicBezTo>
                  <a:pt x="957183" y="127151"/>
                  <a:pt x="958883" y="124041"/>
                  <a:pt x="959733" y="120045"/>
                </a:cubicBezTo>
                <a:cubicBezTo>
                  <a:pt x="961041" y="113827"/>
                  <a:pt x="961695" y="101257"/>
                  <a:pt x="961695" y="82336"/>
                </a:cubicBezTo>
                <a:cubicBezTo>
                  <a:pt x="961695" y="71207"/>
                  <a:pt x="961074" y="63565"/>
                  <a:pt x="959831" y="59408"/>
                </a:cubicBezTo>
                <a:cubicBezTo>
                  <a:pt x="958589" y="55250"/>
                  <a:pt x="956758" y="52221"/>
                  <a:pt x="954338" y="50323"/>
                </a:cubicBezTo>
                <a:cubicBezTo>
                  <a:pt x="952638" y="48947"/>
                  <a:pt x="950415" y="48260"/>
                  <a:pt x="947668" y="48260"/>
                </a:cubicBezTo>
                <a:close/>
                <a:moveTo>
                  <a:pt x="1042801" y="44140"/>
                </a:moveTo>
                <a:lnTo>
                  <a:pt x="1042801" y="64935"/>
                </a:lnTo>
                <a:cubicBezTo>
                  <a:pt x="1048883" y="55453"/>
                  <a:pt x="1054212" y="49159"/>
                  <a:pt x="1058790" y="46053"/>
                </a:cubicBezTo>
                <a:cubicBezTo>
                  <a:pt x="1063367" y="42947"/>
                  <a:pt x="1067781" y="41394"/>
                  <a:pt x="1072032" y="41394"/>
                </a:cubicBezTo>
                <a:cubicBezTo>
                  <a:pt x="1075694" y="41394"/>
                  <a:pt x="1078620" y="42526"/>
                  <a:pt x="1080811" y="44790"/>
                </a:cubicBezTo>
                <a:cubicBezTo>
                  <a:pt x="1083001" y="47054"/>
                  <a:pt x="1084097" y="50253"/>
                  <a:pt x="1084097" y="54387"/>
                </a:cubicBezTo>
                <a:cubicBezTo>
                  <a:pt x="1084097" y="58785"/>
                  <a:pt x="1083034" y="62199"/>
                  <a:pt x="1080909" y="64628"/>
                </a:cubicBezTo>
                <a:cubicBezTo>
                  <a:pt x="1078783" y="67056"/>
                  <a:pt x="1076217" y="68270"/>
                  <a:pt x="1073209" y="68270"/>
                </a:cubicBezTo>
                <a:cubicBezTo>
                  <a:pt x="1069743" y="68270"/>
                  <a:pt x="1066735" y="67158"/>
                  <a:pt x="1064184" y="64935"/>
                </a:cubicBezTo>
                <a:cubicBezTo>
                  <a:pt x="1061634" y="62711"/>
                  <a:pt x="1060130" y="61469"/>
                  <a:pt x="1059672" y="61207"/>
                </a:cubicBezTo>
                <a:cubicBezTo>
                  <a:pt x="1059018" y="60815"/>
                  <a:pt x="1058266" y="60619"/>
                  <a:pt x="1057416" y="60619"/>
                </a:cubicBezTo>
                <a:cubicBezTo>
                  <a:pt x="1055520" y="60619"/>
                  <a:pt x="1053722" y="61338"/>
                  <a:pt x="1052021" y="62777"/>
                </a:cubicBezTo>
                <a:cubicBezTo>
                  <a:pt x="1049340" y="65000"/>
                  <a:pt x="1047313" y="68172"/>
                  <a:pt x="1045940" y="72291"/>
                </a:cubicBezTo>
                <a:cubicBezTo>
                  <a:pt x="1043847" y="78635"/>
                  <a:pt x="1042801" y="85632"/>
                  <a:pt x="1042801" y="93283"/>
                </a:cubicBezTo>
                <a:lnTo>
                  <a:pt x="1042801" y="114372"/>
                </a:lnTo>
                <a:lnTo>
                  <a:pt x="1042899" y="119865"/>
                </a:lnTo>
                <a:cubicBezTo>
                  <a:pt x="1042899" y="123592"/>
                  <a:pt x="1043128" y="125979"/>
                  <a:pt x="1043586" y="127025"/>
                </a:cubicBezTo>
                <a:cubicBezTo>
                  <a:pt x="1044371" y="128791"/>
                  <a:pt x="1045531" y="130082"/>
                  <a:pt x="1047068" y="130900"/>
                </a:cubicBezTo>
                <a:cubicBezTo>
                  <a:pt x="1048605" y="131717"/>
                  <a:pt x="1051204" y="132224"/>
                  <a:pt x="1054866" y="132420"/>
                </a:cubicBezTo>
                <a:lnTo>
                  <a:pt x="1054866" y="135951"/>
                </a:lnTo>
                <a:lnTo>
                  <a:pt x="1005331" y="135951"/>
                </a:lnTo>
                <a:lnTo>
                  <a:pt x="1005331" y="132420"/>
                </a:lnTo>
                <a:cubicBezTo>
                  <a:pt x="1009320" y="132093"/>
                  <a:pt x="1012018" y="130998"/>
                  <a:pt x="1013423" y="129134"/>
                </a:cubicBezTo>
                <a:cubicBezTo>
                  <a:pt x="1014829" y="127270"/>
                  <a:pt x="1015532" y="122350"/>
                  <a:pt x="1015532" y="114372"/>
                </a:cubicBezTo>
                <a:lnTo>
                  <a:pt x="1015532" y="63562"/>
                </a:lnTo>
                <a:cubicBezTo>
                  <a:pt x="1015532" y="58297"/>
                  <a:pt x="1015271" y="54942"/>
                  <a:pt x="1014748" y="53495"/>
                </a:cubicBezTo>
                <a:cubicBezTo>
                  <a:pt x="1014094" y="51652"/>
                  <a:pt x="1013146" y="50303"/>
                  <a:pt x="1011903" y="49449"/>
                </a:cubicBezTo>
                <a:cubicBezTo>
                  <a:pt x="1010661" y="48593"/>
                  <a:pt x="1008470" y="48000"/>
                  <a:pt x="1005331" y="47671"/>
                </a:cubicBezTo>
                <a:lnTo>
                  <a:pt x="1005331" y="44140"/>
                </a:lnTo>
                <a:lnTo>
                  <a:pt x="1042801" y="44140"/>
                </a:lnTo>
                <a:close/>
                <a:moveTo>
                  <a:pt x="1131011" y="10397"/>
                </a:moveTo>
                <a:lnTo>
                  <a:pt x="1131011" y="44140"/>
                </a:lnTo>
                <a:lnTo>
                  <a:pt x="1152786" y="44140"/>
                </a:lnTo>
                <a:lnTo>
                  <a:pt x="1152786" y="53753"/>
                </a:lnTo>
                <a:lnTo>
                  <a:pt x="1131011" y="53753"/>
                </a:lnTo>
                <a:lnTo>
                  <a:pt x="1131011" y="110503"/>
                </a:lnTo>
                <a:cubicBezTo>
                  <a:pt x="1131011" y="115814"/>
                  <a:pt x="1131256" y="119240"/>
                  <a:pt x="1131746" y="120781"/>
                </a:cubicBezTo>
                <a:cubicBezTo>
                  <a:pt x="1132237" y="122322"/>
                  <a:pt x="1133103" y="123568"/>
                  <a:pt x="1134346" y="124521"/>
                </a:cubicBezTo>
                <a:cubicBezTo>
                  <a:pt x="1135588" y="125471"/>
                  <a:pt x="1136732" y="125946"/>
                  <a:pt x="1137779" y="125946"/>
                </a:cubicBezTo>
                <a:cubicBezTo>
                  <a:pt x="1142029" y="125946"/>
                  <a:pt x="1146051" y="122676"/>
                  <a:pt x="1149844" y="116137"/>
                </a:cubicBezTo>
                <a:lnTo>
                  <a:pt x="1152786" y="118317"/>
                </a:lnTo>
                <a:cubicBezTo>
                  <a:pt x="1147489" y="130988"/>
                  <a:pt x="1138890" y="137324"/>
                  <a:pt x="1126989" y="137324"/>
                </a:cubicBezTo>
                <a:cubicBezTo>
                  <a:pt x="1121169" y="137324"/>
                  <a:pt x="1116248" y="135701"/>
                  <a:pt x="1112227" y="132454"/>
                </a:cubicBezTo>
                <a:cubicBezTo>
                  <a:pt x="1108205" y="129205"/>
                  <a:pt x="1105638" y="125578"/>
                  <a:pt x="1104527" y="121575"/>
                </a:cubicBezTo>
                <a:cubicBezTo>
                  <a:pt x="1103873" y="119344"/>
                  <a:pt x="1103546" y="113306"/>
                  <a:pt x="1103546" y="103462"/>
                </a:cubicBezTo>
                <a:lnTo>
                  <a:pt x="1103546" y="53753"/>
                </a:lnTo>
                <a:lnTo>
                  <a:pt x="1091579" y="53753"/>
                </a:lnTo>
                <a:lnTo>
                  <a:pt x="1091579" y="50310"/>
                </a:lnTo>
                <a:cubicBezTo>
                  <a:pt x="1099818" y="44478"/>
                  <a:pt x="1106832" y="38351"/>
                  <a:pt x="1112619" y="31928"/>
                </a:cubicBezTo>
                <a:cubicBezTo>
                  <a:pt x="1118406" y="25505"/>
                  <a:pt x="1123458" y="18328"/>
                  <a:pt x="1127774" y="10397"/>
                </a:cubicBezTo>
                <a:lnTo>
                  <a:pt x="1131011" y="103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dd3ea44fd4336"/>
          <a:stretch xmlns:a="http://schemas.openxmlformats.org/drawingml/2006/main"/>
        </p:blipFill>
        <p:spPr>
          <a:xfrm xmlns:a="http://schemas.openxmlformats.org/drawingml/2006/main">
            <a:off x="11816281" y="1409139"/>
            <a:ext cx="1917834" cy="1029541"/>
          </a:xfrm>
          <a:prstGeom xmlns:a="http://schemas.openxmlformats.org/drawingml/2006/main" prst="rect">
            <a:avLst/>
          </a:prstGeom>
        </p:spPr>
      </p:pic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27369552d4e2f"/>
          <a:stretch xmlns:a="http://schemas.openxmlformats.org/drawingml/2006/main"/>
        </p:blipFill>
        <p:spPr>
          <a:xfrm xmlns:a="http://schemas.openxmlformats.org/drawingml/2006/main">
            <a:off x="12057972" y="1562942"/>
            <a:ext cx="1434452" cy="781572"/>
          </a:xfrm>
          <a:prstGeom xmlns:a="http://schemas.openxmlformats.org/drawingml/2006/main" prst="rect">
            <a:avLst/>
          </a:prstGeom>
        </p:spPr>
      </p:pic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2E2710-6602-4BCC-8C75-DE4AAC12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6362" y="1438435"/>
            <a:ext cx="1798558" cy="910264"/>
          </a:xfrm>
          <a:custGeom xmlns:a="http://schemas.openxmlformats.org/drawingml/2006/main">
            <a:pathLst>
              <a:path w="1798558" h="910264">
                <a:moveTo>
                  <a:pt x="0" y="151713"/>
                </a:moveTo>
                <a:cubicBezTo>
                  <a:pt x="0" y="67924"/>
                  <a:pt x="67924" y="0"/>
                  <a:pt x="151713" y="0"/>
                </a:cubicBezTo>
                <a:lnTo>
                  <a:pt x="1646845" y="0"/>
                </a:lnTo>
                <a:cubicBezTo>
                  <a:pt x="1730634" y="0"/>
                  <a:pt x="1798558" y="67924"/>
                  <a:pt x="1798558" y="151713"/>
                </a:cubicBezTo>
                <a:lnTo>
                  <a:pt x="1798558" y="758552"/>
                </a:lnTo>
                <a:cubicBezTo>
                  <a:pt x="1798558" y="842341"/>
                  <a:pt x="1730634" y="910264"/>
                  <a:pt x="1646845" y="910264"/>
                </a:cubicBezTo>
                <a:lnTo>
                  <a:pt x="151713" y="910264"/>
                </a:lnTo>
                <a:cubicBezTo>
                  <a:pt x="67924" y="910264"/>
                  <a:pt x="0" y="842341"/>
                  <a:pt x="0" y="758552"/>
                </a:cubicBezTo>
                <a:lnTo>
                  <a:pt x="0" y="151713"/>
                </a:lnTo>
                <a:close/>
              </a:path>
            </a:pathLst>
          </a:custGeom>
          <a:solidFill xmlns:a="http://schemas.openxmlformats.org/drawingml/2006/main">
            <a:srgbClr val="FFFC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Other">
            <a:extLst xmlns:a="http://schemas.openxmlformats.org/drawingml/2006/main">
              <a:ext uri="{FF2B5EF4-FFF2-40B4-BE49-F238E27FC236}">
                <a16:creationId xmlns:a16="http://schemas.microsoft.com/office/drawing/2014/main" id="{9E20B6BB-C656-4CBB-9C79-03E328A1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8198" y="1709683"/>
            <a:ext cx="502587" cy="138698"/>
          </a:xfrm>
          <a:custGeom xmlns:a="http://schemas.openxmlformats.org/drawingml/2006/main">
            <a:pathLst>
              <a:path w="502587" h="138698">
                <a:moveTo>
                  <a:pt x="69741" y="785"/>
                </a:moveTo>
                <a:cubicBezTo>
                  <a:pt x="90928" y="0"/>
                  <a:pt x="108143" y="6180"/>
                  <a:pt x="121385" y="19324"/>
                </a:cubicBezTo>
                <a:cubicBezTo>
                  <a:pt x="134627" y="32467"/>
                  <a:pt x="141248" y="48914"/>
                  <a:pt x="141248" y="68662"/>
                </a:cubicBezTo>
                <a:cubicBezTo>
                  <a:pt x="141248" y="85534"/>
                  <a:pt x="136311" y="100378"/>
                  <a:pt x="126437" y="113195"/>
                </a:cubicBezTo>
                <a:cubicBezTo>
                  <a:pt x="113358" y="130197"/>
                  <a:pt x="94885" y="138698"/>
                  <a:pt x="71016" y="138698"/>
                </a:cubicBezTo>
                <a:cubicBezTo>
                  <a:pt x="47083" y="138698"/>
                  <a:pt x="28577" y="130589"/>
                  <a:pt x="15498" y="114372"/>
                </a:cubicBezTo>
                <a:cubicBezTo>
                  <a:pt x="5166" y="101555"/>
                  <a:pt x="0" y="86351"/>
                  <a:pt x="0" y="68760"/>
                </a:cubicBezTo>
                <a:cubicBezTo>
                  <a:pt x="0" y="49012"/>
                  <a:pt x="6719" y="32549"/>
                  <a:pt x="20157" y="19373"/>
                </a:cubicBezTo>
                <a:cubicBezTo>
                  <a:pt x="33595" y="6196"/>
                  <a:pt x="50123" y="0"/>
                  <a:pt x="69741" y="785"/>
                </a:cubicBezTo>
                <a:moveTo>
                  <a:pt x="70918" y="7062"/>
                </a:moveTo>
                <a:cubicBezTo>
                  <a:pt x="58755" y="7062"/>
                  <a:pt x="49502" y="13270"/>
                  <a:pt x="43159" y="25684"/>
                </a:cubicBezTo>
                <a:cubicBezTo>
                  <a:pt x="37993" y="35877"/>
                  <a:pt x="35410" y="50514"/>
                  <a:pt x="35410" y="69594"/>
                </a:cubicBezTo>
                <a:cubicBezTo>
                  <a:pt x="35410" y="92267"/>
                  <a:pt x="39399" y="109027"/>
                  <a:pt x="47377" y="119874"/>
                </a:cubicBezTo>
                <a:cubicBezTo>
                  <a:pt x="52935" y="127453"/>
                  <a:pt x="60717" y="131243"/>
                  <a:pt x="70722" y="131243"/>
                </a:cubicBezTo>
                <a:cubicBezTo>
                  <a:pt x="77458" y="131243"/>
                  <a:pt x="83081" y="129609"/>
                  <a:pt x="87593" y="126342"/>
                </a:cubicBezTo>
                <a:cubicBezTo>
                  <a:pt x="93348" y="122161"/>
                  <a:pt x="97827" y="115480"/>
                  <a:pt x="101032" y="106301"/>
                </a:cubicBezTo>
                <a:cubicBezTo>
                  <a:pt x="104236" y="97119"/>
                  <a:pt x="105838" y="85145"/>
                  <a:pt x="105838" y="70379"/>
                </a:cubicBezTo>
                <a:cubicBezTo>
                  <a:pt x="105838" y="52800"/>
                  <a:pt x="104203" y="39650"/>
                  <a:pt x="100933" y="30929"/>
                </a:cubicBezTo>
                <a:cubicBezTo>
                  <a:pt x="97664" y="22205"/>
                  <a:pt x="93495" y="16047"/>
                  <a:pt x="88427" y="12454"/>
                </a:cubicBezTo>
                <a:cubicBezTo>
                  <a:pt x="83359" y="8860"/>
                  <a:pt x="77523" y="7062"/>
                  <a:pt x="70918" y="7062"/>
                </a:cubicBezTo>
                <a:close/>
                <a:moveTo>
                  <a:pt x="191762" y="10201"/>
                </a:moveTo>
                <a:lnTo>
                  <a:pt x="191762" y="43944"/>
                </a:lnTo>
                <a:lnTo>
                  <a:pt x="213537" y="43944"/>
                </a:lnTo>
                <a:lnTo>
                  <a:pt x="213537" y="53557"/>
                </a:lnTo>
                <a:lnTo>
                  <a:pt x="191762" y="53557"/>
                </a:lnTo>
                <a:lnTo>
                  <a:pt x="191762" y="110307"/>
                </a:lnTo>
                <a:cubicBezTo>
                  <a:pt x="191762" y="115618"/>
                  <a:pt x="192007" y="119044"/>
                  <a:pt x="192497" y="120585"/>
                </a:cubicBezTo>
                <a:cubicBezTo>
                  <a:pt x="192988" y="122126"/>
                  <a:pt x="193854" y="123372"/>
                  <a:pt x="195097" y="124325"/>
                </a:cubicBezTo>
                <a:cubicBezTo>
                  <a:pt x="196339" y="125275"/>
                  <a:pt x="197483" y="125750"/>
                  <a:pt x="198530" y="125750"/>
                </a:cubicBezTo>
                <a:cubicBezTo>
                  <a:pt x="202780" y="125750"/>
                  <a:pt x="206802" y="122480"/>
                  <a:pt x="210595" y="115941"/>
                </a:cubicBezTo>
                <a:lnTo>
                  <a:pt x="213537" y="118120"/>
                </a:lnTo>
                <a:cubicBezTo>
                  <a:pt x="208240" y="130792"/>
                  <a:pt x="199641" y="137128"/>
                  <a:pt x="187740" y="137128"/>
                </a:cubicBezTo>
                <a:cubicBezTo>
                  <a:pt x="181920" y="137128"/>
                  <a:pt x="176999" y="135505"/>
                  <a:pt x="172978" y="132258"/>
                </a:cubicBezTo>
                <a:cubicBezTo>
                  <a:pt x="168956" y="129008"/>
                  <a:pt x="166389" y="125382"/>
                  <a:pt x="165278" y="121379"/>
                </a:cubicBezTo>
                <a:cubicBezTo>
                  <a:pt x="164624" y="119147"/>
                  <a:pt x="164297" y="113110"/>
                  <a:pt x="164297" y="103266"/>
                </a:cubicBezTo>
                <a:lnTo>
                  <a:pt x="164297" y="53557"/>
                </a:lnTo>
                <a:lnTo>
                  <a:pt x="152330" y="53557"/>
                </a:lnTo>
                <a:lnTo>
                  <a:pt x="152330" y="50114"/>
                </a:lnTo>
                <a:cubicBezTo>
                  <a:pt x="160569" y="44282"/>
                  <a:pt x="167583" y="38155"/>
                  <a:pt x="173370" y="31732"/>
                </a:cubicBezTo>
                <a:cubicBezTo>
                  <a:pt x="179157" y="25309"/>
                  <a:pt x="184209" y="18132"/>
                  <a:pt x="188525" y="10201"/>
                </a:cubicBezTo>
                <a:lnTo>
                  <a:pt x="191762" y="10201"/>
                </a:lnTo>
                <a:close/>
                <a:moveTo>
                  <a:pt x="259294" y="2746"/>
                </a:moveTo>
                <a:lnTo>
                  <a:pt x="259294" y="55813"/>
                </a:lnTo>
                <a:cubicBezTo>
                  <a:pt x="264329" y="50479"/>
                  <a:pt x="268939" y="46710"/>
                  <a:pt x="273124" y="44505"/>
                </a:cubicBezTo>
                <a:cubicBezTo>
                  <a:pt x="277309" y="42300"/>
                  <a:pt x="281658" y="41197"/>
                  <a:pt x="286170" y="41197"/>
                </a:cubicBezTo>
                <a:cubicBezTo>
                  <a:pt x="291925" y="41197"/>
                  <a:pt x="296845" y="42832"/>
                  <a:pt x="300932" y="46102"/>
                </a:cubicBezTo>
                <a:cubicBezTo>
                  <a:pt x="305019" y="49371"/>
                  <a:pt x="307733" y="53213"/>
                  <a:pt x="309074" y="57627"/>
                </a:cubicBezTo>
                <a:cubicBezTo>
                  <a:pt x="310414" y="62041"/>
                  <a:pt x="311085" y="69480"/>
                  <a:pt x="311085" y="79942"/>
                </a:cubicBezTo>
                <a:lnTo>
                  <a:pt x="311085" y="115745"/>
                </a:lnTo>
                <a:cubicBezTo>
                  <a:pt x="311085" y="122785"/>
                  <a:pt x="311739" y="127176"/>
                  <a:pt x="313046" y="128919"/>
                </a:cubicBezTo>
                <a:cubicBezTo>
                  <a:pt x="314354" y="130663"/>
                  <a:pt x="317003" y="131764"/>
                  <a:pt x="320992" y="132224"/>
                </a:cubicBezTo>
                <a:lnTo>
                  <a:pt x="320992" y="135755"/>
                </a:lnTo>
                <a:lnTo>
                  <a:pt x="274497" y="135755"/>
                </a:lnTo>
                <a:lnTo>
                  <a:pt x="274497" y="132224"/>
                </a:lnTo>
                <a:cubicBezTo>
                  <a:pt x="277767" y="131764"/>
                  <a:pt x="280219" y="130448"/>
                  <a:pt x="281854" y="128276"/>
                </a:cubicBezTo>
                <a:cubicBezTo>
                  <a:pt x="283031" y="126565"/>
                  <a:pt x="283620" y="122388"/>
                  <a:pt x="283620" y="115745"/>
                </a:cubicBezTo>
                <a:lnTo>
                  <a:pt x="283620" y="74906"/>
                </a:lnTo>
                <a:cubicBezTo>
                  <a:pt x="283620" y="67333"/>
                  <a:pt x="283325" y="62584"/>
                  <a:pt x="282737" y="60659"/>
                </a:cubicBezTo>
                <a:cubicBezTo>
                  <a:pt x="282148" y="58732"/>
                  <a:pt x="281151" y="57230"/>
                  <a:pt x="279745" y="56153"/>
                </a:cubicBezTo>
                <a:cubicBezTo>
                  <a:pt x="278339" y="55076"/>
                  <a:pt x="276754" y="54537"/>
                  <a:pt x="274988" y="54537"/>
                </a:cubicBezTo>
                <a:cubicBezTo>
                  <a:pt x="272372" y="54537"/>
                  <a:pt x="269822" y="55437"/>
                  <a:pt x="267337" y="57235"/>
                </a:cubicBezTo>
                <a:cubicBezTo>
                  <a:pt x="264852" y="59033"/>
                  <a:pt x="262171" y="62188"/>
                  <a:pt x="259294" y="66700"/>
                </a:cubicBezTo>
                <a:lnTo>
                  <a:pt x="259294" y="115745"/>
                </a:lnTo>
                <a:cubicBezTo>
                  <a:pt x="259294" y="122323"/>
                  <a:pt x="259784" y="126435"/>
                  <a:pt x="260765" y="128080"/>
                </a:cubicBezTo>
                <a:cubicBezTo>
                  <a:pt x="262007" y="130315"/>
                  <a:pt x="264558" y="131697"/>
                  <a:pt x="268416" y="132224"/>
                </a:cubicBezTo>
                <a:lnTo>
                  <a:pt x="268416" y="135755"/>
                </a:lnTo>
                <a:lnTo>
                  <a:pt x="221922" y="135755"/>
                </a:lnTo>
                <a:lnTo>
                  <a:pt x="221922" y="132224"/>
                </a:lnTo>
                <a:cubicBezTo>
                  <a:pt x="225780" y="131829"/>
                  <a:pt x="228526" y="130580"/>
                  <a:pt x="230161" y="128475"/>
                </a:cubicBezTo>
                <a:cubicBezTo>
                  <a:pt x="231273" y="127028"/>
                  <a:pt x="231829" y="122785"/>
                  <a:pt x="231829" y="115745"/>
                </a:cubicBezTo>
                <a:lnTo>
                  <a:pt x="231829" y="22757"/>
                </a:lnTo>
                <a:cubicBezTo>
                  <a:pt x="231829" y="15741"/>
                  <a:pt x="231191" y="11373"/>
                  <a:pt x="229916" y="9653"/>
                </a:cubicBezTo>
                <a:cubicBezTo>
                  <a:pt x="228641" y="7932"/>
                  <a:pt x="225976" y="6807"/>
                  <a:pt x="221922" y="6278"/>
                </a:cubicBezTo>
                <a:lnTo>
                  <a:pt x="221922" y="2746"/>
                </a:lnTo>
                <a:lnTo>
                  <a:pt x="259294" y="2746"/>
                </a:lnTo>
                <a:close/>
                <a:moveTo>
                  <a:pt x="410962" y="86514"/>
                </a:moveTo>
                <a:lnTo>
                  <a:pt x="360642" y="86514"/>
                </a:lnTo>
                <a:cubicBezTo>
                  <a:pt x="361231" y="98710"/>
                  <a:pt x="364468" y="108348"/>
                  <a:pt x="370353" y="115429"/>
                </a:cubicBezTo>
                <a:cubicBezTo>
                  <a:pt x="374865" y="120871"/>
                  <a:pt x="380293" y="123592"/>
                  <a:pt x="386636" y="123592"/>
                </a:cubicBezTo>
                <a:cubicBezTo>
                  <a:pt x="390560" y="123592"/>
                  <a:pt x="394123" y="122497"/>
                  <a:pt x="397328" y="120306"/>
                </a:cubicBezTo>
                <a:cubicBezTo>
                  <a:pt x="400532" y="118115"/>
                  <a:pt x="403965" y="114175"/>
                  <a:pt x="407627" y="108486"/>
                </a:cubicBezTo>
                <a:lnTo>
                  <a:pt x="410962" y="110644"/>
                </a:lnTo>
                <a:cubicBezTo>
                  <a:pt x="405992" y="120780"/>
                  <a:pt x="400499" y="127957"/>
                  <a:pt x="394483" y="132175"/>
                </a:cubicBezTo>
                <a:cubicBezTo>
                  <a:pt x="388467" y="136393"/>
                  <a:pt x="381503" y="138501"/>
                  <a:pt x="373590" y="138501"/>
                </a:cubicBezTo>
                <a:cubicBezTo>
                  <a:pt x="359989" y="138501"/>
                  <a:pt x="349689" y="133265"/>
                  <a:pt x="342692" y="122792"/>
                </a:cubicBezTo>
                <a:cubicBezTo>
                  <a:pt x="337068" y="114348"/>
                  <a:pt x="334257" y="103875"/>
                  <a:pt x="334257" y="91373"/>
                </a:cubicBezTo>
                <a:cubicBezTo>
                  <a:pt x="334257" y="76055"/>
                  <a:pt x="338393" y="63863"/>
                  <a:pt x="346665" y="54798"/>
                </a:cubicBezTo>
                <a:cubicBezTo>
                  <a:pt x="354937" y="45731"/>
                  <a:pt x="364631" y="41197"/>
                  <a:pt x="375748" y="41197"/>
                </a:cubicBezTo>
                <a:cubicBezTo>
                  <a:pt x="385034" y="41197"/>
                  <a:pt x="393094" y="45006"/>
                  <a:pt x="399927" y="52625"/>
                </a:cubicBezTo>
                <a:cubicBezTo>
                  <a:pt x="406761" y="60243"/>
                  <a:pt x="410439" y="71539"/>
                  <a:pt x="410962" y="86514"/>
                </a:cubicBezTo>
                <a:moveTo>
                  <a:pt x="386832" y="80041"/>
                </a:moveTo>
                <a:cubicBezTo>
                  <a:pt x="386832" y="69512"/>
                  <a:pt x="386260" y="62286"/>
                  <a:pt x="385116" y="58363"/>
                </a:cubicBezTo>
                <a:cubicBezTo>
                  <a:pt x="383971" y="54439"/>
                  <a:pt x="382189" y="51464"/>
                  <a:pt x="379770" y="49437"/>
                </a:cubicBezTo>
                <a:cubicBezTo>
                  <a:pt x="378397" y="48260"/>
                  <a:pt x="376566" y="47671"/>
                  <a:pt x="374277" y="47671"/>
                </a:cubicBezTo>
                <a:cubicBezTo>
                  <a:pt x="370876" y="47671"/>
                  <a:pt x="368097" y="49339"/>
                  <a:pt x="365939" y="52674"/>
                </a:cubicBezTo>
                <a:cubicBezTo>
                  <a:pt x="362081" y="58494"/>
                  <a:pt x="360152" y="66472"/>
                  <a:pt x="360152" y="76607"/>
                </a:cubicBezTo>
                <a:lnTo>
                  <a:pt x="360152" y="80041"/>
                </a:lnTo>
                <a:lnTo>
                  <a:pt x="386832" y="80041"/>
                </a:lnTo>
                <a:close/>
                <a:moveTo>
                  <a:pt x="461291" y="43944"/>
                </a:moveTo>
                <a:lnTo>
                  <a:pt x="461291" y="64739"/>
                </a:lnTo>
                <a:cubicBezTo>
                  <a:pt x="467373" y="55257"/>
                  <a:pt x="472702" y="48963"/>
                  <a:pt x="477280" y="45857"/>
                </a:cubicBezTo>
                <a:cubicBezTo>
                  <a:pt x="481857" y="42750"/>
                  <a:pt x="486271" y="41197"/>
                  <a:pt x="490522" y="41197"/>
                </a:cubicBezTo>
                <a:cubicBezTo>
                  <a:pt x="494184" y="41197"/>
                  <a:pt x="497110" y="42329"/>
                  <a:pt x="499301" y="44594"/>
                </a:cubicBezTo>
                <a:cubicBezTo>
                  <a:pt x="501491" y="46858"/>
                  <a:pt x="502587" y="50057"/>
                  <a:pt x="502587" y="54191"/>
                </a:cubicBezTo>
                <a:cubicBezTo>
                  <a:pt x="502587" y="58589"/>
                  <a:pt x="501524" y="62002"/>
                  <a:pt x="499399" y="64432"/>
                </a:cubicBezTo>
                <a:cubicBezTo>
                  <a:pt x="497273" y="66860"/>
                  <a:pt x="494707" y="68074"/>
                  <a:pt x="491699" y="68074"/>
                </a:cubicBezTo>
                <a:cubicBezTo>
                  <a:pt x="488233" y="68074"/>
                  <a:pt x="485225" y="66962"/>
                  <a:pt x="482674" y="64739"/>
                </a:cubicBezTo>
                <a:cubicBezTo>
                  <a:pt x="480124" y="62515"/>
                  <a:pt x="478620" y="61273"/>
                  <a:pt x="478162" y="61011"/>
                </a:cubicBezTo>
                <a:cubicBezTo>
                  <a:pt x="477508" y="60619"/>
                  <a:pt x="476756" y="60423"/>
                  <a:pt x="475906" y="60423"/>
                </a:cubicBezTo>
                <a:cubicBezTo>
                  <a:pt x="474010" y="60423"/>
                  <a:pt x="472212" y="61142"/>
                  <a:pt x="470511" y="62581"/>
                </a:cubicBezTo>
                <a:cubicBezTo>
                  <a:pt x="467830" y="64804"/>
                  <a:pt x="465803" y="67976"/>
                  <a:pt x="464430" y="72095"/>
                </a:cubicBezTo>
                <a:cubicBezTo>
                  <a:pt x="462337" y="78438"/>
                  <a:pt x="461291" y="85435"/>
                  <a:pt x="461291" y="93086"/>
                </a:cubicBezTo>
                <a:lnTo>
                  <a:pt x="461291" y="114175"/>
                </a:lnTo>
                <a:lnTo>
                  <a:pt x="461389" y="119668"/>
                </a:lnTo>
                <a:cubicBezTo>
                  <a:pt x="461389" y="123396"/>
                  <a:pt x="461618" y="125783"/>
                  <a:pt x="462076" y="126829"/>
                </a:cubicBezTo>
                <a:cubicBezTo>
                  <a:pt x="462861" y="128595"/>
                  <a:pt x="464021" y="129886"/>
                  <a:pt x="465558" y="130703"/>
                </a:cubicBezTo>
                <a:cubicBezTo>
                  <a:pt x="467095" y="131521"/>
                  <a:pt x="469694" y="132028"/>
                  <a:pt x="473356" y="132224"/>
                </a:cubicBezTo>
                <a:lnTo>
                  <a:pt x="473356" y="135755"/>
                </a:lnTo>
                <a:lnTo>
                  <a:pt x="423821" y="135755"/>
                </a:lnTo>
                <a:lnTo>
                  <a:pt x="423821" y="132224"/>
                </a:lnTo>
                <a:cubicBezTo>
                  <a:pt x="427810" y="131897"/>
                  <a:pt x="430508" y="130802"/>
                  <a:pt x="431913" y="128938"/>
                </a:cubicBezTo>
                <a:cubicBezTo>
                  <a:pt x="433319" y="127074"/>
                  <a:pt x="434022" y="122153"/>
                  <a:pt x="434022" y="114175"/>
                </a:cubicBezTo>
                <a:lnTo>
                  <a:pt x="434022" y="63365"/>
                </a:lnTo>
                <a:cubicBezTo>
                  <a:pt x="434022" y="58101"/>
                  <a:pt x="433761" y="54746"/>
                  <a:pt x="433238" y="53299"/>
                </a:cubicBezTo>
                <a:cubicBezTo>
                  <a:pt x="432584" y="51456"/>
                  <a:pt x="431636" y="50107"/>
                  <a:pt x="430393" y="49253"/>
                </a:cubicBezTo>
                <a:cubicBezTo>
                  <a:pt x="429151" y="48397"/>
                  <a:pt x="426960" y="47804"/>
                  <a:pt x="423821" y="47475"/>
                </a:cubicBezTo>
                <a:lnTo>
                  <a:pt x="423821" y="43944"/>
                </a:lnTo>
                <a:lnTo>
                  <a:pt x="461291" y="439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Subcategory">
            <a:extLst xmlns:a="http://schemas.openxmlformats.org/drawingml/2006/main">
              <a:ext uri="{FF2B5EF4-FFF2-40B4-BE49-F238E27FC236}">
                <a16:creationId xmlns:a16="http://schemas.microsoft.com/office/drawing/2014/main" id="{139BE028-33E0-4EC5-BDD4-43BD471E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9279" y="1951178"/>
            <a:ext cx="1061073" cy="179306"/>
          </a:xfrm>
          <a:custGeom xmlns:a="http://schemas.openxmlformats.org/drawingml/2006/main">
            <a:pathLst>
              <a:path w="1061073" h="179306">
                <a:moveTo>
                  <a:pt x="83964" y="0"/>
                </a:moveTo>
                <a:lnTo>
                  <a:pt x="85043" y="44336"/>
                </a:lnTo>
                <a:lnTo>
                  <a:pt x="81021" y="44336"/>
                </a:lnTo>
                <a:cubicBezTo>
                  <a:pt x="79125" y="33248"/>
                  <a:pt x="74466" y="24329"/>
                  <a:pt x="67044" y="17579"/>
                </a:cubicBezTo>
                <a:cubicBezTo>
                  <a:pt x="59622" y="10830"/>
                  <a:pt x="51595" y="7455"/>
                  <a:pt x="42963" y="7455"/>
                </a:cubicBezTo>
                <a:cubicBezTo>
                  <a:pt x="36293" y="7455"/>
                  <a:pt x="31012" y="9232"/>
                  <a:pt x="27122" y="12785"/>
                </a:cubicBezTo>
                <a:cubicBezTo>
                  <a:pt x="23231" y="16337"/>
                  <a:pt x="21285" y="20427"/>
                  <a:pt x="21285" y="25056"/>
                </a:cubicBezTo>
                <a:cubicBezTo>
                  <a:pt x="21285" y="27988"/>
                  <a:pt x="21972" y="30596"/>
                  <a:pt x="23345" y="32878"/>
                </a:cubicBezTo>
                <a:cubicBezTo>
                  <a:pt x="25242" y="35941"/>
                  <a:pt x="28282" y="38972"/>
                  <a:pt x="32467" y="41970"/>
                </a:cubicBezTo>
                <a:cubicBezTo>
                  <a:pt x="35541" y="44122"/>
                  <a:pt x="42636" y="47936"/>
                  <a:pt x="53753" y="53412"/>
                </a:cubicBezTo>
                <a:cubicBezTo>
                  <a:pt x="69316" y="61039"/>
                  <a:pt x="79812" y="68243"/>
                  <a:pt x="85239" y="75026"/>
                </a:cubicBezTo>
                <a:cubicBezTo>
                  <a:pt x="90601" y="81806"/>
                  <a:pt x="93283" y="89565"/>
                  <a:pt x="93283" y="98303"/>
                </a:cubicBezTo>
                <a:cubicBezTo>
                  <a:pt x="93283" y="109387"/>
                  <a:pt x="88950" y="118924"/>
                  <a:pt x="80286" y="126912"/>
                </a:cubicBezTo>
                <a:cubicBezTo>
                  <a:pt x="71621" y="134900"/>
                  <a:pt x="60619" y="138894"/>
                  <a:pt x="47279" y="138894"/>
                </a:cubicBezTo>
                <a:cubicBezTo>
                  <a:pt x="43094" y="138894"/>
                  <a:pt x="39137" y="138469"/>
                  <a:pt x="35410" y="137619"/>
                </a:cubicBezTo>
                <a:cubicBezTo>
                  <a:pt x="31683" y="136769"/>
                  <a:pt x="27007" y="135166"/>
                  <a:pt x="21383" y="132812"/>
                </a:cubicBezTo>
                <a:cubicBezTo>
                  <a:pt x="18245" y="131504"/>
                  <a:pt x="15662" y="130851"/>
                  <a:pt x="13634" y="130851"/>
                </a:cubicBezTo>
                <a:cubicBezTo>
                  <a:pt x="11934" y="130851"/>
                  <a:pt x="10136" y="131513"/>
                  <a:pt x="8239" y="132837"/>
                </a:cubicBezTo>
                <a:cubicBezTo>
                  <a:pt x="6343" y="134161"/>
                  <a:pt x="4806" y="136180"/>
                  <a:pt x="3629" y="138894"/>
                </a:cubicBezTo>
                <a:lnTo>
                  <a:pt x="0" y="138894"/>
                </a:lnTo>
                <a:lnTo>
                  <a:pt x="0" y="88672"/>
                </a:lnTo>
                <a:lnTo>
                  <a:pt x="3629" y="88672"/>
                </a:lnTo>
                <a:cubicBezTo>
                  <a:pt x="6507" y="102764"/>
                  <a:pt x="12049" y="113513"/>
                  <a:pt x="20255" y="120919"/>
                </a:cubicBezTo>
                <a:cubicBezTo>
                  <a:pt x="28462" y="128325"/>
                  <a:pt x="37306" y="132028"/>
                  <a:pt x="46788" y="132028"/>
                </a:cubicBezTo>
                <a:cubicBezTo>
                  <a:pt x="54112" y="132028"/>
                  <a:pt x="59949" y="130039"/>
                  <a:pt x="64297" y="126063"/>
                </a:cubicBezTo>
                <a:cubicBezTo>
                  <a:pt x="68646" y="122086"/>
                  <a:pt x="70820" y="117457"/>
                  <a:pt x="70820" y="112177"/>
                </a:cubicBezTo>
                <a:cubicBezTo>
                  <a:pt x="70820" y="109048"/>
                  <a:pt x="69986" y="106018"/>
                  <a:pt x="68319" y="103085"/>
                </a:cubicBezTo>
                <a:cubicBezTo>
                  <a:pt x="66651" y="100151"/>
                  <a:pt x="64117" y="97363"/>
                  <a:pt x="60717" y="94723"/>
                </a:cubicBezTo>
                <a:cubicBezTo>
                  <a:pt x="57317" y="92083"/>
                  <a:pt x="51300" y="88645"/>
                  <a:pt x="42669" y="84409"/>
                </a:cubicBezTo>
                <a:cubicBezTo>
                  <a:pt x="30571" y="78476"/>
                  <a:pt x="21874" y="73421"/>
                  <a:pt x="16577" y="69242"/>
                </a:cubicBezTo>
                <a:cubicBezTo>
                  <a:pt x="11280" y="65063"/>
                  <a:pt x="7210" y="60394"/>
                  <a:pt x="4365" y="55236"/>
                </a:cubicBezTo>
                <a:cubicBezTo>
                  <a:pt x="1520" y="50078"/>
                  <a:pt x="98" y="44398"/>
                  <a:pt x="98" y="38196"/>
                </a:cubicBezTo>
                <a:cubicBezTo>
                  <a:pt x="98" y="27619"/>
                  <a:pt x="3989" y="18609"/>
                  <a:pt x="11771" y="11167"/>
                </a:cubicBezTo>
                <a:cubicBezTo>
                  <a:pt x="19552" y="3722"/>
                  <a:pt x="29361" y="0"/>
                  <a:pt x="41197" y="0"/>
                </a:cubicBezTo>
                <a:cubicBezTo>
                  <a:pt x="45513" y="0"/>
                  <a:pt x="49698" y="529"/>
                  <a:pt x="53753" y="1588"/>
                </a:cubicBezTo>
                <a:cubicBezTo>
                  <a:pt x="56826" y="2381"/>
                  <a:pt x="60570" y="3851"/>
                  <a:pt x="64984" y="5999"/>
                </a:cubicBezTo>
                <a:cubicBezTo>
                  <a:pt x="69398" y="8146"/>
                  <a:pt x="72488" y="9220"/>
                  <a:pt x="74253" y="9220"/>
                </a:cubicBezTo>
                <a:cubicBezTo>
                  <a:pt x="75953" y="9220"/>
                  <a:pt x="77294" y="8692"/>
                  <a:pt x="78275" y="7636"/>
                </a:cubicBezTo>
                <a:cubicBezTo>
                  <a:pt x="79256" y="6577"/>
                  <a:pt x="80171" y="4032"/>
                  <a:pt x="81021" y="0"/>
                </a:cubicBezTo>
                <a:lnTo>
                  <a:pt x="83964" y="0"/>
                </a:lnTo>
                <a:close/>
                <a:moveTo>
                  <a:pt x="196437" y="44140"/>
                </a:moveTo>
                <a:lnTo>
                  <a:pt x="196437" y="115941"/>
                </a:lnTo>
                <a:cubicBezTo>
                  <a:pt x="196437" y="122981"/>
                  <a:pt x="197091" y="127372"/>
                  <a:pt x="198399" y="129116"/>
                </a:cubicBezTo>
                <a:cubicBezTo>
                  <a:pt x="199707" y="130859"/>
                  <a:pt x="202355" y="131960"/>
                  <a:pt x="206344" y="132420"/>
                </a:cubicBezTo>
                <a:lnTo>
                  <a:pt x="206344" y="135951"/>
                </a:lnTo>
                <a:lnTo>
                  <a:pt x="168972" y="135951"/>
                </a:lnTo>
                <a:lnTo>
                  <a:pt x="168972" y="123690"/>
                </a:lnTo>
                <a:cubicBezTo>
                  <a:pt x="164591" y="128921"/>
                  <a:pt x="160209" y="132731"/>
                  <a:pt x="155828" y="135117"/>
                </a:cubicBezTo>
                <a:cubicBezTo>
                  <a:pt x="151447" y="137504"/>
                  <a:pt x="146542" y="138698"/>
                  <a:pt x="141115" y="138698"/>
                </a:cubicBezTo>
                <a:cubicBezTo>
                  <a:pt x="135949" y="138698"/>
                  <a:pt x="131355" y="137112"/>
                  <a:pt x="127333" y="133940"/>
                </a:cubicBezTo>
                <a:cubicBezTo>
                  <a:pt x="123312" y="130769"/>
                  <a:pt x="120614" y="127058"/>
                  <a:pt x="119241" y="122807"/>
                </a:cubicBezTo>
                <a:cubicBezTo>
                  <a:pt x="117868" y="118557"/>
                  <a:pt x="117181" y="111135"/>
                  <a:pt x="117181" y="100541"/>
                </a:cubicBezTo>
                <a:lnTo>
                  <a:pt x="117181" y="64150"/>
                </a:lnTo>
                <a:cubicBezTo>
                  <a:pt x="117181" y="57135"/>
                  <a:pt x="116544" y="52767"/>
                  <a:pt x="115268" y="51046"/>
                </a:cubicBezTo>
                <a:cubicBezTo>
                  <a:pt x="113993" y="49325"/>
                  <a:pt x="111328" y="48200"/>
                  <a:pt x="107274" y="47671"/>
                </a:cubicBezTo>
                <a:lnTo>
                  <a:pt x="107274" y="44140"/>
                </a:lnTo>
                <a:lnTo>
                  <a:pt x="144646" y="44140"/>
                </a:lnTo>
                <a:lnTo>
                  <a:pt x="144646" y="106895"/>
                </a:lnTo>
                <a:cubicBezTo>
                  <a:pt x="144646" y="113443"/>
                  <a:pt x="144957" y="117666"/>
                  <a:pt x="145578" y="119564"/>
                </a:cubicBezTo>
                <a:cubicBezTo>
                  <a:pt x="146199" y="121463"/>
                  <a:pt x="147180" y="122903"/>
                  <a:pt x="148520" y="123886"/>
                </a:cubicBezTo>
                <a:cubicBezTo>
                  <a:pt x="149861" y="124867"/>
                  <a:pt x="151414" y="125358"/>
                  <a:pt x="153180" y="125358"/>
                </a:cubicBezTo>
                <a:cubicBezTo>
                  <a:pt x="155534" y="125358"/>
                  <a:pt x="157659" y="124736"/>
                  <a:pt x="159555" y="123494"/>
                </a:cubicBezTo>
                <a:cubicBezTo>
                  <a:pt x="162171" y="121794"/>
                  <a:pt x="165310" y="118361"/>
                  <a:pt x="168972" y="113195"/>
                </a:cubicBezTo>
                <a:lnTo>
                  <a:pt x="168972" y="64150"/>
                </a:lnTo>
                <a:cubicBezTo>
                  <a:pt x="168972" y="57135"/>
                  <a:pt x="168334" y="52767"/>
                  <a:pt x="167059" y="51046"/>
                </a:cubicBezTo>
                <a:cubicBezTo>
                  <a:pt x="165784" y="49325"/>
                  <a:pt x="163119" y="48200"/>
                  <a:pt x="159065" y="47671"/>
                </a:cubicBezTo>
                <a:lnTo>
                  <a:pt x="159065" y="44140"/>
                </a:lnTo>
                <a:lnTo>
                  <a:pt x="196437" y="44140"/>
                </a:lnTo>
                <a:close/>
                <a:moveTo>
                  <a:pt x="254862" y="2943"/>
                </a:moveTo>
                <a:lnTo>
                  <a:pt x="254862" y="53360"/>
                </a:lnTo>
                <a:cubicBezTo>
                  <a:pt x="262578" y="45382"/>
                  <a:pt x="271014" y="41394"/>
                  <a:pt x="280169" y="41394"/>
                </a:cubicBezTo>
                <a:cubicBezTo>
                  <a:pt x="286447" y="41394"/>
                  <a:pt x="292365" y="43243"/>
                  <a:pt x="297923" y="46942"/>
                </a:cubicBezTo>
                <a:cubicBezTo>
                  <a:pt x="303481" y="50640"/>
                  <a:pt x="307830" y="55893"/>
                  <a:pt x="310969" y="62700"/>
                </a:cubicBezTo>
                <a:cubicBezTo>
                  <a:pt x="314108" y="69507"/>
                  <a:pt x="315677" y="77362"/>
                  <a:pt x="315677" y="86266"/>
                </a:cubicBezTo>
                <a:cubicBezTo>
                  <a:pt x="315677" y="96281"/>
                  <a:pt x="313683" y="105380"/>
                  <a:pt x="309694" y="113562"/>
                </a:cubicBezTo>
                <a:cubicBezTo>
                  <a:pt x="305705" y="121745"/>
                  <a:pt x="300375" y="127979"/>
                  <a:pt x="293705" y="132267"/>
                </a:cubicBezTo>
                <a:cubicBezTo>
                  <a:pt x="287035" y="136554"/>
                  <a:pt x="279417" y="138698"/>
                  <a:pt x="270850" y="138698"/>
                </a:cubicBezTo>
                <a:cubicBezTo>
                  <a:pt x="265881" y="138698"/>
                  <a:pt x="261467" y="137913"/>
                  <a:pt x="257608" y="136344"/>
                </a:cubicBezTo>
                <a:cubicBezTo>
                  <a:pt x="253750" y="134774"/>
                  <a:pt x="249957" y="132224"/>
                  <a:pt x="246230" y="128693"/>
                </a:cubicBezTo>
                <a:lnTo>
                  <a:pt x="231026" y="138698"/>
                </a:lnTo>
                <a:lnTo>
                  <a:pt x="227691" y="138698"/>
                </a:lnTo>
                <a:lnTo>
                  <a:pt x="227691" y="21972"/>
                </a:lnTo>
                <a:cubicBezTo>
                  <a:pt x="227691" y="16640"/>
                  <a:pt x="227462" y="13350"/>
                  <a:pt x="227005" y="12102"/>
                </a:cubicBezTo>
                <a:cubicBezTo>
                  <a:pt x="226351" y="10258"/>
                  <a:pt x="225321" y="8892"/>
                  <a:pt x="223915" y="8003"/>
                </a:cubicBezTo>
                <a:cubicBezTo>
                  <a:pt x="222509" y="7115"/>
                  <a:pt x="220138" y="6605"/>
                  <a:pt x="216803" y="6474"/>
                </a:cubicBezTo>
                <a:lnTo>
                  <a:pt x="216803" y="2943"/>
                </a:lnTo>
                <a:lnTo>
                  <a:pt x="254862" y="2943"/>
                </a:lnTo>
                <a:moveTo>
                  <a:pt x="254862" y="62103"/>
                </a:moveTo>
                <a:lnTo>
                  <a:pt x="254862" y="102957"/>
                </a:lnTo>
                <a:cubicBezTo>
                  <a:pt x="254862" y="111272"/>
                  <a:pt x="255058" y="116576"/>
                  <a:pt x="255450" y="118868"/>
                </a:cubicBezTo>
                <a:cubicBezTo>
                  <a:pt x="256104" y="122731"/>
                  <a:pt x="257674" y="125857"/>
                  <a:pt x="260159" y="128248"/>
                </a:cubicBezTo>
                <a:cubicBezTo>
                  <a:pt x="262644" y="130637"/>
                  <a:pt x="265815" y="131831"/>
                  <a:pt x="269673" y="131831"/>
                </a:cubicBezTo>
                <a:cubicBezTo>
                  <a:pt x="273008" y="131831"/>
                  <a:pt x="275869" y="130882"/>
                  <a:pt x="278256" y="128984"/>
                </a:cubicBezTo>
                <a:cubicBezTo>
                  <a:pt x="280643" y="127085"/>
                  <a:pt x="282637" y="123321"/>
                  <a:pt x="284240" y="117691"/>
                </a:cubicBezTo>
                <a:cubicBezTo>
                  <a:pt x="285842" y="112059"/>
                  <a:pt x="286643" y="101910"/>
                  <a:pt x="286643" y="87244"/>
                </a:cubicBezTo>
                <a:cubicBezTo>
                  <a:pt x="286643" y="73166"/>
                  <a:pt x="284877" y="63508"/>
                  <a:pt x="281346" y="58271"/>
                </a:cubicBezTo>
                <a:cubicBezTo>
                  <a:pt x="278796" y="54474"/>
                  <a:pt x="275362" y="52576"/>
                  <a:pt x="271047" y="52576"/>
                </a:cubicBezTo>
                <a:cubicBezTo>
                  <a:pt x="265423" y="52576"/>
                  <a:pt x="260028" y="55751"/>
                  <a:pt x="254862" y="62103"/>
                </a:cubicBezTo>
                <a:close/>
                <a:moveTo>
                  <a:pt x="405688" y="112235"/>
                </a:moveTo>
                <a:lnTo>
                  <a:pt x="408729" y="114586"/>
                </a:lnTo>
                <a:cubicBezTo>
                  <a:pt x="404413" y="122721"/>
                  <a:pt x="399034" y="128774"/>
                  <a:pt x="392593" y="132745"/>
                </a:cubicBezTo>
                <a:cubicBezTo>
                  <a:pt x="386152" y="136713"/>
                  <a:pt x="379302" y="138698"/>
                  <a:pt x="372043" y="138698"/>
                </a:cubicBezTo>
                <a:cubicBezTo>
                  <a:pt x="359815" y="138698"/>
                  <a:pt x="350039" y="134083"/>
                  <a:pt x="342715" y="124855"/>
                </a:cubicBezTo>
                <a:cubicBezTo>
                  <a:pt x="335391" y="115624"/>
                  <a:pt x="331729" y="104529"/>
                  <a:pt x="331729" y="91569"/>
                </a:cubicBezTo>
                <a:cubicBezTo>
                  <a:pt x="331729" y="79065"/>
                  <a:pt x="335064" y="68068"/>
                  <a:pt x="341734" y="58577"/>
                </a:cubicBezTo>
                <a:cubicBezTo>
                  <a:pt x="349777" y="47121"/>
                  <a:pt x="360861" y="41394"/>
                  <a:pt x="374986" y="41394"/>
                </a:cubicBezTo>
                <a:cubicBezTo>
                  <a:pt x="384468" y="41394"/>
                  <a:pt x="392004" y="43787"/>
                  <a:pt x="397595" y="48575"/>
                </a:cubicBezTo>
                <a:cubicBezTo>
                  <a:pt x="403186" y="53361"/>
                  <a:pt x="405982" y="58705"/>
                  <a:pt x="405982" y="64607"/>
                </a:cubicBezTo>
                <a:cubicBezTo>
                  <a:pt x="405982" y="68344"/>
                  <a:pt x="404854" y="71328"/>
                  <a:pt x="402598" y="73557"/>
                </a:cubicBezTo>
                <a:cubicBezTo>
                  <a:pt x="400342" y="75787"/>
                  <a:pt x="397383" y="76902"/>
                  <a:pt x="393721" y="76902"/>
                </a:cubicBezTo>
                <a:cubicBezTo>
                  <a:pt x="389863" y="76902"/>
                  <a:pt x="386675" y="75622"/>
                  <a:pt x="384157" y="73064"/>
                </a:cubicBezTo>
                <a:cubicBezTo>
                  <a:pt x="381640" y="70503"/>
                  <a:pt x="380087" y="65942"/>
                  <a:pt x="379498" y="59381"/>
                </a:cubicBezTo>
                <a:cubicBezTo>
                  <a:pt x="379106" y="55247"/>
                  <a:pt x="378157" y="52359"/>
                  <a:pt x="376653" y="50718"/>
                </a:cubicBezTo>
                <a:cubicBezTo>
                  <a:pt x="375149" y="49079"/>
                  <a:pt x="373384" y="48260"/>
                  <a:pt x="371357" y="48260"/>
                </a:cubicBezTo>
                <a:cubicBezTo>
                  <a:pt x="368218" y="48260"/>
                  <a:pt x="365537" y="49927"/>
                  <a:pt x="363313" y="53262"/>
                </a:cubicBezTo>
                <a:cubicBezTo>
                  <a:pt x="359913" y="58297"/>
                  <a:pt x="358213" y="66014"/>
                  <a:pt x="358213" y="76411"/>
                </a:cubicBezTo>
                <a:cubicBezTo>
                  <a:pt x="358213" y="85043"/>
                  <a:pt x="359586" y="93299"/>
                  <a:pt x="362332" y="101179"/>
                </a:cubicBezTo>
                <a:cubicBezTo>
                  <a:pt x="365079" y="109058"/>
                  <a:pt x="368839" y="114927"/>
                  <a:pt x="373613" y="118786"/>
                </a:cubicBezTo>
                <a:cubicBezTo>
                  <a:pt x="377209" y="121598"/>
                  <a:pt x="381460" y="123003"/>
                  <a:pt x="386364" y="123003"/>
                </a:cubicBezTo>
                <a:cubicBezTo>
                  <a:pt x="389568" y="123003"/>
                  <a:pt x="392609" y="122253"/>
                  <a:pt x="395487" y="120754"/>
                </a:cubicBezTo>
                <a:cubicBezTo>
                  <a:pt x="398364" y="119252"/>
                  <a:pt x="401764" y="116412"/>
                  <a:pt x="405688" y="112235"/>
                </a:cubicBezTo>
                <a:close/>
                <a:moveTo>
                  <a:pt x="471457" y="122415"/>
                </a:moveTo>
                <a:cubicBezTo>
                  <a:pt x="460275" y="132355"/>
                  <a:pt x="450237" y="137324"/>
                  <a:pt x="441343" y="137324"/>
                </a:cubicBezTo>
                <a:cubicBezTo>
                  <a:pt x="436112" y="137324"/>
                  <a:pt x="431763" y="135603"/>
                  <a:pt x="428298" y="132159"/>
                </a:cubicBezTo>
                <a:cubicBezTo>
                  <a:pt x="424832" y="128714"/>
                  <a:pt x="423099" y="124400"/>
                  <a:pt x="423099" y="119218"/>
                </a:cubicBezTo>
                <a:cubicBezTo>
                  <a:pt x="423099" y="112196"/>
                  <a:pt x="426107" y="105881"/>
                  <a:pt x="432123" y="100271"/>
                </a:cubicBezTo>
                <a:cubicBezTo>
                  <a:pt x="438139" y="94662"/>
                  <a:pt x="451250" y="87199"/>
                  <a:pt x="471457" y="77883"/>
                </a:cubicBezTo>
                <a:lnTo>
                  <a:pt x="471457" y="68662"/>
                </a:lnTo>
                <a:cubicBezTo>
                  <a:pt x="471457" y="61731"/>
                  <a:pt x="471081" y="57366"/>
                  <a:pt x="470329" y="55567"/>
                </a:cubicBezTo>
                <a:cubicBezTo>
                  <a:pt x="469577" y="53769"/>
                  <a:pt x="468154" y="52200"/>
                  <a:pt x="466062" y="50859"/>
                </a:cubicBezTo>
                <a:cubicBezTo>
                  <a:pt x="463969" y="49519"/>
                  <a:pt x="461615" y="48848"/>
                  <a:pt x="458999" y="48848"/>
                </a:cubicBezTo>
                <a:cubicBezTo>
                  <a:pt x="454749" y="48848"/>
                  <a:pt x="451250" y="49796"/>
                  <a:pt x="448504" y="51693"/>
                </a:cubicBezTo>
                <a:cubicBezTo>
                  <a:pt x="446804" y="52870"/>
                  <a:pt x="445954" y="54243"/>
                  <a:pt x="445954" y="55813"/>
                </a:cubicBezTo>
                <a:cubicBezTo>
                  <a:pt x="445954" y="57186"/>
                  <a:pt x="446869" y="58886"/>
                  <a:pt x="448700" y="60913"/>
                </a:cubicBezTo>
                <a:cubicBezTo>
                  <a:pt x="451185" y="63725"/>
                  <a:pt x="452428" y="66439"/>
                  <a:pt x="452428" y="69055"/>
                </a:cubicBezTo>
                <a:cubicBezTo>
                  <a:pt x="452428" y="72259"/>
                  <a:pt x="451234" y="74989"/>
                  <a:pt x="448847" y="77245"/>
                </a:cubicBezTo>
                <a:cubicBezTo>
                  <a:pt x="446460" y="79501"/>
                  <a:pt x="443338" y="80629"/>
                  <a:pt x="439480" y="80629"/>
                </a:cubicBezTo>
                <a:cubicBezTo>
                  <a:pt x="435360" y="80629"/>
                  <a:pt x="431911" y="79387"/>
                  <a:pt x="429131" y="76902"/>
                </a:cubicBezTo>
                <a:cubicBezTo>
                  <a:pt x="426352" y="74417"/>
                  <a:pt x="424963" y="71507"/>
                  <a:pt x="424963" y="68172"/>
                </a:cubicBezTo>
                <a:cubicBezTo>
                  <a:pt x="424963" y="63464"/>
                  <a:pt x="426826" y="58968"/>
                  <a:pt x="430554" y="54685"/>
                </a:cubicBezTo>
                <a:cubicBezTo>
                  <a:pt x="434281" y="50401"/>
                  <a:pt x="439480" y="47115"/>
                  <a:pt x="446150" y="44827"/>
                </a:cubicBezTo>
                <a:cubicBezTo>
                  <a:pt x="452820" y="42538"/>
                  <a:pt x="459751" y="41394"/>
                  <a:pt x="466945" y="41394"/>
                </a:cubicBezTo>
                <a:cubicBezTo>
                  <a:pt x="475642" y="41394"/>
                  <a:pt x="482524" y="43246"/>
                  <a:pt x="487592" y="46951"/>
                </a:cubicBezTo>
                <a:cubicBezTo>
                  <a:pt x="492660" y="50654"/>
                  <a:pt x="495946" y="54668"/>
                  <a:pt x="497450" y="58994"/>
                </a:cubicBezTo>
                <a:cubicBezTo>
                  <a:pt x="498366" y="61747"/>
                  <a:pt x="498824" y="68072"/>
                  <a:pt x="498824" y="77968"/>
                </a:cubicBezTo>
                <a:lnTo>
                  <a:pt x="498824" y="113657"/>
                </a:lnTo>
                <a:cubicBezTo>
                  <a:pt x="498824" y="117853"/>
                  <a:pt x="498987" y="120492"/>
                  <a:pt x="499314" y="121575"/>
                </a:cubicBezTo>
                <a:cubicBezTo>
                  <a:pt x="499641" y="122656"/>
                  <a:pt x="500131" y="123459"/>
                  <a:pt x="500785" y="123984"/>
                </a:cubicBezTo>
                <a:cubicBezTo>
                  <a:pt x="501439" y="124507"/>
                  <a:pt x="502191" y="124769"/>
                  <a:pt x="503041" y="124769"/>
                </a:cubicBezTo>
                <a:cubicBezTo>
                  <a:pt x="504742" y="124769"/>
                  <a:pt x="506474" y="123559"/>
                  <a:pt x="508240" y="121140"/>
                </a:cubicBezTo>
                <a:lnTo>
                  <a:pt x="511183" y="123494"/>
                </a:lnTo>
                <a:cubicBezTo>
                  <a:pt x="507913" y="128333"/>
                  <a:pt x="504529" y="131848"/>
                  <a:pt x="501031" y="134038"/>
                </a:cubicBezTo>
                <a:cubicBezTo>
                  <a:pt x="497532" y="136229"/>
                  <a:pt x="493559" y="137324"/>
                  <a:pt x="489113" y="137324"/>
                </a:cubicBezTo>
                <a:cubicBezTo>
                  <a:pt x="483881" y="137324"/>
                  <a:pt x="479794" y="136090"/>
                  <a:pt x="476852" y="133622"/>
                </a:cubicBezTo>
                <a:cubicBezTo>
                  <a:pt x="473909" y="131153"/>
                  <a:pt x="472111" y="127417"/>
                  <a:pt x="471457" y="122415"/>
                </a:cubicBezTo>
                <a:moveTo>
                  <a:pt x="471457" y="115156"/>
                </a:moveTo>
                <a:lnTo>
                  <a:pt x="471457" y="84473"/>
                </a:lnTo>
                <a:cubicBezTo>
                  <a:pt x="463544" y="89138"/>
                  <a:pt x="457659" y="94133"/>
                  <a:pt x="453801" y="99456"/>
                </a:cubicBezTo>
                <a:cubicBezTo>
                  <a:pt x="451250" y="103004"/>
                  <a:pt x="449975" y="106585"/>
                  <a:pt x="449975" y="110200"/>
                </a:cubicBezTo>
                <a:cubicBezTo>
                  <a:pt x="449975" y="113222"/>
                  <a:pt x="451054" y="115884"/>
                  <a:pt x="453212" y="118185"/>
                </a:cubicBezTo>
                <a:cubicBezTo>
                  <a:pt x="454847" y="119959"/>
                  <a:pt x="457136" y="120845"/>
                  <a:pt x="460078" y="120845"/>
                </a:cubicBezTo>
                <a:cubicBezTo>
                  <a:pt x="463348" y="120845"/>
                  <a:pt x="467141" y="118949"/>
                  <a:pt x="471457" y="115156"/>
                </a:cubicBezTo>
                <a:close/>
                <a:moveTo>
                  <a:pt x="557878" y="10397"/>
                </a:moveTo>
                <a:lnTo>
                  <a:pt x="557878" y="44140"/>
                </a:lnTo>
                <a:lnTo>
                  <a:pt x="579654" y="44140"/>
                </a:lnTo>
                <a:lnTo>
                  <a:pt x="579654" y="53753"/>
                </a:lnTo>
                <a:lnTo>
                  <a:pt x="557878" y="53753"/>
                </a:lnTo>
                <a:lnTo>
                  <a:pt x="557878" y="110503"/>
                </a:lnTo>
                <a:cubicBezTo>
                  <a:pt x="557878" y="115814"/>
                  <a:pt x="558123" y="119240"/>
                  <a:pt x="558614" y="120781"/>
                </a:cubicBezTo>
                <a:cubicBezTo>
                  <a:pt x="559104" y="122322"/>
                  <a:pt x="559970" y="123568"/>
                  <a:pt x="561213" y="124521"/>
                </a:cubicBezTo>
                <a:cubicBezTo>
                  <a:pt x="562455" y="125471"/>
                  <a:pt x="563600" y="125946"/>
                  <a:pt x="564646" y="125946"/>
                </a:cubicBezTo>
                <a:cubicBezTo>
                  <a:pt x="568897" y="125946"/>
                  <a:pt x="572918" y="122676"/>
                  <a:pt x="576711" y="116137"/>
                </a:cubicBezTo>
                <a:lnTo>
                  <a:pt x="579654" y="118317"/>
                </a:lnTo>
                <a:cubicBezTo>
                  <a:pt x="574357" y="130988"/>
                  <a:pt x="565758" y="137324"/>
                  <a:pt x="553856" y="137324"/>
                </a:cubicBezTo>
                <a:cubicBezTo>
                  <a:pt x="548036" y="137324"/>
                  <a:pt x="543116" y="135701"/>
                  <a:pt x="539094" y="132454"/>
                </a:cubicBezTo>
                <a:cubicBezTo>
                  <a:pt x="535072" y="129205"/>
                  <a:pt x="532506" y="125578"/>
                  <a:pt x="531394" y="121575"/>
                </a:cubicBezTo>
                <a:cubicBezTo>
                  <a:pt x="530740" y="119344"/>
                  <a:pt x="530413" y="113306"/>
                  <a:pt x="530413" y="103462"/>
                </a:cubicBezTo>
                <a:lnTo>
                  <a:pt x="530413" y="53753"/>
                </a:lnTo>
                <a:lnTo>
                  <a:pt x="518446" y="53753"/>
                </a:lnTo>
                <a:lnTo>
                  <a:pt x="518446" y="50310"/>
                </a:lnTo>
                <a:cubicBezTo>
                  <a:pt x="526686" y="44478"/>
                  <a:pt x="533699" y="38351"/>
                  <a:pt x="539486" y="31928"/>
                </a:cubicBezTo>
                <a:cubicBezTo>
                  <a:pt x="545273" y="25505"/>
                  <a:pt x="550325" y="18328"/>
                  <a:pt x="554641" y="10397"/>
                </a:cubicBezTo>
                <a:lnTo>
                  <a:pt x="557878" y="10397"/>
                </a:lnTo>
                <a:close/>
                <a:moveTo>
                  <a:pt x="665666" y="86711"/>
                </a:moveTo>
                <a:lnTo>
                  <a:pt x="615347" y="86711"/>
                </a:lnTo>
                <a:cubicBezTo>
                  <a:pt x="615935" y="98906"/>
                  <a:pt x="619172" y="108545"/>
                  <a:pt x="625057" y="115625"/>
                </a:cubicBezTo>
                <a:cubicBezTo>
                  <a:pt x="629569" y="121067"/>
                  <a:pt x="634997" y="123788"/>
                  <a:pt x="641340" y="123788"/>
                </a:cubicBezTo>
                <a:cubicBezTo>
                  <a:pt x="645264" y="123788"/>
                  <a:pt x="648828" y="122693"/>
                  <a:pt x="652032" y="120502"/>
                </a:cubicBezTo>
                <a:cubicBezTo>
                  <a:pt x="655236" y="118312"/>
                  <a:pt x="658669" y="114372"/>
                  <a:pt x="662331" y="108682"/>
                </a:cubicBezTo>
                <a:lnTo>
                  <a:pt x="665666" y="110840"/>
                </a:lnTo>
                <a:cubicBezTo>
                  <a:pt x="660696" y="120976"/>
                  <a:pt x="655203" y="128153"/>
                  <a:pt x="649187" y="132371"/>
                </a:cubicBezTo>
                <a:cubicBezTo>
                  <a:pt x="643171" y="136589"/>
                  <a:pt x="636207" y="138698"/>
                  <a:pt x="628294" y="138698"/>
                </a:cubicBezTo>
                <a:cubicBezTo>
                  <a:pt x="614693" y="138698"/>
                  <a:pt x="604393" y="133461"/>
                  <a:pt x="597396" y="122988"/>
                </a:cubicBezTo>
                <a:cubicBezTo>
                  <a:pt x="591773" y="114544"/>
                  <a:pt x="588961" y="104071"/>
                  <a:pt x="588961" y="91569"/>
                </a:cubicBezTo>
                <a:cubicBezTo>
                  <a:pt x="588961" y="76251"/>
                  <a:pt x="593097" y="64059"/>
                  <a:pt x="601369" y="54994"/>
                </a:cubicBezTo>
                <a:cubicBezTo>
                  <a:pt x="609641" y="45927"/>
                  <a:pt x="619336" y="41394"/>
                  <a:pt x="630452" y="41394"/>
                </a:cubicBezTo>
                <a:cubicBezTo>
                  <a:pt x="639738" y="41394"/>
                  <a:pt x="647798" y="45203"/>
                  <a:pt x="654631" y="52821"/>
                </a:cubicBezTo>
                <a:cubicBezTo>
                  <a:pt x="661465" y="60439"/>
                  <a:pt x="665143" y="71736"/>
                  <a:pt x="665666" y="86711"/>
                </a:cubicBezTo>
                <a:moveTo>
                  <a:pt x="641536" y="80237"/>
                </a:moveTo>
                <a:cubicBezTo>
                  <a:pt x="641536" y="69708"/>
                  <a:pt x="640964" y="62483"/>
                  <a:pt x="639820" y="58559"/>
                </a:cubicBezTo>
                <a:cubicBezTo>
                  <a:pt x="638675" y="54635"/>
                  <a:pt x="636893" y="51660"/>
                  <a:pt x="634474" y="49633"/>
                </a:cubicBezTo>
                <a:cubicBezTo>
                  <a:pt x="633101" y="48456"/>
                  <a:pt x="631270" y="47867"/>
                  <a:pt x="628981" y="47867"/>
                </a:cubicBezTo>
                <a:cubicBezTo>
                  <a:pt x="625581" y="47867"/>
                  <a:pt x="622801" y="49535"/>
                  <a:pt x="620643" y="52870"/>
                </a:cubicBezTo>
                <a:cubicBezTo>
                  <a:pt x="616785" y="58690"/>
                  <a:pt x="614856" y="66668"/>
                  <a:pt x="614856" y="76804"/>
                </a:cubicBezTo>
                <a:lnTo>
                  <a:pt x="614856" y="80237"/>
                </a:lnTo>
                <a:lnTo>
                  <a:pt x="641536" y="80237"/>
                </a:lnTo>
                <a:close/>
                <a:moveTo>
                  <a:pt x="736830" y="45317"/>
                </a:moveTo>
                <a:lnTo>
                  <a:pt x="767728" y="45317"/>
                </a:lnTo>
                <a:lnTo>
                  <a:pt x="767728" y="56107"/>
                </a:lnTo>
                <a:lnTo>
                  <a:pt x="750170" y="56107"/>
                </a:lnTo>
                <a:cubicBezTo>
                  <a:pt x="753375" y="59311"/>
                  <a:pt x="755598" y="62221"/>
                  <a:pt x="756841" y="64837"/>
                </a:cubicBezTo>
                <a:cubicBezTo>
                  <a:pt x="758410" y="68368"/>
                  <a:pt x="759195" y="72063"/>
                  <a:pt x="759195" y="75921"/>
                </a:cubicBezTo>
                <a:cubicBezTo>
                  <a:pt x="759195" y="82460"/>
                  <a:pt x="757380" y="88133"/>
                  <a:pt x="753751" y="92939"/>
                </a:cubicBezTo>
                <a:cubicBezTo>
                  <a:pt x="750121" y="97746"/>
                  <a:pt x="745184" y="101506"/>
                  <a:pt x="738939" y="104219"/>
                </a:cubicBezTo>
                <a:cubicBezTo>
                  <a:pt x="732694" y="106933"/>
                  <a:pt x="727152" y="108290"/>
                  <a:pt x="722313" y="108290"/>
                </a:cubicBezTo>
                <a:cubicBezTo>
                  <a:pt x="721921" y="108290"/>
                  <a:pt x="717997" y="108127"/>
                  <a:pt x="710543" y="107800"/>
                </a:cubicBezTo>
                <a:cubicBezTo>
                  <a:pt x="707600" y="107800"/>
                  <a:pt x="705131" y="108759"/>
                  <a:pt x="703137" y="110678"/>
                </a:cubicBezTo>
                <a:cubicBezTo>
                  <a:pt x="701142" y="112597"/>
                  <a:pt x="700145" y="114889"/>
                  <a:pt x="700145" y="117553"/>
                </a:cubicBezTo>
                <a:cubicBezTo>
                  <a:pt x="700145" y="119895"/>
                  <a:pt x="701044" y="121814"/>
                  <a:pt x="702843" y="123310"/>
                </a:cubicBezTo>
                <a:cubicBezTo>
                  <a:pt x="704641" y="124806"/>
                  <a:pt x="707567" y="125554"/>
                  <a:pt x="711622" y="125554"/>
                </a:cubicBezTo>
                <a:lnTo>
                  <a:pt x="728591" y="125358"/>
                </a:lnTo>
                <a:cubicBezTo>
                  <a:pt x="742323" y="125358"/>
                  <a:pt x="751773" y="126865"/>
                  <a:pt x="756939" y="129879"/>
                </a:cubicBezTo>
                <a:cubicBezTo>
                  <a:pt x="764328" y="134070"/>
                  <a:pt x="768023" y="140523"/>
                  <a:pt x="768023" y="149236"/>
                </a:cubicBezTo>
                <a:cubicBezTo>
                  <a:pt x="768023" y="154805"/>
                  <a:pt x="766322" y="159865"/>
                  <a:pt x="762922" y="164418"/>
                </a:cubicBezTo>
                <a:cubicBezTo>
                  <a:pt x="759522" y="168971"/>
                  <a:pt x="755042" y="172329"/>
                  <a:pt x="749484" y="174491"/>
                </a:cubicBezTo>
                <a:cubicBezTo>
                  <a:pt x="741048" y="177701"/>
                  <a:pt x="731337" y="179306"/>
                  <a:pt x="720351" y="179306"/>
                </a:cubicBezTo>
                <a:cubicBezTo>
                  <a:pt x="712112" y="179306"/>
                  <a:pt x="704592" y="178505"/>
                  <a:pt x="697791" y="176903"/>
                </a:cubicBezTo>
                <a:cubicBezTo>
                  <a:pt x="690990" y="175301"/>
                  <a:pt x="686118" y="173077"/>
                  <a:pt x="683176" y="170230"/>
                </a:cubicBezTo>
                <a:cubicBezTo>
                  <a:pt x="680233" y="167386"/>
                  <a:pt x="678762" y="164393"/>
                  <a:pt x="678762" y="161252"/>
                </a:cubicBezTo>
                <a:cubicBezTo>
                  <a:pt x="678762" y="158244"/>
                  <a:pt x="679890" y="155545"/>
                  <a:pt x="682146" y="153157"/>
                </a:cubicBezTo>
                <a:cubicBezTo>
                  <a:pt x="684402" y="150770"/>
                  <a:pt x="688603" y="148759"/>
                  <a:pt x="694750" y="147124"/>
                </a:cubicBezTo>
                <a:cubicBezTo>
                  <a:pt x="686249" y="142939"/>
                  <a:pt x="681999" y="137120"/>
                  <a:pt x="681999" y="129667"/>
                </a:cubicBezTo>
                <a:cubicBezTo>
                  <a:pt x="681999" y="125155"/>
                  <a:pt x="683732" y="120775"/>
                  <a:pt x="687197" y="116527"/>
                </a:cubicBezTo>
                <a:cubicBezTo>
                  <a:pt x="690663" y="112276"/>
                  <a:pt x="696156" y="108581"/>
                  <a:pt x="703676" y="105442"/>
                </a:cubicBezTo>
                <a:cubicBezTo>
                  <a:pt x="694914" y="102234"/>
                  <a:pt x="688571" y="98010"/>
                  <a:pt x="684647" y="92771"/>
                </a:cubicBezTo>
                <a:cubicBezTo>
                  <a:pt x="680724" y="87531"/>
                  <a:pt x="678762" y="81473"/>
                  <a:pt x="678762" y="74597"/>
                </a:cubicBezTo>
                <a:cubicBezTo>
                  <a:pt x="678762" y="65626"/>
                  <a:pt x="682424" y="57849"/>
                  <a:pt x="689748" y="51267"/>
                </a:cubicBezTo>
                <a:cubicBezTo>
                  <a:pt x="697072" y="44685"/>
                  <a:pt x="706488" y="41394"/>
                  <a:pt x="717997" y="41394"/>
                </a:cubicBezTo>
                <a:cubicBezTo>
                  <a:pt x="724079" y="41394"/>
                  <a:pt x="730357" y="42701"/>
                  <a:pt x="736830" y="45317"/>
                </a:cubicBezTo>
                <a:moveTo>
                  <a:pt x="719861" y="47671"/>
                </a:moveTo>
                <a:cubicBezTo>
                  <a:pt x="716068" y="47671"/>
                  <a:pt x="712864" y="49581"/>
                  <a:pt x="710248" y="53400"/>
                </a:cubicBezTo>
                <a:cubicBezTo>
                  <a:pt x="707633" y="57217"/>
                  <a:pt x="706325" y="65132"/>
                  <a:pt x="706325" y="77144"/>
                </a:cubicBezTo>
                <a:cubicBezTo>
                  <a:pt x="706325" y="86869"/>
                  <a:pt x="707616" y="93543"/>
                  <a:pt x="710199" y="97166"/>
                </a:cubicBezTo>
                <a:cubicBezTo>
                  <a:pt x="712782" y="100789"/>
                  <a:pt x="715839" y="102601"/>
                  <a:pt x="719371" y="102601"/>
                </a:cubicBezTo>
                <a:cubicBezTo>
                  <a:pt x="723294" y="102601"/>
                  <a:pt x="726564" y="100806"/>
                  <a:pt x="729179" y="97215"/>
                </a:cubicBezTo>
                <a:cubicBezTo>
                  <a:pt x="731795" y="93625"/>
                  <a:pt x="733103" y="86640"/>
                  <a:pt x="733103" y="76261"/>
                </a:cubicBezTo>
                <a:cubicBezTo>
                  <a:pt x="733103" y="64578"/>
                  <a:pt x="731632" y="56615"/>
                  <a:pt x="728689" y="52370"/>
                </a:cubicBezTo>
                <a:cubicBezTo>
                  <a:pt x="726596" y="49238"/>
                  <a:pt x="723654" y="47671"/>
                  <a:pt x="719861" y="47671"/>
                </a:cubicBezTo>
                <a:moveTo>
                  <a:pt x="714074" y="149487"/>
                </a:moveTo>
                <a:cubicBezTo>
                  <a:pt x="707404" y="149487"/>
                  <a:pt x="702990" y="150041"/>
                  <a:pt x="700832" y="151149"/>
                </a:cubicBezTo>
                <a:cubicBezTo>
                  <a:pt x="697104" y="153166"/>
                  <a:pt x="695241" y="155900"/>
                  <a:pt x="695241" y="159352"/>
                </a:cubicBezTo>
                <a:cubicBezTo>
                  <a:pt x="695241" y="162672"/>
                  <a:pt x="697170" y="165683"/>
                  <a:pt x="701028" y="168385"/>
                </a:cubicBezTo>
                <a:cubicBezTo>
                  <a:pt x="704886" y="171088"/>
                  <a:pt x="712145" y="172440"/>
                  <a:pt x="722804" y="172440"/>
                </a:cubicBezTo>
                <a:cubicBezTo>
                  <a:pt x="731893" y="172440"/>
                  <a:pt x="739037" y="171236"/>
                  <a:pt x="744236" y="168826"/>
                </a:cubicBezTo>
                <a:cubicBezTo>
                  <a:pt x="749435" y="166417"/>
                  <a:pt x="752034" y="163031"/>
                  <a:pt x="752034" y="158668"/>
                </a:cubicBezTo>
                <a:cubicBezTo>
                  <a:pt x="752034" y="157041"/>
                  <a:pt x="751544" y="155674"/>
                  <a:pt x="750563" y="154567"/>
                </a:cubicBezTo>
                <a:cubicBezTo>
                  <a:pt x="748797" y="152613"/>
                  <a:pt x="746132" y="151278"/>
                  <a:pt x="742569" y="150560"/>
                </a:cubicBezTo>
                <a:cubicBezTo>
                  <a:pt x="739005" y="149845"/>
                  <a:pt x="729506" y="149487"/>
                  <a:pt x="714074" y="149487"/>
                </a:cubicBezTo>
                <a:close/>
                <a:moveTo>
                  <a:pt x="821878" y="41394"/>
                </a:moveTo>
                <a:cubicBezTo>
                  <a:pt x="829856" y="41394"/>
                  <a:pt x="837278" y="43455"/>
                  <a:pt x="844144" y="47579"/>
                </a:cubicBezTo>
                <a:cubicBezTo>
                  <a:pt x="851010" y="51703"/>
                  <a:pt x="856225" y="57562"/>
                  <a:pt x="859789" y="65156"/>
                </a:cubicBezTo>
                <a:cubicBezTo>
                  <a:pt x="863353" y="72749"/>
                  <a:pt x="865135" y="81062"/>
                  <a:pt x="865135" y="90095"/>
                </a:cubicBezTo>
                <a:cubicBezTo>
                  <a:pt x="865135" y="103120"/>
                  <a:pt x="861833" y="114019"/>
                  <a:pt x="855228" y="122792"/>
                </a:cubicBezTo>
                <a:cubicBezTo>
                  <a:pt x="847250" y="133396"/>
                  <a:pt x="836232" y="138698"/>
                  <a:pt x="822172" y="138698"/>
                </a:cubicBezTo>
                <a:cubicBezTo>
                  <a:pt x="808374" y="138698"/>
                  <a:pt x="797748" y="133854"/>
                  <a:pt x="790293" y="124165"/>
                </a:cubicBezTo>
                <a:cubicBezTo>
                  <a:pt x="782839" y="114477"/>
                  <a:pt x="779111" y="103251"/>
                  <a:pt x="779111" y="90487"/>
                </a:cubicBezTo>
                <a:cubicBezTo>
                  <a:pt x="779111" y="77331"/>
                  <a:pt x="782920" y="65860"/>
                  <a:pt x="790539" y="56073"/>
                </a:cubicBezTo>
                <a:cubicBezTo>
                  <a:pt x="798157" y="46287"/>
                  <a:pt x="808603" y="41394"/>
                  <a:pt x="821878" y="41394"/>
                </a:cubicBezTo>
                <a:moveTo>
                  <a:pt x="822270" y="48260"/>
                </a:moveTo>
                <a:cubicBezTo>
                  <a:pt x="818935" y="48260"/>
                  <a:pt x="816074" y="49521"/>
                  <a:pt x="813688" y="52042"/>
                </a:cubicBezTo>
                <a:cubicBezTo>
                  <a:pt x="811301" y="54562"/>
                  <a:pt x="809731" y="59537"/>
                  <a:pt x="808979" y="66967"/>
                </a:cubicBezTo>
                <a:cubicBezTo>
                  <a:pt x="808227" y="74397"/>
                  <a:pt x="807851" y="84725"/>
                  <a:pt x="807851" y="97951"/>
                </a:cubicBezTo>
                <a:cubicBezTo>
                  <a:pt x="807851" y="104956"/>
                  <a:pt x="808309" y="111504"/>
                  <a:pt x="809224" y="117593"/>
                </a:cubicBezTo>
                <a:cubicBezTo>
                  <a:pt x="809944" y="122240"/>
                  <a:pt x="811481" y="125775"/>
                  <a:pt x="813835" y="128199"/>
                </a:cubicBezTo>
                <a:cubicBezTo>
                  <a:pt x="816189" y="130621"/>
                  <a:pt x="818870" y="131831"/>
                  <a:pt x="821878" y="131831"/>
                </a:cubicBezTo>
                <a:cubicBezTo>
                  <a:pt x="824821" y="131831"/>
                  <a:pt x="827273" y="131013"/>
                  <a:pt x="829235" y="129376"/>
                </a:cubicBezTo>
                <a:cubicBezTo>
                  <a:pt x="831785" y="127151"/>
                  <a:pt x="833485" y="124041"/>
                  <a:pt x="834335" y="120045"/>
                </a:cubicBezTo>
                <a:cubicBezTo>
                  <a:pt x="835643" y="113827"/>
                  <a:pt x="836297" y="101257"/>
                  <a:pt x="836297" y="82336"/>
                </a:cubicBezTo>
                <a:cubicBezTo>
                  <a:pt x="836297" y="71207"/>
                  <a:pt x="835676" y="63565"/>
                  <a:pt x="834433" y="59408"/>
                </a:cubicBezTo>
                <a:cubicBezTo>
                  <a:pt x="833191" y="55250"/>
                  <a:pt x="831360" y="52221"/>
                  <a:pt x="828940" y="50323"/>
                </a:cubicBezTo>
                <a:cubicBezTo>
                  <a:pt x="827240" y="48947"/>
                  <a:pt x="825017" y="48260"/>
                  <a:pt x="822270" y="48260"/>
                </a:cubicBezTo>
                <a:close/>
                <a:moveTo>
                  <a:pt x="917323" y="44140"/>
                </a:moveTo>
                <a:lnTo>
                  <a:pt x="917323" y="64935"/>
                </a:lnTo>
                <a:cubicBezTo>
                  <a:pt x="923405" y="55453"/>
                  <a:pt x="928734" y="49159"/>
                  <a:pt x="933312" y="46053"/>
                </a:cubicBezTo>
                <a:cubicBezTo>
                  <a:pt x="937889" y="42947"/>
                  <a:pt x="942303" y="41394"/>
                  <a:pt x="946554" y="41394"/>
                </a:cubicBezTo>
                <a:cubicBezTo>
                  <a:pt x="950216" y="41394"/>
                  <a:pt x="953142" y="42526"/>
                  <a:pt x="955333" y="44790"/>
                </a:cubicBezTo>
                <a:cubicBezTo>
                  <a:pt x="957523" y="47054"/>
                  <a:pt x="958619" y="50253"/>
                  <a:pt x="958619" y="54387"/>
                </a:cubicBezTo>
                <a:cubicBezTo>
                  <a:pt x="958619" y="58785"/>
                  <a:pt x="957556" y="62199"/>
                  <a:pt x="955431" y="64628"/>
                </a:cubicBezTo>
                <a:cubicBezTo>
                  <a:pt x="953306" y="67056"/>
                  <a:pt x="950739" y="68270"/>
                  <a:pt x="947731" y="68270"/>
                </a:cubicBezTo>
                <a:cubicBezTo>
                  <a:pt x="944265" y="68270"/>
                  <a:pt x="941257" y="67158"/>
                  <a:pt x="938707" y="64935"/>
                </a:cubicBezTo>
                <a:cubicBezTo>
                  <a:pt x="936156" y="62711"/>
                  <a:pt x="934652" y="61469"/>
                  <a:pt x="934195" y="61207"/>
                </a:cubicBezTo>
                <a:cubicBezTo>
                  <a:pt x="933541" y="60815"/>
                  <a:pt x="932789" y="60619"/>
                  <a:pt x="931939" y="60619"/>
                </a:cubicBezTo>
                <a:cubicBezTo>
                  <a:pt x="930042" y="60619"/>
                  <a:pt x="928244" y="61338"/>
                  <a:pt x="926544" y="62777"/>
                </a:cubicBezTo>
                <a:cubicBezTo>
                  <a:pt x="923863" y="65000"/>
                  <a:pt x="921835" y="68172"/>
                  <a:pt x="920462" y="72291"/>
                </a:cubicBezTo>
                <a:cubicBezTo>
                  <a:pt x="918370" y="78635"/>
                  <a:pt x="917323" y="85632"/>
                  <a:pt x="917323" y="93283"/>
                </a:cubicBezTo>
                <a:lnTo>
                  <a:pt x="917323" y="114372"/>
                </a:lnTo>
                <a:lnTo>
                  <a:pt x="917421" y="119865"/>
                </a:lnTo>
                <a:cubicBezTo>
                  <a:pt x="917421" y="123592"/>
                  <a:pt x="917650" y="125979"/>
                  <a:pt x="918108" y="127025"/>
                </a:cubicBezTo>
                <a:cubicBezTo>
                  <a:pt x="918893" y="128791"/>
                  <a:pt x="920053" y="130082"/>
                  <a:pt x="921590" y="130900"/>
                </a:cubicBezTo>
                <a:cubicBezTo>
                  <a:pt x="923127" y="131717"/>
                  <a:pt x="925726" y="132224"/>
                  <a:pt x="929388" y="132420"/>
                </a:cubicBezTo>
                <a:lnTo>
                  <a:pt x="929388" y="135951"/>
                </a:lnTo>
                <a:lnTo>
                  <a:pt x="879853" y="135951"/>
                </a:lnTo>
                <a:lnTo>
                  <a:pt x="879853" y="132420"/>
                </a:lnTo>
                <a:cubicBezTo>
                  <a:pt x="883842" y="132093"/>
                  <a:pt x="886540" y="130998"/>
                  <a:pt x="887946" y="129134"/>
                </a:cubicBezTo>
                <a:cubicBezTo>
                  <a:pt x="889352" y="127270"/>
                  <a:pt x="890055" y="122350"/>
                  <a:pt x="890055" y="114372"/>
                </a:cubicBezTo>
                <a:lnTo>
                  <a:pt x="890055" y="63562"/>
                </a:lnTo>
                <a:cubicBezTo>
                  <a:pt x="890055" y="58297"/>
                  <a:pt x="889793" y="54942"/>
                  <a:pt x="889270" y="53495"/>
                </a:cubicBezTo>
                <a:cubicBezTo>
                  <a:pt x="888616" y="51652"/>
                  <a:pt x="887668" y="50303"/>
                  <a:pt x="886425" y="49449"/>
                </a:cubicBezTo>
                <a:cubicBezTo>
                  <a:pt x="885183" y="48593"/>
                  <a:pt x="882992" y="48000"/>
                  <a:pt x="879853" y="47671"/>
                </a:cubicBezTo>
                <a:lnTo>
                  <a:pt x="879853" y="44140"/>
                </a:lnTo>
                <a:lnTo>
                  <a:pt x="917323" y="44140"/>
                </a:lnTo>
                <a:close/>
                <a:moveTo>
                  <a:pt x="1011342" y="139767"/>
                </a:moveTo>
                <a:lnTo>
                  <a:pt x="981719" y="71632"/>
                </a:lnTo>
                <a:cubicBezTo>
                  <a:pt x="977272" y="61313"/>
                  <a:pt x="973986" y="54970"/>
                  <a:pt x="971861" y="52603"/>
                </a:cubicBezTo>
                <a:cubicBezTo>
                  <a:pt x="969736" y="50235"/>
                  <a:pt x="967169" y="48591"/>
                  <a:pt x="964161" y="47671"/>
                </a:cubicBezTo>
                <a:lnTo>
                  <a:pt x="964161" y="44140"/>
                </a:lnTo>
                <a:lnTo>
                  <a:pt x="1012911" y="44140"/>
                </a:lnTo>
                <a:lnTo>
                  <a:pt x="1012911" y="47671"/>
                </a:lnTo>
                <a:cubicBezTo>
                  <a:pt x="1009707" y="47802"/>
                  <a:pt x="1007451" y="48426"/>
                  <a:pt x="1006143" y="49544"/>
                </a:cubicBezTo>
                <a:cubicBezTo>
                  <a:pt x="1004835" y="50660"/>
                  <a:pt x="1004181" y="52007"/>
                  <a:pt x="1004181" y="53584"/>
                </a:cubicBezTo>
                <a:cubicBezTo>
                  <a:pt x="1004181" y="56079"/>
                  <a:pt x="1005816" y="61006"/>
                  <a:pt x="1009086" y="68365"/>
                </a:cubicBezTo>
                <a:lnTo>
                  <a:pt x="1024780" y="104434"/>
                </a:lnTo>
                <a:lnTo>
                  <a:pt x="1035472" y="76561"/>
                </a:lnTo>
                <a:cubicBezTo>
                  <a:pt x="1039330" y="66636"/>
                  <a:pt x="1041259" y="59734"/>
                  <a:pt x="1041259" y="55855"/>
                </a:cubicBezTo>
                <a:cubicBezTo>
                  <a:pt x="1041259" y="53424"/>
                  <a:pt x="1040458" y="51484"/>
                  <a:pt x="1038856" y="50038"/>
                </a:cubicBezTo>
                <a:cubicBezTo>
                  <a:pt x="1037254" y="48591"/>
                  <a:pt x="1034425" y="47802"/>
                  <a:pt x="1030371" y="47671"/>
                </a:cubicBezTo>
                <a:lnTo>
                  <a:pt x="1030371" y="44140"/>
                </a:lnTo>
                <a:lnTo>
                  <a:pt x="1061073" y="44140"/>
                </a:lnTo>
                <a:lnTo>
                  <a:pt x="1061073" y="47671"/>
                </a:lnTo>
                <a:cubicBezTo>
                  <a:pt x="1058065" y="48000"/>
                  <a:pt x="1055613" y="49167"/>
                  <a:pt x="1053716" y="51172"/>
                </a:cubicBezTo>
                <a:cubicBezTo>
                  <a:pt x="1051820" y="53176"/>
                  <a:pt x="1048648" y="59997"/>
                  <a:pt x="1044202" y="71632"/>
                </a:cubicBezTo>
                <a:lnTo>
                  <a:pt x="1018012" y="139679"/>
                </a:lnTo>
                <a:cubicBezTo>
                  <a:pt x="1011407" y="156681"/>
                  <a:pt x="1006503" y="167143"/>
                  <a:pt x="1003299" y="171067"/>
                </a:cubicBezTo>
                <a:cubicBezTo>
                  <a:pt x="998786" y="176560"/>
                  <a:pt x="993130" y="179306"/>
                  <a:pt x="986329" y="179306"/>
                </a:cubicBezTo>
                <a:cubicBezTo>
                  <a:pt x="980902" y="179306"/>
                  <a:pt x="976504" y="177753"/>
                  <a:pt x="973136" y="174647"/>
                </a:cubicBezTo>
                <a:cubicBezTo>
                  <a:pt x="969769" y="171541"/>
                  <a:pt x="968085" y="167797"/>
                  <a:pt x="968085" y="163416"/>
                </a:cubicBezTo>
                <a:cubicBezTo>
                  <a:pt x="968085" y="159623"/>
                  <a:pt x="969245" y="156484"/>
                  <a:pt x="971567" y="154000"/>
                </a:cubicBezTo>
                <a:cubicBezTo>
                  <a:pt x="973888" y="151515"/>
                  <a:pt x="976749" y="150272"/>
                  <a:pt x="980150" y="150272"/>
                </a:cubicBezTo>
                <a:cubicBezTo>
                  <a:pt x="983419" y="150272"/>
                  <a:pt x="986051" y="151312"/>
                  <a:pt x="988046" y="153393"/>
                </a:cubicBezTo>
                <a:cubicBezTo>
                  <a:pt x="990040" y="155475"/>
                  <a:pt x="991070" y="158696"/>
                  <a:pt x="991136" y="163054"/>
                </a:cubicBezTo>
                <a:cubicBezTo>
                  <a:pt x="991201" y="165527"/>
                  <a:pt x="991495" y="167121"/>
                  <a:pt x="992018" y="167836"/>
                </a:cubicBezTo>
                <a:cubicBezTo>
                  <a:pt x="992541" y="168551"/>
                  <a:pt x="993294" y="168909"/>
                  <a:pt x="994274" y="168909"/>
                </a:cubicBezTo>
                <a:cubicBezTo>
                  <a:pt x="995844" y="168909"/>
                  <a:pt x="997511" y="167965"/>
                  <a:pt x="999277" y="166077"/>
                </a:cubicBezTo>
                <a:cubicBezTo>
                  <a:pt x="1001893" y="163343"/>
                  <a:pt x="1004966" y="157093"/>
                  <a:pt x="1008497" y="147329"/>
                </a:cubicBezTo>
                <a:lnTo>
                  <a:pt x="1011342" y="1397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504786dc449f2"/>
          <a:stretch xmlns:a="http://schemas.openxmlformats.org/drawingml/2006/main"/>
        </p:blipFill>
        <p:spPr>
          <a:xfrm xmlns:a="http://schemas.openxmlformats.org/drawingml/2006/main">
            <a:off x="12852100" y="3097837"/>
            <a:ext cx="913404" cy="882015"/>
          </a:xfrm>
          <a:prstGeom xmlns:a="http://schemas.openxmlformats.org/drawingml/2006/main" prst="rect">
            <a:avLst/>
          </a:prstGeom>
        </p:spPr>
      </p:pic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aabcc20754c6c"/>
          <a:stretch xmlns:a="http://schemas.openxmlformats.org/drawingml/2006/main"/>
        </p:blipFill>
        <p:spPr>
          <a:xfrm xmlns:a="http://schemas.openxmlformats.org/drawingml/2006/main">
            <a:off x="12874071" y="3176308"/>
            <a:ext cx="919681" cy="784711"/>
          </a:xfrm>
          <a:prstGeom xmlns:a="http://schemas.openxmlformats.org/drawingml/2006/main" prst="rect">
            <a:avLst/>
          </a:prstGeom>
        </p:spPr>
      </p:pic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2D92FB-3CC6-4D5F-9665-7B79A147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2180" y="3127133"/>
            <a:ext cx="794128" cy="762738"/>
          </a:xfrm>
          <a:custGeom xmlns:a="http://schemas.openxmlformats.org/drawingml/2006/main">
            <a:pathLst>
              <a:path w="794128" h="762738">
                <a:moveTo>
                  <a:pt x="0" y="127126"/>
                </a:moveTo>
                <a:cubicBezTo>
                  <a:pt x="0" y="56916"/>
                  <a:pt x="56915" y="0"/>
                  <a:pt x="127125" y="0"/>
                </a:cubicBezTo>
                <a:lnTo>
                  <a:pt x="667002" y="0"/>
                </a:lnTo>
                <a:cubicBezTo>
                  <a:pt x="737212" y="0"/>
                  <a:pt x="794128" y="56916"/>
                  <a:pt x="794128" y="127126"/>
                </a:cubicBezTo>
                <a:lnTo>
                  <a:pt x="794128" y="635612"/>
                </a:lnTo>
                <a:cubicBezTo>
                  <a:pt x="794128" y="705822"/>
                  <a:pt x="737212" y="762738"/>
                  <a:pt x="667002" y="762738"/>
                </a:cubicBezTo>
                <a:lnTo>
                  <a:pt x="127125" y="762738"/>
                </a:lnTo>
                <a:cubicBezTo>
                  <a:pt x="56915" y="762738"/>
                  <a:pt x="0" y="705822"/>
                  <a:pt x="0" y="635612"/>
                </a:cubicBezTo>
                <a:lnTo>
                  <a:pt x="0" y="127126"/>
                </a:lnTo>
                <a:close/>
              </a:path>
            </a:pathLst>
          </a:custGeom>
          <a:solidFill xmlns:a="http://schemas.openxmlformats.org/drawingml/2006/main">
            <a:srgbClr val="FFFCF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Other">
            <a:extLst xmlns:a="http://schemas.openxmlformats.org/drawingml/2006/main">
              <a:ext uri="{FF2B5EF4-FFF2-40B4-BE49-F238E27FC236}">
                <a16:creationId xmlns:a16="http://schemas.microsoft.com/office/drawing/2014/main" id="{05A8107F-8E3F-4735-9329-A81E9F9E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669" y="3326188"/>
            <a:ext cx="502587" cy="138698"/>
          </a:xfrm>
          <a:custGeom xmlns:a="http://schemas.openxmlformats.org/drawingml/2006/main">
            <a:pathLst>
              <a:path w="502587" h="138698">
                <a:moveTo>
                  <a:pt x="69741" y="785"/>
                </a:moveTo>
                <a:cubicBezTo>
                  <a:pt x="90928" y="0"/>
                  <a:pt x="108143" y="6180"/>
                  <a:pt x="121385" y="19324"/>
                </a:cubicBezTo>
                <a:cubicBezTo>
                  <a:pt x="134627" y="32467"/>
                  <a:pt x="141248" y="48914"/>
                  <a:pt x="141248" y="68662"/>
                </a:cubicBezTo>
                <a:cubicBezTo>
                  <a:pt x="141248" y="85534"/>
                  <a:pt x="136311" y="100378"/>
                  <a:pt x="126437" y="113195"/>
                </a:cubicBezTo>
                <a:cubicBezTo>
                  <a:pt x="113358" y="130197"/>
                  <a:pt x="94885" y="138698"/>
                  <a:pt x="71016" y="138698"/>
                </a:cubicBezTo>
                <a:cubicBezTo>
                  <a:pt x="47083" y="138698"/>
                  <a:pt x="28577" y="130589"/>
                  <a:pt x="15498" y="114372"/>
                </a:cubicBezTo>
                <a:cubicBezTo>
                  <a:pt x="5166" y="101555"/>
                  <a:pt x="0" y="86351"/>
                  <a:pt x="0" y="68760"/>
                </a:cubicBezTo>
                <a:cubicBezTo>
                  <a:pt x="0" y="49012"/>
                  <a:pt x="6719" y="32549"/>
                  <a:pt x="20157" y="19373"/>
                </a:cubicBezTo>
                <a:cubicBezTo>
                  <a:pt x="33595" y="6196"/>
                  <a:pt x="50123" y="0"/>
                  <a:pt x="69741" y="785"/>
                </a:cubicBezTo>
                <a:moveTo>
                  <a:pt x="70918" y="7062"/>
                </a:moveTo>
                <a:cubicBezTo>
                  <a:pt x="58755" y="7062"/>
                  <a:pt x="49502" y="13270"/>
                  <a:pt x="43159" y="25684"/>
                </a:cubicBezTo>
                <a:cubicBezTo>
                  <a:pt x="37993" y="35877"/>
                  <a:pt x="35410" y="50514"/>
                  <a:pt x="35410" y="69594"/>
                </a:cubicBezTo>
                <a:cubicBezTo>
                  <a:pt x="35410" y="92267"/>
                  <a:pt x="39399" y="109027"/>
                  <a:pt x="47377" y="119874"/>
                </a:cubicBezTo>
                <a:cubicBezTo>
                  <a:pt x="52935" y="127453"/>
                  <a:pt x="60717" y="131243"/>
                  <a:pt x="70722" y="131243"/>
                </a:cubicBezTo>
                <a:cubicBezTo>
                  <a:pt x="77458" y="131243"/>
                  <a:pt x="83081" y="129609"/>
                  <a:pt x="87593" y="126342"/>
                </a:cubicBezTo>
                <a:cubicBezTo>
                  <a:pt x="93348" y="122161"/>
                  <a:pt x="97827" y="115480"/>
                  <a:pt x="101032" y="106301"/>
                </a:cubicBezTo>
                <a:cubicBezTo>
                  <a:pt x="104236" y="97119"/>
                  <a:pt x="105838" y="85145"/>
                  <a:pt x="105838" y="70379"/>
                </a:cubicBezTo>
                <a:cubicBezTo>
                  <a:pt x="105838" y="52800"/>
                  <a:pt x="104203" y="39650"/>
                  <a:pt x="100933" y="30929"/>
                </a:cubicBezTo>
                <a:cubicBezTo>
                  <a:pt x="97664" y="22205"/>
                  <a:pt x="93495" y="16047"/>
                  <a:pt x="88427" y="12454"/>
                </a:cubicBezTo>
                <a:cubicBezTo>
                  <a:pt x="83359" y="8860"/>
                  <a:pt x="77523" y="7062"/>
                  <a:pt x="70918" y="7062"/>
                </a:cubicBezTo>
                <a:close/>
                <a:moveTo>
                  <a:pt x="191762" y="10201"/>
                </a:moveTo>
                <a:lnTo>
                  <a:pt x="191762" y="43944"/>
                </a:lnTo>
                <a:lnTo>
                  <a:pt x="213538" y="43944"/>
                </a:lnTo>
                <a:lnTo>
                  <a:pt x="213538" y="53557"/>
                </a:lnTo>
                <a:lnTo>
                  <a:pt x="191762" y="53557"/>
                </a:lnTo>
                <a:lnTo>
                  <a:pt x="191762" y="110307"/>
                </a:lnTo>
                <a:cubicBezTo>
                  <a:pt x="191762" y="115618"/>
                  <a:pt x="192007" y="119044"/>
                  <a:pt x="192498" y="120585"/>
                </a:cubicBezTo>
                <a:cubicBezTo>
                  <a:pt x="192988" y="122126"/>
                  <a:pt x="193855" y="123372"/>
                  <a:pt x="195097" y="124325"/>
                </a:cubicBezTo>
                <a:cubicBezTo>
                  <a:pt x="196340" y="125275"/>
                  <a:pt x="197484" y="125750"/>
                  <a:pt x="198530" y="125750"/>
                </a:cubicBezTo>
                <a:cubicBezTo>
                  <a:pt x="202781" y="125750"/>
                  <a:pt x="206802" y="122480"/>
                  <a:pt x="210595" y="115941"/>
                </a:cubicBezTo>
                <a:lnTo>
                  <a:pt x="213538" y="118120"/>
                </a:lnTo>
                <a:cubicBezTo>
                  <a:pt x="208241" y="130792"/>
                  <a:pt x="199642" y="137128"/>
                  <a:pt x="187740" y="137128"/>
                </a:cubicBezTo>
                <a:cubicBezTo>
                  <a:pt x="181921" y="137128"/>
                  <a:pt x="177000" y="135505"/>
                  <a:pt x="172978" y="132258"/>
                </a:cubicBezTo>
                <a:cubicBezTo>
                  <a:pt x="168956" y="129008"/>
                  <a:pt x="166390" y="125382"/>
                  <a:pt x="165278" y="121379"/>
                </a:cubicBezTo>
                <a:cubicBezTo>
                  <a:pt x="164624" y="119147"/>
                  <a:pt x="164297" y="113110"/>
                  <a:pt x="164297" y="103266"/>
                </a:cubicBezTo>
                <a:lnTo>
                  <a:pt x="164297" y="53557"/>
                </a:lnTo>
                <a:lnTo>
                  <a:pt x="152330" y="53557"/>
                </a:lnTo>
                <a:lnTo>
                  <a:pt x="152330" y="50114"/>
                </a:lnTo>
                <a:cubicBezTo>
                  <a:pt x="160570" y="44282"/>
                  <a:pt x="167583" y="38155"/>
                  <a:pt x="173370" y="31732"/>
                </a:cubicBezTo>
                <a:cubicBezTo>
                  <a:pt x="179158" y="25309"/>
                  <a:pt x="184209" y="18132"/>
                  <a:pt x="188525" y="10201"/>
                </a:cubicBezTo>
                <a:lnTo>
                  <a:pt x="191762" y="10201"/>
                </a:lnTo>
                <a:close/>
                <a:moveTo>
                  <a:pt x="259294" y="2746"/>
                </a:moveTo>
                <a:lnTo>
                  <a:pt x="259294" y="55813"/>
                </a:lnTo>
                <a:cubicBezTo>
                  <a:pt x="264329" y="50479"/>
                  <a:pt x="268939" y="46710"/>
                  <a:pt x="273125" y="44505"/>
                </a:cubicBezTo>
                <a:cubicBezTo>
                  <a:pt x="277310" y="42300"/>
                  <a:pt x="281658" y="41197"/>
                  <a:pt x="286170" y="41197"/>
                </a:cubicBezTo>
                <a:cubicBezTo>
                  <a:pt x="291925" y="41197"/>
                  <a:pt x="296846" y="42832"/>
                  <a:pt x="300933" y="46102"/>
                </a:cubicBezTo>
                <a:cubicBezTo>
                  <a:pt x="305020" y="49371"/>
                  <a:pt x="307734" y="53213"/>
                  <a:pt x="309074" y="57627"/>
                </a:cubicBezTo>
                <a:cubicBezTo>
                  <a:pt x="310415" y="62041"/>
                  <a:pt x="311085" y="69480"/>
                  <a:pt x="311085" y="79942"/>
                </a:cubicBezTo>
                <a:lnTo>
                  <a:pt x="311085" y="115745"/>
                </a:lnTo>
                <a:cubicBezTo>
                  <a:pt x="311085" y="122785"/>
                  <a:pt x="311739" y="127176"/>
                  <a:pt x="313047" y="128919"/>
                </a:cubicBezTo>
                <a:cubicBezTo>
                  <a:pt x="314355" y="130663"/>
                  <a:pt x="317003" y="131764"/>
                  <a:pt x="320992" y="132224"/>
                </a:cubicBezTo>
                <a:lnTo>
                  <a:pt x="320992" y="135755"/>
                </a:lnTo>
                <a:lnTo>
                  <a:pt x="274498" y="135755"/>
                </a:lnTo>
                <a:lnTo>
                  <a:pt x="274498" y="132224"/>
                </a:lnTo>
                <a:cubicBezTo>
                  <a:pt x="277767" y="131764"/>
                  <a:pt x="280220" y="130448"/>
                  <a:pt x="281854" y="128276"/>
                </a:cubicBezTo>
                <a:cubicBezTo>
                  <a:pt x="283031" y="126565"/>
                  <a:pt x="283620" y="122388"/>
                  <a:pt x="283620" y="115745"/>
                </a:cubicBezTo>
                <a:lnTo>
                  <a:pt x="283620" y="74906"/>
                </a:lnTo>
                <a:cubicBezTo>
                  <a:pt x="283620" y="67333"/>
                  <a:pt x="283326" y="62584"/>
                  <a:pt x="282737" y="60659"/>
                </a:cubicBezTo>
                <a:cubicBezTo>
                  <a:pt x="282149" y="58732"/>
                  <a:pt x="281151" y="57230"/>
                  <a:pt x="279746" y="56153"/>
                </a:cubicBezTo>
                <a:cubicBezTo>
                  <a:pt x="278340" y="55076"/>
                  <a:pt x="276754" y="54537"/>
                  <a:pt x="274988" y="54537"/>
                </a:cubicBezTo>
                <a:cubicBezTo>
                  <a:pt x="272372" y="54537"/>
                  <a:pt x="269822" y="55437"/>
                  <a:pt x="267337" y="57235"/>
                </a:cubicBezTo>
                <a:cubicBezTo>
                  <a:pt x="264852" y="59033"/>
                  <a:pt x="262171" y="62188"/>
                  <a:pt x="259294" y="66700"/>
                </a:cubicBezTo>
                <a:lnTo>
                  <a:pt x="259294" y="115745"/>
                </a:lnTo>
                <a:cubicBezTo>
                  <a:pt x="259294" y="122323"/>
                  <a:pt x="259784" y="126435"/>
                  <a:pt x="260765" y="128080"/>
                </a:cubicBezTo>
                <a:cubicBezTo>
                  <a:pt x="262008" y="130315"/>
                  <a:pt x="264558" y="131697"/>
                  <a:pt x="268416" y="132224"/>
                </a:cubicBezTo>
                <a:lnTo>
                  <a:pt x="268416" y="135755"/>
                </a:lnTo>
                <a:lnTo>
                  <a:pt x="221922" y="135755"/>
                </a:lnTo>
                <a:lnTo>
                  <a:pt x="221922" y="132224"/>
                </a:lnTo>
                <a:cubicBezTo>
                  <a:pt x="225780" y="131829"/>
                  <a:pt x="228527" y="130580"/>
                  <a:pt x="230162" y="128475"/>
                </a:cubicBezTo>
                <a:cubicBezTo>
                  <a:pt x="231273" y="127028"/>
                  <a:pt x="231829" y="122785"/>
                  <a:pt x="231829" y="115745"/>
                </a:cubicBezTo>
                <a:lnTo>
                  <a:pt x="231829" y="22757"/>
                </a:lnTo>
                <a:cubicBezTo>
                  <a:pt x="231829" y="15741"/>
                  <a:pt x="231192" y="11373"/>
                  <a:pt x="229916" y="9653"/>
                </a:cubicBezTo>
                <a:cubicBezTo>
                  <a:pt x="228641" y="7932"/>
                  <a:pt x="225976" y="6807"/>
                  <a:pt x="221922" y="6278"/>
                </a:cubicBezTo>
                <a:lnTo>
                  <a:pt x="221922" y="2746"/>
                </a:lnTo>
                <a:lnTo>
                  <a:pt x="259294" y="2746"/>
                </a:lnTo>
                <a:close/>
                <a:moveTo>
                  <a:pt x="410962" y="86514"/>
                </a:moveTo>
                <a:lnTo>
                  <a:pt x="360643" y="86514"/>
                </a:lnTo>
                <a:cubicBezTo>
                  <a:pt x="361231" y="98710"/>
                  <a:pt x="364468" y="108348"/>
                  <a:pt x="370354" y="115429"/>
                </a:cubicBezTo>
                <a:cubicBezTo>
                  <a:pt x="374866" y="120871"/>
                  <a:pt x="380293" y="123592"/>
                  <a:pt x="386636" y="123592"/>
                </a:cubicBezTo>
                <a:cubicBezTo>
                  <a:pt x="390560" y="123592"/>
                  <a:pt x="394124" y="122497"/>
                  <a:pt x="397328" y="120306"/>
                </a:cubicBezTo>
                <a:cubicBezTo>
                  <a:pt x="400532" y="118115"/>
                  <a:pt x="403965" y="114175"/>
                  <a:pt x="407627" y="108486"/>
                </a:cubicBezTo>
                <a:lnTo>
                  <a:pt x="410962" y="110644"/>
                </a:lnTo>
                <a:cubicBezTo>
                  <a:pt x="405993" y="120780"/>
                  <a:pt x="400500" y="127957"/>
                  <a:pt x="394483" y="132175"/>
                </a:cubicBezTo>
                <a:cubicBezTo>
                  <a:pt x="388467" y="136393"/>
                  <a:pt x="381503" y="138501"/>
                  <a:pt x="373590" y="138501"/>
                </a:cubicBezTo>
                <a:cubicBezTo>
                  <a:pt x="359989" y="138501"/>
                  <a:pt x="349689" y="133265"/>
                  <a:pt x="342692" y="122792"/>
                </a:cubicBezTo>
                <a:cubicBezTo>
                  <a:pt x="337069" y="114348"/>
                  <a:pt x="334257" y="103875"/>
                  <a:pt x="334257" y="91373"/>
                </a:cubicBezTo>
                <a:cubicBezTo>
                  <a:pt x="334257" y="76055"/>
                  <a:pt x="338393" y="63863"/>
                  <a:pt x="346665" y="54798"/>
                </a:cubicBezTo>
                <a:cubicBezTo>
                  <a:pt x="354937" y="45731"/>
                  <a:pt x="364632" y="41197"/>
                  <a:pt x="375748" y="41197"/>
                </a:cubicBezTo>
                <a:cubicBezTo>
                  <a:pt x="385034" y="41197"/>
                  <a:pt x="393094" y="45006"/>
                  <a:pt x="399927" y="52625"/>
                </a:cubicBezTo>
                <a:cubicBezTo>
                  <a:pt x="406761" y="60243"/>
                  <a:pt x="410439" y="71539"/>
                  <a:pt x="410962" y="86514"/>
                </a:cubicBezTo>
                <a:moveTo>
                  <a:pt x="386832" y="80041"/>
                </a:moveTo>
                <a:cubicBezTo>
                  <a:pt x="386832" y="69512"/>
                  <a:pt x="386260" y="62286"/>
                  <a:pt x="385116" y="58363"/>
                </a:cubicBezTo>
                <a:cubicBezTo>
                  <a:pt x="383972" y="54439"/>
                  <a:pt x="382190" y="51464"/>
                  <a:pt x="379770" y="49437"/>
                </a:cubicBezTo>
                <a:cubicBezTo>
                  <a:pt x="378397" y="48260"/>
                  <a:pt x="376566" y="47671"/>
                  <a:pt x="374277" y="47671"/>
                </a:cubicBezTo>
                <a:cubicBezTo>
                  <a:pt x="370877" y="47671"/>
                  <a:pt x="368098" y="49339"/>
                  <a:pt x="365940" y="52674"/>
                </a:cubicBezTo>
                <a:cubicBezTo>
                  <a:pt x="362081" y="58494"/>
                  <a:pt x="360152" y="66472"/>
                  <a:pt x="360152" y="76607"/>
                </a:cubicBezTo>
                <a:lnTo>
                  <a:pt x="360152" y="80041"/>
                </a:lnTo>
                <a:lnTo>
                  <a:pt x="386832" y="80041"/>
                </a:lnTo>
                <a:close/>
                <a:moveTo>
                  <a:pt x="461291" y="43944"/>
                </a:moveTo>
                <a:lnTo>
                  <a:pt x="461291" y="64739"/>
                </a:lnTo>
                <a:cubicBezTo>
                  <a:pt x="467373" y="55257"/>
                  <a:pt x="472702" y="48963"/>
                  <a:pt x="477280" y="45857"/>
                </a:cubicBezTo>
                <a:cubicBezTo>
                  <a:pt x="481857" y="42750"/>
                  <a:pt x="486271" y="41197"/>
                  <a:pt x="490522" y="41197"/>
                </a:cubicBezTo>
                <a:cubicBezTo>
                  <a:pt x="494184" y="41197"/>
                  <a:pt x="497110" y="42329"/>
                  <a:pt x="499301" y="44594"/>
                </a:cubicBezTo>
                <a:cubicBezTo>
                  <a:pt x="501491" y="46858"/>
                  <a:pt x="502587" y="50057"/>
                  <a:pt x="502587" y="54191"/>
                </a:cubicBezTo>
                <a:cubicBezTo>
                  <a:pt x="502587" y="58589"/>
                  <a:pt x="501524" y="62002"/>
                  <a:pt x="499399" y="64432"/>
                </a:cubicBezTo>
                <a:cubicBezTo>
                  <a:pt x="497274" y="66860"/>
                  <a:pt x="494707" y="68074"/>
                  <a:pt x="491699" y="68074"/>
                </a:cubicBezTo>
                <a:cubicBezTo>
                  <a:pt x="488233" y="68074"/>
                  <a:pt x="485225" y="66962"/>
                  <a:pt x="482675" y="64739"/>
                </a:cubicBezTo>
                <a:cubicBezTo>
                  <a:pt x="480124" y="62515"/>
                  <a:pt x="478620" y="61273"/>
                  <a:pt x="478163" y="61011"/>
                </a:cubicBezTo>
                <a:cubicBezTo>
                  <a:pt x="477509" y="60619"/>
                  <a:pt x="476757" y="60423"/>
                  <a:pt x="475907" y="60423"/>
                </a:cubicBezTo>
                <a:cubicBezTo>
                  <a:pt x="474010" y="60423"/>
                  <a:pt x="472212" y="61142"/>
                  <a:pt x="470512" y="62581"/>
                </a:cubicBezTo>
                <a:cubicBezTo>
                  <a:pt x="467831" y="64804"/>
                  <a:pt x="465803" y="67976"/>
                  <a:pt x="464430" y="72095"/>
                </a:cubicBezTo>
                <a:cubicBezTo>
                  <a:pt x="462338" y="78438"/>
                  <a:pt x="461291" y="85435"/>
                  <a:pt x="461291" y="93086"/>
                </a:cubicBezTo>
                <a:lnTo>
                  <a:pt x="461291" y="114175"/>
                </a:lnTo>
                <a:lnTo>
                  <a:pt x="461389" y="119668"/>
                </a:lnTo>
                <a:cubicBezTo>
                  <a:pt x="461389" y="123396"/>
                  <a:pt x="461618" y="125783"/>
                  <a:pt x="462076" y="126829"/>
                </a:cubicBezTo>
                <a:cubicBezTo>
                  <a:pt x="462861" y="128595"/>
                  <a:pt x="464022" y="129886"/>
                  <a:pt x="465558" y="130703"/>
                </a:cubicBezTo>
                <a:cubicBezTo>
                  <a:pt x="467095" y="131521"/>
                  <a:pt x="469694" y="132028"/>
                  <a:pt x="473356" y="132224"/>
                </a:cubicBezTo>
                <a:lnTo>
                  <a:pt x="473356" y="135755"/>
                </a:lnTo>
                <a:lnTo>
                  <a:pt x="423821" y="135755"/>
                </a:lnTo>
                <a:lnTo>
                  <a:pt x="423821" y="132224"/>
                </a:lnTo>
                <a:cubicBezTo>
                  <a:pt x="427810" y="131897"/>
                  <a:pt x="430508" y="130802"/>
                  <a:pt x="431914" y="128938"/>
                </a:cubicBezTo>
                <a:cubicBezTo>
                  <a:pt x="433320" y="127074"/>
                  <a:pt x="434023" y="122153"/>
                  <a:pt x="434023" y="114175"/>
                </a:cubicBezTo>
                <a:lnTo>
                  <a:pt x="434023" y="63365"/>
                </a:lnTo>
                <a:cubicBezTo>
                  <a:pt x="434023" y="58101"/>
                  <a:pt x="433761" y="54746"/>
                  <a:pt x="433238" y="53299"/>
                </a:cubicBezTo>
                <a:cubicBezTo>
                  <a:pt x="432584" y="51456"/>
                  <a:pt x="431636" y="50107"/>
                  <a:pt x="430393" y="49253"/>
                </a:cubicBezTo>
                <a:cubicBezTo>
                  <a:pt x="429151" y="48397"/>
                  <a:pt x="426960" y="47804"/>
                  <a:pt x="423821" y="47475"/>
                </a:cubicBezTo>
                <a:lnTo>
                  <a:pt x="423821" y="43944"/>
                </a:lnTo>
                <a:lnTo>
                  <a:pt x="461291" y="439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Label">
            <a:extLst xmlns:a="http://schemas.openxmlformats.org/drawingml/2006/main">
              <a:ext uri="{FF2B5EF4-FFF2-40B4-BE49-F238E27FC236}">
                <a16:creationId xmlns:a16="http://schemas.microsoft.com/office/drawing/2014/main" id="{DCEDF674-779A-478B-982A-719C8B67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5541" y="3570626"/>
            <a:ext cx="487073" cy="135755"/>
          </a:xfrm>
          <a:custGeom xmlns:a="http://schemas.openxmlformats.org/drawingml/2006/main">
            <a:pathLst>
              <a:path w="487073" h="135755">
                <a:moveTo>
                  <a:pt x="123102" y="86318"/>
                </a:moveTo>
                <a:lnTo>
                  <a:pt x="118099" y="133009"/>
                </a:lnTo>
                <a:lnTo>
                  <a:pt x="0" y="133009"/>
                </a:lnTo>
                <a:lnTo>
                  <a:pt x="0" y="129477"/>
                </a:lnTo>
                <a:lnTo>
                  <a:pt x="4414" y="129477"/>
                </a:lnTo>
                <a:cubicBezTo>
                  <a:pt x="8272" y="129477"/>
                  <a:pt x="11378" y="128788"/>
                  <a:pt x="13732" y="127408"/>
                </a:cubicBezTo>
                <a:cubicBezTo>
                  <a:pt x="15433" y="126487"/>
                  <a:pt x="16741" y="124909"/>
                  <a:pt x="17656" y="122675"/>
                </a:cubicBezTo>
                <a:cubicBezTo>
                  <a:pt x="18375" y="121098"/>
                  <a:pt x="18735" y="116957"/>
                  <a:pt x="18735" y="110252"/>
                </a:cubicBezTo>
                <a:lnTo>
                  <a:pt x="18735" y="22757"/>
                </a:lnTo>
                <a:cubicBezTo>
                  <a:pt x="18735" y="15921"/>
                  <a:pt x="18375" y="11649"/>
                  <a:pt x="17656" y="9941"/>
                </a:cubicBezTo>
                <a:cubicBezTo>
                  <a:pt x="16937" y="8230"/>
                  <a:pt x="15482" y="6734"/>
                  <a:pt x="13291" y="5453"/>
                </a:cubicBezTo>
                <a:cubicBezTo>
                  <a:pt x="11100" y="4172"/>
                  <a:pt x="8141" y="3531"/>
                  <a:pt x="4414" y="3531"/>
                </a:cubicBezTo>
                <a:lnTo>
                  <a:pt x="0" y="3531"/>
                </a:lnTo>
                <a:lnTo>
                  <a:pt x="0" y="0"/>
                </a:lnTo>
                <a:lnTo>
                  <a:pt x="70918" y="0"/>
                </a:lnTo>
                <a:lnTo>
                  <a:pt x="70918" y="3531"/>
                </a:lnTo>
                <a:lnTo>
                  <a:pt x="65131" y="3531"/>
                </a:lnTo>
                <a:cubicBezTo>
                  <a:pt x="61273" y="3531"/>
                  <a:pt x="58167" y="4221"/>
                  <a:pt x="55813" y="5600"/>
                </a:cubicBezTo>
                <a:cubicBezTo>
                  <a:pt x="54112" y="6522"/>
                  <a:pt x="52772" y="8099"/>
                  <a:pt x="51791" y="10333"/>
                </a:cubicBezTo>
                <a:cubicBezTo>
                  <a:pt x="51072" y="11911"/>
                  <a:pt x="50712" y="16052"/>
                  <a:pt x="50712" y="22757"/>
                </a:cubicBezTo>
                <a:lnTo>
                  <a:pt x="50712" y="107505"/>
                </a:lnTo>
                <a:cubicBezTo>
                  <a:pt x="50712" y="114306"/>
                  <a:pt x="51104" y="118639"/>
                  <a:pt x="51889" y="120502"/>
                </a:cubicBezTo>
                <a:cubicBezTo>
                  <a:pt x="52674" y="122366"/>
                  <a:pt x="54210" y="123755"/>
                  <a:pt x="56499" y="124671"/>
                </a:cubicBezTo>
                <a:cubicBezTo>
                  <a:pt x="58134" y="125260"/>
                  <a:pt x="62090" y="125554"/>
                  <a:pt x="68368" y="125554"/>
                </a:cubicBezTo>
                <a:lnTo>
                  <a:pt x="79452" y="125554"/>
                </a:lnTo>
                <a:cubicBezTo>
                  <a:pt x="86514" y="125554"/>
                  <a:pt x="92400" y="124311"/>
                  <a:pt x="97108" y="121826"/>
                </a:cubicBezTo>
                <a:cubicBezTo>
                  <a:pt x="101816" y="119341"/>
                  <a:pt x="105887" y="115418"/>
                  <a:pt x="109320" y="110056"/>
                </a:cubicBezTo>
                <a:cubicBezTo>
                  <a:pt x="112753" y="104694"/>
                  <a:pt x="116006" y="96781"/>
                  <a:pt x="119080" y="86318"/>
                </a:cubicBezTo>
                <a:lnTo>
                  <a:pt x="123102" y="86318"/>
                </a:lnTo>
                <a:close/>
                <a:moveTo>
                  <a:pt x="188529" y="119472"/>
                </a:moveTo>
                <a:cubicBezTo>
                  <a:pt x="177347" y="129412"/>
                  <a:pt x="167310" y="134382"/>
                  <a:pt x="158416" y="134382"/>
                </a:cubicBezTo>
                <a:cubicBezTo>
                  <a:pt x="153185" y="134382"/>
                  <a:pt x="148836" y="132660"/>
                  <a:pt x="145370" y="129217"/>
                </a:cubicBezTo>
                <a:cubicBezTo>
                  <a:pt x="141905" y="125771"/>
                  <a:pt x="140172" y="121458"/>
                  <a:pt x="140172" y="116275"/>
                </a:cubicBezTo>
                <a:cubicBezTo>
                  <a:pt x="140172" y="109254"/>
                  <a:pt x="143180" y="102938"/>
                  <a:pt x="149196" y="97329"/>
                </a:cubicBezTo>
                <a:cubicBezTo>
                  <a:pt x="155212" y="91719"/>
                  <a:pt x="168323" y="84256"/>
                  <a:pt x="188529" y="74940"/>
                </a:cubicBezTo>
                <a:lnTo>
                  <a:pt x="188529" y="65720"/>
                </a:lnTo>
                <a:cubicBezTo>
                  <a:pt x="188529" y="58788"/>
                  <a:pt x="188153" y="54423"/>
                  <a:pt x="187401" y="52625"/>
                </a:cubicBezTo>
                <a:cubicBezTo>
                  <a:pt x="186649" y="50826"/>
                  <a:pt x="185227" y="49257"/>
                  <a:pt x="183135" y="47916"/>
                </a:cubicBezTo>
                <a:cubicBezTo>
                  <a:pt x="181042" y="46576"/>
                  <a:pt x="178688" y="45906"/>
                  <a:pt x="176072" y="45906"/>
                </a:cubicBezTo>
                <a:cubicBezTo>
                  <a:pt x="171822" y="45906"/>
                  <a:pt x="168323" y="46854"/>
                  <a:pt x="165577" y="48750"/>
                </a:cubicBezTo>
                <a:cubicBezTo>
                  <a:pt x="163876" y="49927"/>
                  <a:pt x="163026" y="51300"/>
                  <a:pt x="163026" y="52870"/>
                </a:cubicBezTo>
                <a:cubicBezTo>
                  <a:pt x="163026" y="54243"/>
                  <a:pt x="163942" y="55943"/>
                  <a:pt x="165773" y="57971"/>
                </a:cubicBezTo>
                <a:cubicBezTo>
                  <a:pt x="168258" y="60782"/>
                  <a:pt x="169500" y="63496"/>
                  <a:pt x="169500" y="66112"/>
                </a:cubicBezTo>
                <a:cubicBezTo>
                  <a:pt x="169500" y="69316"/>
                  <a:pt x="168307" y="72046"/>
                  <a:pt x="165920" y="74302"/>
                </a:cubicBezTo>
                <a:cubicBezTo>
                  <a:pt x="163533" y="76558"/>
                  <a:pt x="160411" y="77686"/>
                  <a:pt x="156553" y="77686"/>
                </a:cubicBezTo>
                <a:cubicBezTo>
                  <a:pt x="152433" y="77686"/>
                  <a:pt x="148983" y="76444"/>
                  <a:pt x="146204" y="73959"/>
                </a:cubicBezTo>
                <a:cubicBezTo>
                  <a:pt x="143425" y="71474"/>
                  <a:pt x="142035" y="68564"/>
                  <a:pt x="142035" y="65229"/>
                </a:cubicBezTo>
                <a:cubicBezTo>
                  <a:pt x="142035" y="60521"/>
                  <a:pt x="143899" y="56025"/>
                  <a:pt x="147626" y="51742"/>
                </a:cubicBezTo>
                <a:cubicBezTo>
                  <a:pt x="151354" y="47459"/>
                  <a:pt x="156553" y="44173"/>
                  <a:pt x="163223" y="41884"/>
                </a:cubicBezTo>
                <a:cubicBezTo>
                  <a:pt x="169893" y="39595"/>
                  <a:pt x="176824" y="38451"/>
                  <a:pt x="184017" y="38451"/>
                </a:cubicBezTo>
                <a:cubicBezTo>
                  <a:pt x="192715" y="38451"/>
                  <a:pt x="199597" y="40303"/>
                  <a:pt x="204665" y="44008"/>
                </a:cubicBezTo>
                <a:cubicBezTo>
                  <a:pt x="209733" y="47711"/>
                  <a:pt x="213019" y="51726"/>
                  <a:pt x="214523" y="56052"/>
                </a:cubicBezTo>
                <a:cubicBezTo>
                  <a:pt x="215439" y="58804"/>
                  <a:pt x="215896" y="65129"/>
                  <a:pt x="215896" y="75026"/>
                </a:cubicBezTo>
                <a:lnTo>
                  <a:pt x="215896" y="110715"/>
                </a:lnTo>
                <a:cubicBezTo>
                  <a:pt x="215896" y="114910"/>
                  <a:pt x="216060" y="117549"/>
                  <a:pt x="216387" y="118632"/>
                </a:cubicBezTo>
                <a:cubicBezTo>
                  <a:pt x="216714" y="119713"/>
                  <a:pt x="217204" y="120516"/>
                  <a:pt x="217858" y="121042"/>
                </a:cubicBezTo>
                <a:cubicBezTo>
                  <a:pt x="218512" y="121565"/>
                  <a:pt x="219264" y="121826"/>
                  <a:pt x="220114" y="121826"/>
                </a:cubicBezTo>
                <a:cubicBezTo>
                  <a:pt x="221814" y="121826"/>
                  <a:pt x="223547" y="120617"/>
                  <a:pt x="225313" y="118197"/>
                </a:cubicBezTo>
                <a:lnTo>
                  <a:pt x="228255" y="120551"/>
                </a:lnTo>
                <a:cubicBezTo>
                  <a:pt x="224986" y="125390"/>
                  <a:pt x="221602" y="128905"/>
                  <a:pt x="218103" y="131096"/>
                </a:cubicBezTo>
                <a:cubicBezTo>
                  <a:pt x="214605" y="133286"/>
                  <a:pt x="210632" y="134382"/>
                  <a:pt x="206185" y="134382"/>
                </a:cubicBezTo>
                <a:cubicBezTo>
                  <a:pt x="200954" y="134382"/>
                  <a:pt x="196867" y="133147"/>
                  <a:pt x="193924" y="130679"/>
                </a:cubicBezTo>
                <a:cubicBezTo>
                  <a:pt x="190982" y="128210"/>
                  <a:pt x="189183" y="124475"/>
                  <a:pt x="188529" y="119472"/>
                </a:cubicBezTo>
                <a:moveTo>
                  <a:pt x="188529" y="112214"/>
                </a:moveTo>
                <a:lnTo>
                  <a:pt x="188529" y="81530"/>
                </a:lnTo>
                <a:cubicBezTo>
                  <a:pt x="180617" y="86196"/>
                  <a:pt x="174732" y="91190"/>
                  <a:pt x="170873" y="96513"/>
                </a:cubicBezTo>
                <a:cubicBezTo>
                  <a:pt x="168323" y="100061"/>
                  <a:pt x="167048" y="103642"/>
                  <a:pt x="167048" y="107257"/>
                </a:cubicBezTo>
                <a:cubicBezTo>
                  <a:pt x="167048" y="110279"/>
                  <a:pt x="168127" y="112941"/>
                  <a:pt x="170285" y="115242"/>
                </a:cubicBezTo>
                <a:cubicBezTo>
                  <a:pt x="171920" y="117016"/>
                  <a:pt x="174208" y="117903"/>
                  <a:pt x="177151" y="117903"/>
                </a:cubicBezTo>
                <a:cubicBezTo>
                  <a:pt x="180421" y="117903"/>
                  <a:pt x="184214" y="116006"/>
                  <a:pt x="188529" y="112214"/>
                </a:cubicBezTo>
                <a:close/>
                <a:moveTo>
                  <a:pt x="274148" y="0"/>
                </a:moveTo>
                <a:lnTo>
                  <a:pt x="274148" y="50418"/>
                </a:lnTo>
                <a:cubicBezTo>
                  <a:pt x="281864" y="42440"/>
                  <a:pt x="290300" y="38451"/>
                  <a:pt x="299455" y="38451"/>
                </a:cubicBezTo>
                <a:cubicBezTo>
                  <a:pt x="305732" y="38451"/>
                  <a:pt x="311650" y="40300"/>
                  <a:pt x="317209" y="43999"/>
                </a:cubicBezTo>
                <a:cubicBezTo>
                  <a:pt x="322767" y="47698"/>
                  <a:pt x="327116" y="52951"/>
                  <a:pt x="330255" y="59758"/>
                </a:cubicBezTo>
                <a:cubicBezTo>
                  <a:pt x="333393" y="66565"/>
                  <a:pt x="334963" y="74420"/>
                  <a:pt x="334963" y="83323"/>
                </a:cubicBezTo>
                <a:cubicBezTo>
                  <a:pt x="334963" y="93339"/>
                  <a:pt x="332968" y="102437"/>
                  <a:pt x="328979" y="110620"/>
                </a:cubicBezTo>
                <a:cubicBezTo>
                  <a:pt x="324991" y="118802"/>
                  <a:pt x="319661" y="125037"/>
                  <a:pt x="312991" y="129324"/>
                </a:cubicBezTo>
                <a:cubicBezTo>
                  <a:pt x="306321" y="133611"/>
                  <a:pt x="298703" y="135755"/>
                  <a:pt x="290136" y="135755"/>
                </a:cubicBezTo>
                <a:cubicBezTo>
                  <a:pt x="285166" y="135755"/>
                  <a:pt x="280752" y="134970"/>
                  <a:pt x="276894" y="133401"/>
                </a:cubicBezTo>
                <a:cubicBezTo>
                  <a:pt x="273036" y="131831"/>
                  <a:pt x="269243" y="129281"/>
                  <a:pt x="265516" y="125750"/>
                </a:cubicBezTo>
                <a:lnTo>
                  <a:pt x="250312" y="135755"/>
                </a:lnTo>
                <a:lnTo>
                  <a:pt x="246977" y="135755"/>
                </a:lnTo>
                <a:lnTo>
                  <a:pt x="246977" y="19029"/>
                </a:lnTo>
                <a:cubicBezTo>
                  <a:pt x="246977" y="13698"/>
                  <a:pt x="246748" y="10408"/>
                  <a:pt x="246291" y="9159"/>
                </a:cubicBezTo>
                <a:cubicBezTo>
                  <a:pt x="245637" y="7316"/>
                  <a:pt x="244607" y="5950"/>
                  <a:pt x="243201" y="5061"/>
                </a:cubicBezTo>
                <a:cubicBezTo>
                  <a:pt x="241795" y="4172"/>
                  <a:pt x="239424" y="3662"/>
                  <a:pt x="236089" y="3531"/>
                </a:cubicBezTo>
                <a:lnTo>
                  <a:pt x="236089" y="0"/>
                </a:lnTo>
                <a:lnTo>
                  <a:pt x="274148" y="0"/>
                </a:lnTo>
                <a:moveTo>
                  <a:pt x="274148" y="59160"/>
                </a:moveTo>
                <a:lnTo>
                  <a:pt x="274148" y="100014"/>
                </a:lnTo>
                <a:cubicBezTo>
                  <a:pt x="274148" y="108329"/>
                  <a:pt x="274344" y="113633"/>
                  <a:pt x="274736" y="115926"/>
                </a:cubicBezTo>
                <a:cubicBezTo>
                  <a:pt x="275390" y="119788"/>
                  <a:pt x="276960" y="122915"/>
                  <a:pt x="279445" y="125305"/>
                </a:cubicBezTo>
                <a:cubicBezTo>
                  <a:pt x="281930" y="127694"/>
                  <a:pt x="285101" y="128889"/>
                  <a:pt x="288959" y="128889"/>
                </a:cubicBezTo>
                <a:cubicBezTo>
                  <a:pt x="292294" y="128889"/>
                  <a:pt x="295155" y="127940"/>
                  <a:pt x="297542" y="126041"/>
                </a:cubicBezTo>
                <a:cubicBezTo>
                  <a:pt x="299929" y="124143"/>
                  <a:pt x="301923" y="120379"/>
                  <a:pt x="303525" y="114749"/>
                </a:cubicBezTo>
                <a:cubicBezTo>
                  <a:pt x="305128" y="109117"/>
                  <a:pt x="305929" y="98968"/>
                  <a:pt x="305929" y="84301"/>
                </a:cubicBezTo>
                <a:cubicBezTo>
                  <a:pt x="305929" y="70223"/>
                  <a:pt x="304163" y="60566"/>
                  <a:pt x="300632" y="55328"/>
                </a:cubicBezTo>
                <a:cubicBezTo>
                  <a:pt x="298081" y="51531"/>
                  <a:pt x="294648" y="49633"/>
                  <a:pt x="290332" y="49633"/>
                </a:cubicBezTo>
                <a:cubicBezTo>
                  <a:pt x="284709" y="49633"/>
                  <a:pt x="279314" y="52809"/>
                  <a:pt x="274148" y="59160"/>
                </a:cubicBezTo>
                <a:close/>
                <a:moveTo>
                  <a:pt x="427898" y="83768"/>
                </a:moveTo>
                <a:lnTo>
                  <a:pt x="377579" y="83768"/>
                </a:lnTo>
                <a:cubicBezTo>
                  <a:pt x="378167" y="95964"/>
                  <a:pt x="381404" y="105602"/>
                  <a:pt x="387289" y="112683"/>
                </a:cubicBezTo>
                <a:cubicBezTo>
                  <a:pt x="391802" y="118125"/>
                  <a:pt x="397229" y="120846"/>
                  <a:pt x="403572" y="120846"/>
                </a:cubicBezTo>
                <a:cubicBezTo>
                  <a:pt x="407496" y="120846"/>
                  <a:pt x="411060" y="119750"/>
                  <a:pt x="414264" y="117560"/>
                </a:cubicBezTo>
                <a:cubicBezTo>
                  <a:pt x="417468" y="115369"/>
                  <a:pt x="420901" y="111429"/>
                  <a:pt x="424563" y="105740"/>
                </a:cubicBezTo>
                <a:lnTo>
                  <a:pt x="427898" y="107898"/>
                </a:lnTo>
                <a:cubicBezTo>
                  <a:pt x="422928" y="118034"/>
                  <a:pt x="417435" y="125210"/>
                  <a:pt x="411419" y="129428"/>
                </a:cubicBezTo>
                <a:cubicBezTo>
                  <a:pt x="405403" y="133646"/>
                  <a:pt x="398439" y="135755"/>
                  <a:pt x="390526" y="135755"/>
                </a:cubicBezTo>
                <a:cubicBezTo>
                  <a:pt x="376925" y="135755"/>
                  <a:pt x="366625" y="130518"/>
                  <a:pt x="359628" y="120045"/>
                </a:cubicBezTo>
                <a:cubicBezTo>
                  <a:pt x="354005" y="111602"/>
                  <a:pt x="351193" y="101129"/>
                  <a:pt x="351193" y="88626"/>
                </a:cubicBezTo>
                <a:cubicBezTo>
                  <a:pt x="351193" y="73308"/>
                  <a:pt x="355329" y="61117"/>
                  <a:pt x="363601" y="52051"/>
                </a:cubicBezTo>
                <a:cubicBezTo>
                  <a:pt x="371873" y="42984"/>
                  <a:pt x="381568" y="38451"/>
                  <a:pt x="392684" y="38451"/>
                </a:cubicBezTo>
                <a:cubicBezTo>
                  <a:pt x="401970" y="38451"/>
                  <a:pt x="410030" y="42260"/>
                  <a:pt x="416863" y="49878"/>
                </a:cubicBezTo>
                <a:cubicBezTo>
                  <a:pt x="423697" y="57496"/>
                  <a:pt x="427375" y="68793"/>
                  <a:pt x="427898" y="83768"/>
                </a:cubicBezTo>
                <a:moveTo>
                  <a:pt x="403768" y="77294"/>
                </a:moveTo>
                <a:cubicBezTo>
                  <a:pt x="403768" y="66766"/>
                  <a:pt x="403196" y="59540"/>
                  <a:pt x="402052" y="55616"/>
                </a:cubicBezTo>
                <a:cubicBezTo>
                  <a:pt x="400907" y="51693"/>
                  <a:pt x="399126" y="48717"/>
                  <a:pt x="396706" y="46690"/>
                </a:cubicBezTo>
                <a:cubicBezTo>
                  <a:pt x="395333" y="45513"/>
                  <a:pt x="393502" y="44925"/>
                  <a:pt x="391213" y="44925"/>
                </a:cubicBezTo>
                <a:cubicBezTo>
                  <a:pt x="387813" y="44925"/>
                  <a:pt x="385033" y="46592"/>
                  <a:pt x="382875" y="49927"/>
                </a:cubicBezTo>
                <a:cubicBezTo>
                  <a:pt x="379017" y="55747"/>
                  <a:pt x="377088" y="63725"/>
                  <a:pt x="377088" y="73861"/>
                </a:cubicBezTo>
                <a:lnTo>
                  <a:pt x="377088" y="77294"/>
                </a:lnTo>
                <a:lnTo>
                  <a:pt x="403768" y="77294"/>
                </a:lnTo>
                <a:close/>
                <a:moveTo>
                  <a:pt x="475989" y="0"/>
                </a:moveTo>
                <a:lnTo>
                  <a:pt x="475989" y="113979"/>
                </a:lnTo>
                <a:cubicBezTo>
                  <a:pt x="475989" y="120453"/>
                  <a:pt x="476741" y="124589"/>
                  <a:pt x="478245" y="126388"/>
                </a:cubicBezTo>
                <a:cubicBezTo>
                  <a:pt x="479749" y="128186"/>
                  <a:pt x="482692" y="129216"/>
                  <a:pt x="487073" y="129477"/>
                </a:cubicBezTo>
                <a:lnTo>
                  <a:pt x="487073" y="133009"/>
                </a:lnTo>
                <a:lnTo>
                  <a:pt x="437538" y="133009"/>
                </a:lnTo>
                <a:lnTo>
                  <a:pt x="437538" y="129477"/>
                </a:lnTo>
                <a:cubicBezTo>
                  <a:pt x="441593" y="129347"/>
                  <a:pt x="444601" y="128169"/>
                  <a:pt x="446563" y="125946"/>
                </a:cubicBezTo>
                <a:cubicBezTo>
                  <a:pt x="447871" y="124442"/>
                  <a:pt x="448524" y="120453"/>
                  <a:pt x="448524" y="113979"/>
                </a:cubicBezTo>
                <a:lnTo>
                  <a:pt x="448524" y="19029"/>
                </a:lnTo>
                <a:cubicBezTo>
                  <a:pt x="448524" y="12580"/>
                  <a:pt x="447772" y="8451"/>
                  <a:pt x="446268" y="6642"/>
                </a:cubicBezTo>
                <a:cubicBezTo>
                  <a:pt x="444764" y="4832"/>
                  <a:pt x="441854" y="3795"/>
                  <a:pt x="437538" y="3531"/>
                </a:cubicBezTo>
                <a:lnTo>
                  <a:pt x="437538" y="0"/>
                </a:lnTo>
                <a:lnTo>
                  <a:pt x="47598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6E458-0D7C-4D54-8F02-1F1B0063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0298" y="884429"/>
            <a:ext cx="1116082" cy="2068702"/>
          </a:xfrm>
          <a:custGeom xmlns:a="http://schemas.openxmlformats.org/drawingml/2006/main">
            <a:pathLst>
              <a:path w="1116082" h="2068702">
                <a:moveTo>
                  <a:pt x="34025" y="135718"/>
                </a:moveTo>
                <a:lnTo>
                  <a:pt x="37780" y="203269"/>
                </a:lnTo>
                <a:lnTo>
                  <a:pt x="42949" y="270398"/>
                </a:lnTo>
                <a:lnTo>
                  <a:pt x="49488" y="336994"/>
                </a:lnTo>
                <a:lnTo>
                  <a:pt x="57344" y="402926"/>
                </a:lnTo>
                <a:lnTo>
                  <a:pt x="66471" y="468063"/>
                </a:lnTo>
                <a:lnTo>
                  <a:pt x="76819" y="532276"/>
                </a:lnTo>
                <a:lnTo>
                  <a:pt x="88341" y="595429"/>
                </a:lnTo>
                <a:lnTo>
                  <a:pt x="100988" y="657395"/>
                </a:lnTo>
                <a:lnTo>
                  <a:pt x="114711" y="718041"/>
                </a:lnTo>
                <a:lnTo>
                  <a:pt x="129463" y="777237"/>
                </a:lnTo>
                <a:lnTo>
                  <a:pt x="145196" y="834853"/>
                </a:lnTo>
                <a:lnTo>
                  <a:pt x="161862" y="890757"/>
                </a:lnTo>
                <a:lnTo>
                  <a:pt x="179415" y="944819"/>
                </a:lnTo>
                <a:lnTo>
                  <a:pt x="197807" y="996909"/>
                </a:lnTo>
                <a:lnTo>
                  <a:pt x="216991" y="1046899"/>
                </a:lnTo>
                <a:lnTo>
                  <a:pt x="236923" y="1094657"/>
                </a:lnTo>
                <a:lnTo>
                  <a:pt x="257556" y="1140055"/>
                </a:lnTo>
                <a:lnTo>
                  <a:pt x="278850" y="1182967"/>
                </a:lnTo>
                <a:lnTo>
                  <a:pt x="300759" y="1223260"/>
                </a:lnTo>
                <a:lnTo>
                  <a:pt x="323243" y="1260811"/>
                </a:lnTo>
                <a:lnTo>
                  <a:pt x="346267" y="1295491"/>
                </a:lnTo>
                <a:lnTo>
                  <a:pt x="369797" y="1327171"/>
                </a:lnTo>
                <a:lnTo>
                  <a:pt x="393804" y="1355724"/>
                </a:lnTo>
                <a:lnTo>
                  <a:pt x="418264" y="1381018"/>
                </a:lnTo>
                <a:lnTo>
                  <a:pt x="443162" y="1402914"/>
                </a:lnTo>
                <a:lnTo>
                  <a:pt x="468488" y="1421263"/>
                </a:lnTo>
                <a:lnTo>
                  <a:pt x="494231" y="1435895"/>
                </a:lnTo>
                <a:lnTo>
                  <a:pt x="520366" y="1446616"/>
                </a:lnTo>
                <a:lnTo>
                  <a:pt x="546839" y="1453209"/>
                </a:lnTo>
                <a:lnTo>
                  <a:pt x="572877" y="1455397"/>
                </a:lnTo>
                <a:lnTo>
                  <a:pt x="597668" y="1456297"/>
                </a:lnTo>
                <a:lnTo>
                  <a:pt x="621794" y="1458891"/>
                </a:lnTo>
                <a:lnTo>
                  <a:pt x="645850" y="1463152"/>
                </a:lnTo>
                <a:lnTo>
                  <a:pt x="669790" y="1469027"/>
                </a:lnTo>
                <a:lnTo>
                  <a:pt x="693608" y="1476477"/>
                </a:lnTo>
                <a:lnTo>
                  <a:pt x="717235" y="1485450"/>
                </a:lnTo>
                <a:lnTo>
                  <a:pt x="740571" y="1495870"/>
                </a:lnTo>
                <a:lnTo>
                  <a:pt x="763612" y="1507705"/>
                </a:lnTo>
                <a:lnTo>
                  <a:pt x="786307" y="1520901"/>
                </a:lnTo>
                <a:lnTo>
                  <a:pt x="808573" y="1535382"/>
                </a:lnTo>
                <a:lnTo>
                  <a:pt x="830410" y="1551130"/>
                </a:lnTo>
                <a:lnTo>
                  <a:pt x="851633" y="1567986"/>
                </a:lnTo>
                <a:lnTo>
                  <a:pt x="892626" y="1605269"/>
                </a:lnTo>
                <a:lnTo>
                  <a:pt x="930899" y="1646567"/>
                </a:lnTo>
                <a:lnTo>
                  <a:pt x="966126" y="1691490"/>
                </a:lnTo>
                <a:lnTo>
                  <a:pt x="997892" y="1739549"/>
                </a:lnTo>
                <a:lnTo>
                  <a:pt x="1025840" y="1790335"/>
                </a:lnTo>
                <a:lnTo>
                  <a:pt x="1049609" y="1843468"/>
                </a:lnTo>
                <a:lnTo>
                  <a:pt x="1059708" y="1870526"/>
                </a:lnTo>
                <a:lnTo>
                  <a:pt x="1068667" y="1898133"/>
                </a:lnTo>
                <a:lnTo>
                  <a:pt x="1076366" y="1926028"/>
                </a:lnTo>
                <a:lnTo>
                  <a:pt x="1082773" y="1954213"/>
                </a:lnTo>
                <a:lnTo>
                  <a:pt x="1087836" y="1982596"/>
                </a:lnTo>
                <a:lnTo>
                  <a:pt x="1091507" y="2011111"/>
                </a:lnTo>
                <a:lnTo>
                  <a:pt x="1093746" y="2039756"/>
                </a:lnTo>
                <a:lnTo>
                  <a:pt x="1094509" y="2068702"/>
                </a:lnTo>
                <a:lnTo>
                  <a:pt x="1116082" y="2068133"/>
                </a:lnTo>
                <a:lnTo>
                  <a:pt x="1115303" y="2038624"/>
                </a:lnTo>
                <a:lnTo>
                  <a:pt x="1112980" y="2008904"/>
                </a:lnTo>
                <a:lnTo>
                  <a:pt x="1109172" y="1979317"/>
                </a:lnTo>
                <a:lnTo>
                  <a:pt x="1103928" y="1949921"/>
                </a:lnTo>
                <a:lnTo>
                  <a:pt x="1097302" y="1920774"/>
                </a:lnTo>
                <a:lnTo>
                  <a:pt x="1089342" y="1891930"/>
                </a:lnTo>
                <a:lnTo>
                  <a:pt x="1080100" y="1863448"/>
                </a:lnTo>
                <a:lnTo>
                  <a:pt x="1069585" y="1835275"/>
                </a:lnTo>
                <a:lnTo>
                  <a:pt x="1045180" y="1780722"/>
                </a:lnTo>
                <a:lnTo>
                  <a:pt x="1016388" y="1728397"/>
                </a:lnTo>
                <a:lnTo>
                  <a:pt x="983644" y="1678858"/>
                </a:lnTo>
                <a:lnTo>
                  <a:pt x="947332" y="1632552"/>
                </a:lnTo>
                <a:lnTo>
                  <a:pt x="907835" y="1589931"/>
                </a:lnTo>
                <a:lnTo>
                  <a:pt x="865616" y="1551533"/>
                </a:lnTo>
                <a:lnTo>
                  <a:pt x="843433" y="1533915"/>
                </a:lnTo>
                <a:lnTo>
                  <a:pt x="820778" y="1517578"/>
                </a:lnTo>
                <a:lnTo>
                  <a:pt x="797606" y="1502508"/>
                </a:lnTo>
                <a:lnTo>
                  <a:pt x="773964" y="1488762"/>
                </a:lnTo>
                <a:lnTo>
                  <a:pt x="749895" y="1476401"/>
                </a:lnTo>
                <a:lnTo>
                  <a:pt x="725450" y="1465486"/>
                </a:lnTo>
                <a:lnTo>
                  <a:pt x="700672" y="1456076"/>
                </a:lnTo>
                <a:lnTo>
                  <a:pt x="675611" y="1448237"/>
                </a:lnTo>
                <a:lnTo>
                  <a:pt x="650314" y="1442028"/>
                </a:lnTo>
                <a:lnTo>
                  <a:pt x="624833" y="1437513"/>
                </a:lnTo>
                <a:lnTo>
                  <a:pt x="599217" y="1434760"/>
                </a:lnTo>
                <a:lnTo>
                  <a:pt x="574157" y="1433849"/>
                </a:lnTo>
                <a:lnTo>
                  <a:pt x="550373" y="1431850"/>
                </a:lnTo>
                <a:lnTo>
                  <a:pt x="527113" y="1426058"/>
                </a:lnTo>
                <a:lnTo>
                  <a:pt x="503702" y="1416455"/>
                </a:lnTo>
                <a:lnTo>
                  <a:pt x="480183" y="1403088"/>
                </a:lnTo>
                <a:lnTo>
                  <a:pt x="456656" y="1386043"/>
                </a:lnTo>
                <a:lnTo>
                  <a:pt x="433158" y="1365379"/>
                </a:lnTo>
                <a:lnTo>
                  <a:pt x="409828" y="1341252"/>
                </a:lnTo>
                <a:lnTo>
                  <a:pt x="386726" y="1313773"/>
                </a:lnTo>
                <a:lnTo>
                  <a:pt x="363931" y="1283082"/>
                </a:lnTo>
                <a:lnTo>
                  <a:pt x="341512" y="1249314"/>
                </a:lnTo>
                <a:lnTo>
                  <a:pt x="319500" y="1212555"/>
                </a:lnTo>
                <a:lnTo>
                  <a:pt x="297994" y="1173001"/>
                </a:lnTo>
                <a:lnTo>
                  <a:pt x="277038" y="1130766"/>
                </a:lnTo>
                <a:lnTo>
                  <a:pt x="256703" y="1086025"/>
                </a:lnTo>
                <a:lnTo>
                  <a:pt x="237011" y="1038837"/>
                </a:lnTo>
                <a:lnTo>
                  <a:pt x="218058" y="989450"/>
                </a:lnTo>
                <a:lnTo>
                  <a:pt x="199849" y="937877"/>
                </a:lnTo>
                <a:lnTo>
                  <a:pt x="182470" y="884348"/>
                </a:lnTo>
                <a:lnTo>
                  <a:pt x="165936" y="828886"/>
                </a:lnTo>
                <a:lnTo>
                  <a:pt x="150355" y="771827"/>
                </a:lnTo>
                <a:lnTo>
                  <a:pt x="135713" y="713078"/>
                </a:lnTo>
                <a:lnTo>
                  <a:pt x="122091" y="652883"/>
                </a:lnTo>
                <a:lnTo>
                  <a:pt x="109520" y="591284"/>
                </a:lnTo>
                <a:lnTo>
                  <a:pt x="98096" y="528670"/>
                </a:lnTo>
                <a:lnTo>
                  <a:pt x="87812" y="464856"/>
                </a:lnTo>
                <a:lnTo>
                  <a:pt x="78745" y="400155"/>
                </a:lnTo>
                <a:lnTo>
                  <a:pt x="70942" y="334674"/>
                </a:lnTo>
                <a:lnTo>
                  <a:pt x="64449" y="268532"/>
                </a:lnTo>
                <a:lnTo>
                  <a:pt x="59315" y="201872"/>
                </a:lnTo>
                <a:lnTo>
                  <a:pt x="55586" y="134782"/>
                </a:lnTo>
                <a:lnTo>
                  <a:pt x="54138" y="86129"/>
                </a:lnTo>
                <a:lnTo>
                  <a:pt x="86307" y="85608"/>
                </a:lnTo>
                <a:lnTo>
                  <a:pt x="41755" y="0"/>
                </a:lnTo>
                <a:lnTo>
                  <a:pt x="0" y="87006"/>
                </a:lnTo>
                <a:lnTo>
                  <a:pt x="32559" y="86478"/>
                </a:lnTo>
                <a:lnTo>
                  <a:pt x="34025" y="135718"/>
                </a:lnTo>
                <a:close/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43316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2026-09-05T17:32:21.6530000Z</dcterms:created>
  <dcterms:modified xsi:type="dcterms:W3CDTF">2026-09-05T17:32:21.6530000Z</dcterms:modified>
</coreProperties>
</file>